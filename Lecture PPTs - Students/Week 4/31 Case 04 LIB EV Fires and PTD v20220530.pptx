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5" r:id="rId2"/>
    <p:sldId id="880" r:id="rId3"/>
    <p:sldId id="923" r:id="rId4"/>
    <p:sldId id="981" r:id="rId5"/>
    <p:sldId id="994" r:id="rId6"/>
    <p:sldId id="982" r:id="rId7"/>
    <p:sldId id="924" r:id="rId8"/>
    <p:sldId id="989" r:id="rId9"/>
    <p:sldId id="908" r:id="rId10"/>
    <p:sldId id="984" r:id="rId11"/>
    <p:sldId id="985" r:id="rId12"/>
    <p:sldId id="991" r:id="rId13"/>
    <p:sldId id="986" r:id="rId14"/>
    <p:sldId id="942" r:id="rId15"/>
    <p:sldId id="996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3"/>
            <p14:sldId id="981"/>
            <p14:sldId id="994"/>
            <p14:sldId id="982"/>
            <p14:sldId id="924"/>
            <p14:sldId id="989"/>
            <p14:sldId id="908"/>
            <p14:sldId id="984"/>
            <p14:sldId id="985"/>
            <p14:sldId id="991"/>
            <p14:sldId id="986"/>
            <p14:sldId id="942"/>
            <p14:sldId id="9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A3E8"/>
    <a:srgbClr val="0000FF"/>
    <a:srgbClr val="000000"/>
    <a:srgbClr val="0000CC"/>
    <a:srgbClr val="F8F8F8"/>
    <a:srgbClr val="F5D7F1"/>
    <a:srgbClr val="5F5F5F"/>
    <a:srgbClr val="DDDDDD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45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289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9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8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18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93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342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696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1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0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659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922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887" y="2105520"/>
            <a:ext cx="6884113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Lithium ion Battery Fires in Electric Vehicles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technical safety aspects of lithium ion battery fires and why they are considered a low frequency, high consequence risk scenario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Describe the bow tie approach for depicting key concepts in risk management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prevention through design (PTD) concept for the future of electric vehicle batteries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Superior attributes of Lithium ion battery 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Higher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current, voltage, power and energy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density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Reduced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cost, weight and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pollution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Lack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memory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stability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Low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self-discharge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Prolonged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life cycle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in a variety of applications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cells in consumer electronics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Large scale packs in the electrification of road transport and smart grids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Managing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peaks and valleys associated with output from wind and solar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8301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28000"/>
            <a:ext cx="4544400" cy="458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ells produce an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electric current by converting chemical energy into electrical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electrodes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Negative (anode) -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typically made of carbon (graphite)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Positive (cathode) -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generally consists of layers of lithium and metal oxide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ermeable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barrier between the electrodes prevents internal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short-circuiting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transfers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charged ions between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electrodes. It consists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lithium salt dissolved in an organic solvent, mainly carbonates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is related to the chemistry and construction of the LIB cell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Battery Design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l="50593" t="4088" r="2879" b="12534"/>
          <a:stretch/>
        </p:blipFill>
        <p:spPr bwMode="auto">
          <a:xfrm>
            <a:off x="4615071" y="1371600"/>
            <a:ext cx="4495799" cy="35597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80179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Multi-cell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Pack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Tesla Model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383" t="1566" b="1"/>
          <a:stretch/>
        </p:blipFill>
        <p:spPr>
          <a:xfrm>
            <a:off x="457200" y="1879350"/>
            <a:ext cx="7663094" cy="3225300"/>
          </a:xfrm>
          <a:prstGeom prst="rect">
            <a:avLst/>
          </a:prstGeom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38042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38200"/>
            <a:ext cx="8964000" cy="48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Overview 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Volatile organic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solution (hazardous)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circuit or high operating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temp.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lead to exothermic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reactions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Worst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scenario - battery catches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fire or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explodes (low frequency)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 fire in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terms of initiation, spread, duration,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toxicity &amp; suppression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Increase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fire risk is proportional to the increase in the mass and capacity of the battery (the fuel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fires (small consumer electronics to large power systems)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Initial concerns with portable devices (cell phones and laptops)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Sony (2006) recalled 9.6 million notebooks with LIBs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($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400 million)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Samsung (2016) recalled 2.5 million Note 7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smartphones ($17bn)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Boeing 787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Dreamliner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grounding in 2013 (1.1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million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USD/day loss)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electric vehicle fires including Chevy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Volt and Tesla Model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LIB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51690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980400"/>
            <a:ext cx="86400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battery packs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=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composed of thousands of single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cells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thermal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runaway (TR)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initiate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a single cell and propagates to other cells in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pack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temp. reaches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critical value such that the reaction rate of an exothermic reaction increases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temp. &amp; accelerates the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reaction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rate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fast process that occurs at a time scale &lt;2 s, leading in most cases to battery rupture in less &lt;0.01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Triggers for LIB TR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External abuse (mechanical, thermal, electrical)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Internal failure (defects, self-heating)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for LIB to balance heat generation with heat dissipation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Thermal Runaway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88627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 TR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&amp; Imbalance Between </a:t>
            </a: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eat Generation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&amp;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Dissipation: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" y="994013"/>
            <a:ext cx="8850196" cy="5233987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56795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Electric Vehicle LIB related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13" y="914400"/>
            <a:ext cx="8696325" cy="3333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0000" y="4356000"/>
            <a:ext cx="8640000" cy="612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a) A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Renault-Samsung </a:t>
            </a:r>
            <a:r>
              <a:rPr 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caught fire while driving (January 2016, Korea)</a:t>
            </a:r>
          </a:p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A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pure battery electric bus caught fire in a charging station (April 2015, Shenzhen,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51442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Electric Vehicle LIB related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56162"/>
            <a:ext cx="7658100" cy="4552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000" y="5508000"/>
            <a:ext cx="8640000" cy="57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c) A Tesla Model S released smokes while being driven (June 2018, California)</a:t>
            </a:r>
          </a:p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d) EV fire in a parking lot (May 2018, Hangzhou,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6260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Chain of Events after abusing a LIB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9251"/>
          <a:stretch/>
        </p:blipFill>
        <p:spPr bwMode="auto">
          <a:xfrm>
            <a:off x="246086" y="990600"/>
            <a:ext cx="8584800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6302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1066800"/>
            <a:ext cx="86334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battery failure which sometimes lead to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thermal runaway reactions &amp;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fires has remained a challenge for LIBs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PTD focus is to “engineer out the hazards” through our designs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focus area is battery chemistry and design to prevent TR fires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with inherently safer materials: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Cathode chemistry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separators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electrolytes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Solid state 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batteries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Prevention Through Design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961" y="2895275"/>
            <a:ext cx="5129439" cy="288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676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Potential PTD Opportunities for LIBs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246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93362"/>
            <a:ext cx="8191500" cy="522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98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3400" y="990600"/>
            <a:ext cx="8640000" cy="336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technology is superior but the current designs have the risk of a low frequency, high consequence risk event (fires to thermal runaway)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variety of LIB-related fires have occurred over the 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bow tie diagram provides a</a:t>
            </a:r>
            <a:r>
              <a:rPr lang="en-CA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simple visual depiction of a complex </a:t>
            </a:r>
            <a:r>
              <a:rPr lang="en-CA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situation (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especially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dealing with non-specialists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Prevention through design opportunities are in the area of inherently safer design that reduce the frequency of LIB-related fires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&amp; Key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Lessons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4: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7664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2368249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70422</TotalTime>
  <Words>938</Words>
  <Application>Microsoft Office PowerPoint</Application>
  <PresentationFormat>On-screen Show (4:3)</PresentationFormat>
  <Paragraphs>156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Times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1991</cp:revision>
  <cp:lastPrinted>2018-12-17T22:21:47Z</cp:lastPrinted>
  <dcterms:created xsi:type="dcterms:W3CDTF">2007-03-28T16:18:47Z</dcterms:created>
  <dcterms:modified xsi:type="dcterms:W3CDTF">2022-05-30T01:01:34Z</dcterms:modified>
</cp:coreProperties>
</file>