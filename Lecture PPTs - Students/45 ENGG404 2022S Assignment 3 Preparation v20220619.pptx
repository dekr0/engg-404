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handoutMasterIdLst>
    <p:handoutMasterId r:id="rId8"/>
  </p:handoutMasterIdLst>
  <p:sldIdLst>
    <p:sldId id="895" r:id="rId2"/>
    <p:sldId id="880" r:id="rId3"/>
    <p:sldId id="901" r:id="rId4"/>
    <p:sldId id="904" r:id="rId5"/>
    <p:sldId id="900" r:id="rId6"/>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895"/>
            <p14:sldId id="880"/>
            <p14:sldId id="901"/>
            <p14:sldId id="904"/>
            <p14:sldId id="900"/>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00"/>
    <a:srgbClr val="0000CC"/>
    <a:srgbClr val="F8F8F8"/>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49" autoAdjust="0"/>
    <p:restoredTop sz="98116" autoAdjust="0"/>
  </p:normalViewPr>
  <p:slideViewPr>
    <p:cSldViewPr>
      <p:cViewPr varScale="1">
        <p:scale>
          <a:sx n="77" d="100"/>
          <a:sy n="77" d="100"/>
        </p:scale>
        <p:origin x="1020" y="64"/>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6/19/2022</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6/19/2022</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9172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2932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5</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5</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6/19/2022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Leader in Risk Management</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838200" y="2105520"/>
            <a:ext cx="7315201" cy="216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Preparation for Assignment #3</a:t>
            </a:r>
            <a:endPar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r>
              <a:rPr lang="en-US" dirty="0">
                <a:solidFill>
                  <a:schemeClr val="tx1"/>
                </a:solidFill>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assignment is designed to:</a:t>
            </a:r>
          </a:p>
          <a:p>
            <a:pPr marL="720000" lvl="1" indent="-360000" eaLnBrk="0" hangingPunct="0">
              <a:lnSpc>
                <a:spcPct val="100000"/>
              </a:lnSpc>
              <a:spcBef>
                <a:spcPts val="0"/>
              </a:spcBef>
              <a:buClrTx/>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Build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expertise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your skills for leadership in risk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a:t>
            </a:r>
            <a:endPar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Tx/>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Assess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performance up to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including </a:t>
            </a:r>
            <a:r>
              <a:rPr lang="en-US" altLang="en-US" sz="20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chapters as shown in the table</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is also about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helping you succeed on the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Final Exam</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720000" lvl="1" indent="-360000" eaLnBrk="0" hangingPunct="0">
              <a:lnSpc>
                <a:spcPct val="100000"/>
              </a:lnSpc>
              <a:spcBef>
                <a:spcPts val="0"/>
              </a:spcBef>
              <a:buClrTx/>
              <a:buSzPct val="100000"/>
              <a:buFont typeface="Wingdings" panose="05000000000000000000" pitchFamily="2" charset="2"/>
              <a:buChar char="Ø"/>
            </a:pP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Simulate the condition</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 of the Final Exam, prepare and practice.</a:t>
            </a:r>
          </a:p>
          <a:p>
            <a:pPr marL="720000" lvl="1" indent="-360000" eaLnBrk="0" hangingPunct="0">
              <a:lnSpc>
                <a:spcPct val="100000"/>
              </a:lnSpc>
              <a:spcBef>
                <a:spcPts val="0"/>
              </a:spcBef>
              <a:buClrTx/>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perform this assignment, you should attempt to do it under "exam like" conditions e.g. schedule some time prior to doing the assignment in order to study as though it were an exam, and then set aside a day or two in a quiet study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space. </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Make use of “any available resources”:</a:t>
            </a:r>
          </a:p>
          <a:p>
            <a:pPr marL="720000" lvl="1" indent="-360000" eaLnBrk="0" hangingPunct="0">
              <a:lnSpc>
                <a:spcPct val="100000"/>
              </a:lnSpc>
              <a:spcBef>
                <a:spcPts val="0"/>
              </a:spcBef>
              <a:buClrTx/>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is NOT an effective substitute for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studying.</a:t>
            </a:r>
          </a:p>
          <a:p>
            <a:pPr marL="720000" lvl="1" indent="-360000" eaLnBrk="0" hangingPunct="0">
              <a:lnSpc>
                <a:spcPct val="100000"/>
              </a:lnSpc>
              <a:spcBef>
                <a:spcPts val="0"/>
              </a:spcBef>
              <a:buClrTx/>
              <a:buSzPct val="100000"/>
              <a:buFont typeface="Wingdings" panose="05000000000000000000" pitchFamily="2" charset="2"/>
              <a:buChar char="Ø"/>
            </a:pP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Complete and submit the assignment online through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eClass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720000" lvl="1" indent="-360000" eaLnBrk="0" hangingPunct="0">
              <a:lnSpc>
                <a:spcPct val="100000"/>
              </a:lnSpc>
              <a:spcBef>
                <a:spcPts val="0"/>
              </a:spcBef>
              <a:buClrTx/>
              <a:buSzPct val="100000"/>
              <a:buFont typeface="Wingdings" panose="05000000000000000000" pitchFamily="2" charset="2"/>
              <a:buChar char="Ø"/>
            </a:pP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latin typeface="Arial" panose="020B0604020202020204" pitchFamily="34" charset="0"/>
                <a:ea typeface="+mj-ea"/>
                <a:cs typeface="Arial" panose="020B0604020202020204" pitchFamily="34" charset="0"/>
              </a:rPr>
              <a:t>ENGG404 - Assignment #3 (weight = 5%)</a:t>
            </a:r>
            <a:endParaRPr lang="en-US" altLang="en-US" sz="2400" b="0" dirty="0">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Preparation for Assignment #3</a:t>
            </a: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Due date per Course Plan:</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no extension except by exception. </a:t>
            </a:r>
            <a:endPar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Any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exceptions please contact your professor. </a:t>
            </a:r>
            <a:endPar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Getting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dates and times confused is not a valid exception. </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assignment is given in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three segments</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can attempt the segments in any order.</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Due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dates and times on eClass for all are: </a:t>
            </a:r>
          </a:p>
          <a:p>
            <a:pPr marL="720000" lvl="1" indent="-360000" eaLnBrk="0" hangingPunct="0">
              <a:lnSpc>
                <a:spcPct val="90000"/>
              </a:lnSpc>
              <a:spcBef>
                <a:spcPts val="0"/>
              </a:spcBef>
              <a:buClrTx/>
              <a:buSzPct val="100000"/>
              <a:buFont typeface="Wingdings" panose="05000000000000000000" pitchFamily="2" charset="2"/>
              <a:buChar char="Ø"/>
            </a:pPr>
            <a:r>
              <a:rPr lang="en-US" altLang="en-US" sz="20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All segments open at </a:t>
            </a:r>
            <a:r>
              <a:rPr lang="en-US" altLang="en-US" sz="20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08:00AM  </a:t>
            </a:r>
            <a:r>
              <a:rPr lang="en-US" altLang="en-US" sz="20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22-June-2022</a:t>
            </a:r>
            <a:endParaRPr lang="en-US" altLang="en-US" sz="2000" dirty="0">
              <a:solidFill>
                <a:srgbClr val="FF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90000"/>
              </a:lnSpc>
              <a:spcBef>
                <a:spcPts val="0"/>
              </a:spcBef>
              <a:buClrTx/>
              <a:buSzPct val="100000"/>
              <a:buFont typeface="Wingdings" panose="05000000000000000000" pitchFamily="2" charset="2"/>
              <a:buChar char="Ø"/>
            </a:pPr>
            <a:r>
              <a:rPr lang="en-US" altLang="en-US" sz="20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All segments close at </a:t>
            </a:r>
            <a:r>
              <a:rPr lang="en-US" altLang="en-US" sz="20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08:00AM </a:t>
            </a:r>
            <a:r>
              <a:rPr lang="en-US" altLang="en-US" sz="20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18-July-2022</a:t>
            </a:r>
            <a:endParaRPr lang="en-US" altLang="en-US" sz="20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90000"/>
              </a:lnSpc>
              <a:spcBef>
                <a:spcPts val="0"/>
              </a:spcBef>
              <a:buClr>
                <a:srgbClr val="000000"/>
              </a:buClr>
              <a:buSzPct val="100000"/>
              <a:buFont typeface="Wingdings" panose="05000000000000000000" pitchFamily="2" charset="2"/>
              <a:buChar char="Ø"/>
            </a:pPr>
            <a:endParaRPr lang="en-US" altLang="en-US" sz="2000" dirty="0">
              <a:solidFill>
                <a:srgbClr val="FF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Only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ONE (1) attempt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allowed for each segment. </a:t>
            </a:r>
          </a:p>
          <a:p>
            <a:pPr marL="720000" lvl="1" indent="-360000" eaLnBrk="0" hangingPunct="0">
              <a:lnSpc>
                <a:spcPct val="90000"/>
              </a:lnSpc>
              <a:spcBef>
                <a:spcPts val="0"/>
              </a:spcBef>
              <a:buClrTx/>
              <a:buSzPct val="100000"/>
              <a:buFont typeface="Wingdings" panose="05000000000000000000" pitchFamily="2" charset="2"/>
              <a:buChar char="Ø"/>
            </a:pPr>
            <a:r>
              <a:rPr lang="en-US" altLang="en-US" sz="20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Once you start the attempt, you must complete it. </a:t>
            </a:r>
          </a:p>
          <a:p>
            <a:pPr marL="720000" lvl="1" indent="-360000" eaLnBrk="0" hangingPunct="0">
              <a:lnSpc>
                <a:spcPct val="90000"/>
              </a:lnSpc>
              <a:spcBef>
                <a:spcPts val="0"/>
              </a:spcBef>
              <a:buClrTx/>
              <a:buSzPct val="100000"/>
              <a:buFont typeface="Wingdings" panose="05000000000000000000" pitchFamily="2" charset="2"/>
              <a:buChar char="Ø"/>
            </a:pPr>
            <a:r>
              <a:rPr lang="en-US" altLang="en-US" sz="20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Be prepared to do so!. </a:t>
            </a:r>
          </a:p>
          <a:p>
            <a:pPr marL="720000" lvl="1" indent="-360000" eaLnBrk="0" hangingPunct="0">
              <a:lnSpc>
                <a:spcPct val="90000"/>
              </a:lnSpc>
              <a:spcBef>
                <a:spcPts val="0"/>
              </a:spcBef>
              <a:buClr>
                <a:srgbClr val="000000"/>
              </a:buClr>
              <a:buSzPct val="100000"/>
              <a:buFont typeface="Wingdings" panose="05000000000000000000" pitchFamily="2" charset="2"/>
              <a:buChar char="Ø"/>
            </a:pPr>
            <a:endParaRPr lang="en-US" altLang="en-US" sz="2000" dirty="0">
              <a:solidFill>
                <a:srgbClr val="FF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latin typeface="Arial" panose="020B0604020202020204" pitchFamily="34" charset="0"/>
                <a:ea typeface="+mj-ea"/>
                <a:cs typeface="Arial" panose="020B0604020202020204" pitchFamily="34" charset="0"/>
              </a:rPr>
              <a:t>ENGG404 - Assignment #3 (weight = 5%)</a:t>
            </a:r>
            <a:endParaRPr lang="en-US" altLang="en-US" sz="2400" b="0" dirty="0">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Preparation for Assignment #3</a:t>
            </a:r>
          </a:p>
        </p:txBody>
      </p:sp>
    </p:spTree>
    <p:extLst>
      <p:ext uri="{BB962C8B-B14F-4D97-AF65-F5344CB8AC3E}">
        <p14:creationId xmlns:p14="http://schemas.microsoft.com/office/powerpoint/2010/main" val="1693741616"/>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smtClean="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latin typeface="Arial" panose="020B0604020202020204" pitchFamily="34" charset="0"/>
                <a:ea typeface="ＭＳ Ｐゴシック" panose="020B0600070205080204" pitchFamily="34" charset="-128"/>
                <a:cs typeface="Arial" panose="020B0604020202020204" pitchFamily="34" charset="0"/>
              </a:rPr>
              <a:t>Each segment has a different number of questions / marks, different overall grade weighting, and different durations to write.</a:t>
            </a:r>
          </a:p>
          <a:p>
            <a:pPr marL="0" indent="0" eaLnBrk="0" hangingPunct="0">
              <a:lnSpc>
                <a:spcPct val="90000"/>
              </a:lnSpc>
              <a:spcBef>
                <a:spcPts val="0"/>
              </a:spcBef>
              <a:buClr>
                <a:srgbClr val="000000"/>
              </a:buClr>
              <a:buSzPct val="100000"/>
              <a:buNone/>
            </a:pPr>
            <a:endParaRPr lang="en-US" altLang="en-US" b="0" dirty="0" smtClean="0">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endParaRPr lang="en-US" altLang="en-US" b="0" dirty="0">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endParaRPr lang="en-US" altLang="en-US" b="0" dirty="0" smtClean="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smtClean="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smtClean="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a:latin typeface="Arial" panose="020B0604020202020204" pitchFamily="34" charset="0"/>
                <a:ea typeface="ＭＳ Ｐゴシック" panose="020B0600070205080204" pitchFamily="34" charset="-128"/>
                <a:cs typeface="Arial" panose="020B0604020202020204" pitchFamily="34" charset="0"/>
              </a:rPr>
              <a:t>navigation through the questions </a:t>
            </a:r>
            <a:r>
              <a:rPr lang="en-US" altLang="en-US" b="0" dirty="0" smtClean="0">
                <a:latin typeface="Arial" panose="020B0604020202020204" pitchFamily="34" charset="0"/>
                <a:ea typeface="ＭＳ Ｐゴシック" panose="020B0600070205080204" pitchFamily="34" charset="-128"/>
                <a:cs typeface="Arial" panose="020B0604020202020204" pitchFamily="34" charset="0"/>
              </a:rPr>
              <a:t>in each segment </a:t>
            </a:r>
            <a:r>
              <a:rPr lang="en-US" altLang="en-US" u="sng" dirty="0" smtClean="0">
                <a:latin typeface="Arial" panose="020B0604020202020204" pitchFamily="34" charset="0"/>
                <a:ea typeface="ＭＳ Ｐゴシック" panose="020B0600070205080204" pitchFamily="34" charset="-128"/>
                <a:cs typeface="Arial" panose="020B0604020202020204" pitchFamily="34" charset="0"/>
              </a:rPr>
              <a:t>is </a:t>
            </a:r>
            <a:r>
              <a:rPr lang="en-US" altLang="en-US" u="sng" dirty="0">
                <a:latin typeface="Arial" panose="020B0604020202020204" pitchFamily="34" charset="0"/>
                <a:ea typeface="ＭＳ Ｐゴシック" panose="020B0600070205080204" pitchFamily="34" charset="-128"/>
                <a:cs typeface="Arial" panose="020B0604020202020204" pitchFamily="34" charset="0"/>
              </a:rPr>
              <a:t>sequential</a:t>
            </a:r>
            <a:r>
              <a:rPr lang="en-US" altLang="en-US" b="0" dirty="0">
                <a:latin typeface="Arial" panose="020B0604020202020204" pitchFamily="34" charset="0"/>
                <a:ea typeface="ＭＳ Ｐゴシック" panose="020B0600070205080204" pitchFamily="34" charset="-128"/>
                <a:cs typeface="Arial" panose="020B0604020202020204" pitchFamily="34" charset="0"/>
              </a:rPr>
              <a:t>: </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latin typeface="Arial" panose="020B0604020202020204" pitchFamily="34" charset="0"/>
                <a:ea typeface="ＭＳ Ｐゴシック" panose="020B0600070205080204" pitchFamily="34" charset="-128"/>
                <a:cs typeface="Arial" panose="020B0604020202020204" pitchFamily="34" charset="0"/>
              </a:rPr>
              <a:t>Start on the first question, respond to it, then go to the next question</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latin typeface="Arial" panose="020B0604020202020204" pitchFamily="34" charset="0"/>
                <a:ea typeface="ＭＳ Ｐゴシック" panose="020B0600070205080204" pitchFamily="34" charset="-128"/>
                <a:cs typeface="Arial" panose="020B0604020202020204" pitchFamily="34" charset="0"/>
              </a:rPr>
              <a:t>“No going back” to previous questions that are not on the same “page</a:t>
            </a:r>
            <a:r>
              <a:rPr lang="en-US" altLang="en-US" b="0" dirty="0" smtClean="0">
                <a:latin typeface="Arial" panose="020B0604020202020204" pitchFamily="34" charset="0"/>
                <a:ea typeface="ＭＳ Ｐゴシック" panose="020B0600070205080204" pitchFamily="34" charset="-128"/>
                <a:cs typeface="Arial" panose="020B0604020202020204" pitchFamily="34" charset="0"/>
              </a:rPr>
              <a:t>”; do </a:t>
            </a:r>
            <a:r>
              <a:rPr lang="en-US" altLang="en-US" b="0" dirty="0">
                <a:latin typeface="Arial" panose="020B0604020202020204" pitchFamily="34" charset="0"/>
                <a:ea typeface="ＭＳ Ｐゴシック" panose="020B0600070205080204" pitchFamily="34" charset="-128"/>
                <a:cs typeface="Arial" panose="020B0604020202020204" pitchFamily="34" charset="0"/>
              </a:rPr>
              <a:t>NOT skip a question / page!</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latin typeface="Arial" panose="020B0604020202020204" pitchFamily="34" charset="0"/>
                <a:ea typeface="ＭＳ Ｐゴシック" panose="020B0600070205080204" pitchFamily="34" charset="-128"/>
                <a:cs typeface="Arial" panose="020B0604020202020204" pitchFamily="34" charset="0"/>
              </a:rPr>
              <a:t>To navigate to the next question, select the button in the lower right corner. </a:t>
            </a:r>
            <a:endParaRPr lang="en-US" altLang="en-US" b="0" dirty="0" smtClean="0">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latin typeface="Arial" panose="020B0604020202020204" pitchFamily="34" charset="0"/>
                <a:ea typeface="ＭＳ Ｐゴシック" panose="020B0600070205080204" pitchFamily="34" charset="-128"/>
                <a:cs typeface="Arial" panose="020B0604020202020204" pitchFamily="34" charset="0"/>
              </a:rPr>
              <a:t>Feedback will be provided after the assignment has closed. </a:t>
            </a:r>
            <a:endParaRPr lang="en-US" altLang="en-US" b="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latin typeface="Arial" panose="020B0604020202020204" pitchFamily="34" charset="0"/>
                <a:ea typeface="+mj-ea"/>
                <a:cs typeface="Arial" panose="020B0604020202020204" pitchFamily="34" charset="0"/>
              </a:rPr>
              <a:t>ENGG404 - Assignment #3 (weight = 5%)</a:t>
            </a:r>
            <a:endParaRPr lang="en-US" altLang="en-US" sz="2400" b="0" dirty="0">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Preparation for Assignment #3</a:t>
            </a:r>
          </a:p>
        </p:txBody>
      </p:sp>
      <p:graphicFrame>
        <p:nvGraphicFramePr>
          <p:cNvPr id="2" name="Table 1"/>
          <p:cNvGraphicFramePr>
            <a:graphicFrameLocks noGrp="1"/>
          </p:cNvGraphicFramePr>
          <p:nvPr>
            <p:extLst>
              <p:ext uri="{D42A27DB-BD31-4B8C-83A1-F6EECF244321}">
                <p14:modId xmlns:p14="http://schemas.microsoft.com/office/powerpoint/2010/main" val="1698232381"/>
              </p:ext>
            </p:extLst>
          </p:nvPr>
        </p:nvGraphicFramePr>
        <p:xfrm>
          <a:off x="380999" y="1981200"/>
          <a:ext cx="8432401" cy="1250950"/>
        </p:xfrm>
        <a:graphic>
          <a:graphicData uri="http://schemas.openxmlformats.org/drawingml/2006/table">
            <a:tbl>
              <a:tblPr/>
              <a:tblGrid>
                <a:gridCol w="1488071">
                  <a:extLst>
                    <a:ext uri="{9D8B030D-6E8A-4147-A177-3AD203B41FA5}">
                      <a16:colId xmlns:a16="http://schemas.microsoft.com/office/drawing/2014/main" val="181511090"/>
                    </a:ext>
                  </a:extLst>
                </a:gridCol>
                <a:gridCol w="1054050">
                  <a:extLst>
                    <a:ext uri="{9D8B030D-6E8A-4147-A177-3AD203B41FA5}">
                      <a16:colId xmlns:a16="http://schemas.microsoft.com/office/drawing/2014/main" val="3554418508"/>
                    </a:ext>
                  </a:extLst>
                </a:gridCol>
                <a:gridCol w="682033">
                  <a:extLst>
                    <a:ext uri="{9D8B030D-6E8A-4147-A177-3AD203B41FA5}">
                      <a16:colId xmlns:a16="http://schemas.microsoft.com/office/drawing/2014/main" val="2302288168"/>
                    </a:ext>
                  </a:extLst>
                </a:gridCol>
                <a:gridCol w="868042">
                  <a:extLst>
                    <a:ext uri="{9D8B030D-6E8A-4147-A177-3AD203B41FA5}">
                      <a16:colId xmlns:a16="http://schemas.microsoft.com/office/drawing/2014/main" val="3553393253"/>
                    </a:ext>
                  </a:extLst>
                </a:gridCol>
                <a:gridCol w="3699508">
                  <a:extLst>
                    <a:ext uri="{9D8B030D-6E8A-4147-A177-3AD203B41FA5}">
                      <a16:colId xmlns:a16="http://schemas.microsoft.com/office/drawing/2014/main" val="691882660"/>
                    </a:ext>
                  </a:extLst>
                </a:gridCol>
                <a:gridCol w="640697">
                  <a:extLst>
                    <a:ext uri="{9D8B030D-6E8A-4147-A177-3AD203B41FA5}">
                      <a16:colId xmlns:a16="http://schemas.microsoft.com/office/drawing/2014/main" val="639790269"/>
                    </a:ext>
                  </a:extLst>
                </a:gridCol>
              </a:tblGrid>
              <a:tr h="184150">
                <a:tc>
                  <a:txBody>
                    <a:bodyPr/>
                    <a:lstStyle/>
                    <a:p>
                      <a:pPr algn="l" fontAlgn="t"/>
                      <a:r>
                        <a:rPr lang="en-US" sz="1600" b="1" i="0" u="none" strike="noStrike">
                          <a:solidFill>
                            <a:srgbClr val="000000"/>
                          </a:solidFill>
                          <a:effectLst/>
                          <a:latin typeface="Arial" panose="020B0604020202020204" pitchFamily="34" charset="0"/>
                          <a:cs typeface="Arial" panose="020B0604020202020204" pitchFamily="34" charset="0"/>
                        </a:rPr>
                        <a:t>Assignment #3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1" i="0" u="none" strike="noStrike">
                          <a:solidFill>
                            <a:srgbClr val="000000"/>
                          </a:solidFill>
                          <a:effectLst/>
                          <a:latin typeface="Arial" panose="020B0604020202020204" pitchFamily="34" charset="0"/>
                          <a:cs typeface="Arial" panose="020B0604020202020204" pitchFamily="34" charset="0"/>
                        </a:rPr>
                        <a:t>Questions</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1" i="0" u="none" strike="noStrike">
                          <a:solidFill>
                            <a:srgbClr val="000000"/>
                          </a:solidFill>
                          <a:effectLst/>
                          <a:latin typeface="Arial" panose="020B0604020202020204" pitchFamily="34" charset="0"/>
                          <a:cs typeface="Arial" panose="020B0604020202020204" pitchFamily="34" charset="0"/>
                        </a:rPr>
                        <a:t>Marks</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1" i="0" u="none" strike="noStrike">
                          <a:solidFill>
                            <a:srgbClr val="000000"/>
                          </a:solidFill>
                          <a:effectLst/>
                          <a:latin typeface="Arial" panose="020B0604020202020204" pitchFamily="34" charset="0"/>
                          <a:cs typeface="Arial" panose="020B0604020202020204" pitchFamily="34" charset="0"/>
                        </a:rPr>
                        <a:t>Minutes</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600" b="1" i="0" u="none" strike="noStrike">
                          <a:solidFill>
                            <a:srgbClr val="000000"/>
                          </a:solidFill>
                          <a:effectLst/>
                          <a:latin typeface="Arial" panose="020B0604020202020204" pitchFamily="34" charset="0"/>
                          <a:cs typeface="Arial" panose="020B0604020202020204" pitchFamily="34" charset="0"/>
                        </a:rPr>
                        <a:t>Chapters Covered</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600" b="1" i="0" u="none" strike="noStrike">
                          <a:solidFill>
                            <a:srgbClr val="000000"/>
                          </a:solidFill>
                          <a:effectLst/>
                          <a:latin typeface="Arial" panose="020B0604020202020204" pitchFamily="34" charset="0"/>
                          <a:cs typeface="Arial" panose="020B0604020202020204" pitchFamily="34" charset="0"/>
                        </a:rPr>
                        <a:t>Cases</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17181083"/>
                  </a:ext>
                </a:extLst>
              </a:tr>
              <a:tr h="184150">
                <a:tc>
                  <a:txBody>
                    <a:bodyPr/>
                    <a:lstStyle/>
                    <a:p>
                      <a:pPr algn="l" fontAlgn="t"/>
                      <a:r>
                        <a:rPr lang="en-US" sz="1600" b="0" i="0" u="none" strike="noStrike">
                          <a:solidFill>
                            <a:srgbClr val="000000"/>
                          </a:solidFill>
                          <a:effectLst/>
                          <a:latin typeface="Arial" panose="020B0604020202020204" pitchFamily="34" charset="0"/>
                          <a:cs typeface="Arial" panose="020B0604020202020204" pitchFamily="34" charset="0"/>
                        </a:rPr>
                        <a:t>Segment #1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0" i="0" u="none" strike="noStrike">
                          <a:solidFill>
                            <a:srgbClr val="000000"/>
                          </a:solidFill>
                          <a:effectLst/>
                          <a:latin typeface="Arial" panose="020B0604020202020204" pitchFamily="34" charset="0"/>
                          <a:cs typeface="Arial" panose="020B0604020202020204" pitchFamily="34" charset="0"/>
                        </a:rPr>
                        <a:t>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0" i="0" u="none" strike="noStrike">
                          <a:solidFill>
                            <a:srgbClr val="000000"/>
                          </a:solidFill>
                          <a:effectLst/>
                          <a:latin typeface="Arial" panose="020B0604020202020204" pitchFamily="34" charset="0"/>
                          <a:cs typeface="Arial" panose="020B0604020202020204" pitchFamily="34" charset="0"/>
                        </a:rPr>
                        <a:t>33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0" i="0" u="none" strike="noStrike">
                          <a:solidFill>
                            <a:srgbClr val="000000"/>
                          </a:solidFill>
                          <a:effectLst/>
                          <a:latin typeface="Arial" panose="020B0604020202020204" pitchFamily="34" charset="0"/>
                          <a:cs typeface="Arial" panose="020B0604020202020204" pitchFamily="34" charset="0"/>
                        </a:rPr>
                        <a:t>50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600" b="0" i="0" u="none" strike="noStrike">
                          <a:solidFill>
                            <a:srgbClr val="000000"/>
                          </a:solidFill>
                          <a:effectLst/>
                          <a:latin typeface="Arial" panose="020B0604020202020204" pitchFamily="34" charset="0"/>
                          <a:cs typeface="Arial" panose="020B0604020202020204" pitchFamily="34" charset="0"/>
                        </a:rPr>
                        <a:t>1.2, 1.3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600" b="0" i="0" u="none" strike="noStrike">
                          <a:solidFill>
                            <a:srgbClr val="000000"/>
                          </a:solidFill>
                          <a:effectLst/>
                          <a:latin typeface="Arial" panose="020B0604020202020204" pitchFamily="34" charset="0"/>
                          <a:cs typeface="Arial" panose="020B0604020202020204" pitchFamily="34" charset="0"/>
                        </a:rPr>
                        <a:t>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4112328"/>
                  </a:ext>
                </a:extLst>
              </a:tr>
              <a:tr h="184150">
                <a:tc>
                  <a:txBody>
                    <a:bodyPr/>
                    <a:lstStyle/>
                    <a:p>
                      <a:pPr algn="l" fontAlgn="t"/>
                      <a:r>
                        <a:rPr lang="en-US" sz="1600" b="0" i="0" u="none" strike="noStrike">
                          <a:solidFill>
                            <a:srgbClr val="000000"/>
                          </a:solidFill>
                          <a:effectLst/>
                          <a:latin typeface="Arial" panose="020B0604020202020204" pitchFamily="34" charset="0"/>
                          <a:cs typeface="Arial" panose="020B0604020202020204" pitchFamily="34" charset="0"/>
                        </a:rPr>
                        <a:t>Segment #2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0" i="0" u="none" strike="noStrike">
                          <a:solidFill>
                            <a:srgbClr val="000000"/>
                          </a:solidFill>
                          <a:effectLst/>
                          <a:latin typeface="Arial" panose="020B0604020202020204" pitchFamily="34" charset="0"/>
                          <a:cs typeface="Arial" panose="020B0604020202020204" pitchFamily="34" charset="0"/>
                        </a:rPr>
                        <a:t>14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0" i="0" u="none" strike="noStrike">
                          <a:solidFill>
                            <a:srgbClr val="000000"/>
                          </a:solidFill>
                          <a:effectLst/>
                          <a:latin typeface="Arial" panose="020B0604020202020204" pitchFamily="34" charset="0"/>
                          <a:cs typeface="Arial" panose="020B0604020202020204" pitchFamily="34" charset="0"/>
                        </a:rPr>
                        <a:t>83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0" i="0" u="none" strike="noStrike">
                          <a:solidFill>
                            <a:srgbClr val="000000"/>
                          </a:solidFill>
                          <a:effectLst/>
                          <a:latin typeface="Arial" panose="020B0604020202020204" pitchFamily="34" charset="0"/>
                          <a:cs typeface="Arial" panose="020B0604020202020204" pitchFamily="34" charset="0"/>
                        </a:rPr>
                        <a:t>125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600" b="0" i="0" u="none" strike="noStrike">
                          <a:solidFill>
                            <a:srgbClr val="000000"/>
                          </a:solidFill>
                          <a:effectLst/>
                          <a:latin typeface="Arial" panose="020B0604020202020204" pitchFamily="34" charset="0"/>
                          <a:cs typeface="Arial" panose="020B0604020202020204" pitchFamily="34" charset="0"/>
                        </a:rPr>
                        <a:t>3.3, 4.6, 5.1, 5.2, 5.4, 6.3, 7.3, 7.4, 7.5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600" b="0" i="0" u="none" strike="noStrike">
                          <a:solidFill>
                            <a:srgbClr val="000000"/>
                          </a:solidFill>
                          <a:effectLst/>
                          <a:latin typeface="Arial" panose="020B0604020202020204" pitchFamily="34" charset="0"/>
                          <a:cs typeface="Arial" panose="020B0604020202020204" pitchFamily="34" charset="0"/>
                        </a:rPr>
                        <a:t>1, 2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5500158"/>
                  </a:ext>
                </a:extLst>
              </a:tr>
              <a:tr h="184150">
                <a:tc>
                  <a:txBody>
                    <a:bodyPr/>
                    <a:lstStyle/>
                    <a:p>
                      <a:pPr algn="l" fontAlgn="t"/>
                      <a:r>
                        <a:rPr lang="en-US" sz="1600" b="0" i="0" u="none" strike="noStrike">
                          <a:solidFill>
                            <a:srgbClr val="000000"/>
                          </a:solidFill>
                          <a:effectLst/>
                          <a:latin typeface="Arial" panose="020B0604020202020204" pitchFamily="34" charset="0"/>
                          <a:cs typeface="Arial" panose="020B0604020202020204" pitchFamily="34" charset="0"/>
                        </a:rPr>
                        <a:t>Segment #3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0" i="0" u="none" strike="noStrike">
                          <a:solidFill>
                            <a:srgbClr val="000000"/>
                          </a:solidFill>
                          <a:effectLst/>
                          <a:latin typeface="Arial" panose="020B0604020202020204" pitchFamily="34" charset="0"/>
                          <a:cs typeface="Arial" panose="020B0604020202020204" pitchFamily="34" charset="0"/>
                        </a:rPr>
                        <a:t>12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0" i="0" u="none" strike="noStrike">
                          <a:solidFill>
                            <a:srgbClr val="000000"/>
                          </a:solidFill>
                          <a:effectLst/>
                          <a:latin typeface="Arial" panose="020B0604020202020204" pitchFamily="34" charset="0"/>
                          <a:cs typeface="Arial" panose="020B0604020202020204" pitchFamily="34" charset="0"/>
                        </a:rPr>
                        <a:t>60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0" i="0" u="none" strike="noStrike">
                          <a:solidFill>
                            <a:srgbClr val="000000"/>
                          </a:solidFill>
                          <a:effectLst/>
                          <a:latin typeface="Arial" panose="020B0604020202020204" pitchFamily="34" charset="0"/>
                          <a:cs typeface="Arial" panose="020B0604020202020204" pitchFamily="34" charset="0"/>
                        </a:rPr>
                        <a:t>90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600" b="0" i="0" u="none" strike="noStrike">
                          <a:solidFill>
                            <a:srgbClr val="000000"/>
                          </a:solidFill>
                          <a:effectLst/>
                          <a:latin typeface="Arial" panose="020B0604020202020204" pitchFamily="34" charset="0"/>
                          <a:cs typeface="Arial" panose="020B0604020202020204" pitchFamily="34" charset="0"/>
                        </a:rPr>
                        <a:t>2.1, 2.2, 3.1, 3.2, 3.3, 4.1, 4.2, 5.12, 6.1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600" b="0" i="0" u="none" strike="noStrike">
                          <a:solidFill>
                            <a:srgbClr val="000000"/>
                          </a:solidFill>
                          <a:effectLst/>
                          <a:latin typeface="Arial" panose="020B0604020202020204" pitchFamily="34" charset="0"/>
                          <a:cs typeface="Arial" panose="020B0604020202020204" pitchFamily="34" charset="0"/>
                        </a:rPr>
                        <a:t>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0617242"/>
                  </a:ext>
                </a:extLst>
              </a:tr>
              <a:tr h="184150">
                <a:tc>
                  <a:txBody>
                    <a:bodyPr/>
                    <a:lstStyle/>
                    <a:p>
                      <a:pPr algn="l" fontAlgn="t"/>
                      <a:r>
                        <a:rPr lang="en-US" sz="1600" b="1" i="0" u="none" strike="noStrike">
                          <a:solidFill>
                            <a:srgbClr val="000000"/>
                          </a:solidFill>
                          <a:effectLst/>
                          <a:latin typeface="Arial" panose="020B0604020202020204" pitchFamily="34" charset="0"/>
                          <a:cs typeface="Arial" panose="020B0604020202020204" pitchFamily="34" charset="0"/>
                        </a:rPr>
                        <a:t>Totals:</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1" i="0" u="none" strike="noStrike">
                          <a:solidFill>
                            <a:srgbClr val="000000"/>
                          </a:solidFill>
                          <a:effectLst/>
                          <a:latin typeface="Arial" panose="020B0604020202020204" pitchFamily="34" charset="0"/>
                          <a:cs typeface="Arial" panose="020B0604020202020204" pitchFamily="34" charset="0"/>
                        </a:rPr>
                        <a:t>34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1" i="0" u="none" strike="noStrike">
                          <a:solidFill>
                            <a:srgbClr val="000000"/>
                          </a:solidFill>
                          <a:effectLst/>
                          <a:latin typeface="Arial" panose="020B0604020202020204" pitchFamily="34" charset="0"/>
                          <a:cs typeface="Arial" panose="020B0604020202020204" pitchFamily="34" charset="0"/>
                        </a:rPr>
                        <a:t>176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1" i="0" u="none" strike="noStrike">
                          <a:solidFill>
                            <a:srgbClr val="000000"/>
                          </a:solidFill>
                          <a:effectLst/>
                          <a:latin typeface="Arial" panose="020B0604020202020204" pitchFamily="34" charset="0"/>
                          <a:cs typeface="Arial" panose="020B0604020202020204" pitchFamily="34" charset="0"/>
                        </a:rPr>
                        <a:t>265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600" b="0" i="0" u="none" strike="noStrike">
                          <a:solidFill>
                            <a:srgbClr val="000000"/>
                          </a:solidFill>
                          <a:effectLst/>
                          <a:latin typeface="Arial" panose="020B0604020202020204" pitchFamily="34" charset="0"/>
                          <a:cs typeface="Arial" panose="020B0604020202020204" pitchFamily="34" charset="0"/>
                        </a:rPr>
                        <a: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600" b="0" i="0" u="none" strike="noStrike" dirty="0">
                          <a:solidFill>
                            <a:srgbClr val="000000"/>
                          </a:solidFill>
                          <a:effectLst/>
                          <a:latin typeface="Arial" panose="020B0604020202020204" pitchFamily="34" charset="0"/>
                          <a:cs typeface="Arial" panose="020B0604020202020204" pitchFamily="34" charset="0"/>
                        </a:rPr>
                        <a: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3047138"/>
                  </a:ext>
                </a:extLst>
              </a:tr>
            </a:tbl>
          </a:graphicData>
        </a:graphic>
      </p:graphicFrame>
    </p:spTree>
    <p:extLst>
      <p:ext uri="{BB962C8B-B14F-4D97-AF65-F5344CB8AC3E}">
        <p14:creationId xmlns:p14="http://schemas.microsoft.com/office/powerpoint/2010/main" val="890601901"/>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Any questions?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077953517"/>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69339</TotalTime>
  <Words>504</Words>
  <Application>Microsoft Office PowerPoint</Application>
  <PresentationFormat>On-screen Show (4:3)</PresentationFormat>
  <Paragraphs>101</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ＭＳ Ｐゴシック</vt:lpstr>
      <vt:lpstr>Arial</vt:lpstr>
      <vt:lpstr>Calibri</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John Cocchio</cp:lastModifiedBy>
  <cp:revision>1955</cp:revision>
  <cp:lastPrinted>2018-12-17T22:21:47Z</cp:lastPrinted>
  <dcterms:created xsi:type="dcterms:W3CDTF">2007-03-28T16:18:47Z</dcterms:created>
  <dcterms:modified xsi:type="dcterms:W3CDTF">2022-06-19T17:47:39Z</dcterms:modified>
</cp:coreProperties>
</file>