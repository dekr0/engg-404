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3"/>
  </p:notesMasterIdLst>
  <p:handoutMasterIdLst>
    <p:handoutMasterId r:id="rId4"/>
  </p:handoutMasterIdLst>
  <p:sldIdLst>
    <p:sldId id="263" r:id="rId2"/>
  </p:sldIdLst>
  <p:sldSz cx="9144000" cy="6858000" type="screen4x3"/>
  <p:notesSz cx="6954838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56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54" autoAdjust="0"/>
    <p:restoredTop sz="89392" autoAdjust="0"/>
  </p:normalViewPr>
  <p:slideViewPr>
    <p:cSldViewPr snapToGrid="0">
      <p:cViewPr varScale="1">
        <p:scale>
          <a:sx n="73" d="100"/>
          <a:sy n="73" d="100"/>
        </p:scale>
        <p:origin x="14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4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7072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fld id="{37C2E25F-FD9B-4956-9A09-ACB4AFE100EB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842030"/>
            <a:ext cx="3013763" cy="467071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r">
              <a:defRPr sz="1200"/>
            </a:lvl1pPr>
          </a:lstStyle>
          <a:p>
            <a:fld id="{BA50834A-CE94-4C2C-8932-A089C2AC3D6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43628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639B4-56EE-4FF2-AF98-D4C831568D92}" type="datetimeFigureOut">
              <a:rPr lang="en-US" smtClean="0"/>
              <a:t>5/2/2022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2713" y="1163638"/>
            <a:ext cx="4189412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2B3A6-139C-42F8-BC93-D8421F99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29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71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5868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815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8714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419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03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3178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53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18895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116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94063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0189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77188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24148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254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6079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0623B-1091-4622-879A-CCA6A91B7502}" type="datetimeFigureOut">
              <a:rPr lang="en-CA" smtClean="0"/>
              <a:t>2022-05-02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49D83E5-FA6B-427A-A553-88F9E498C28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49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87223"/>
            <a:ext cx="82296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ENGG404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“Leadership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in Risk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Management”</a:t>
            </a:r>
          </a:p>
          <a:p>
            <a:endParaRPr lang="en-US" sz="2000" b="1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Read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this message:</a:t>
            </a:r>
          </a:p>
          <a:p>
            <a:pPr marL="360000" indent="-3600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files in this folder may be retained from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previous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term,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may be revised throughout this term. </a:t>
            </a:r>
          </a:p>
          <a:p>
            <a:pPr marL="360000" indent="-360000">
              <a:buFont typeface="Wingdings" panose="05000000000000000000" pitchFamily="2" charset="2"/>
              <a:buChar char="Ø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quandary: </a:t>
            </a:r>
          </a:p>
          <a:p>
            <a:pPr marL="720000" indent="-3600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Do we delete all files and post as “just in time” a week </a:t>
            </a:r>
            <a:b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 so before the scheduled lecture?</a:t>
            </a:r>
          </a:p>
          <a:p>
            <a:pPr marL="720000" indent="-3600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Or, do we keep the retained files and replace in a timely </a:t>
            </a:r>
            <a:b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manner before the scheduled lecture  </a:t>
            </a:r>
            <a:r>
              <a:rPr lang="en-US" sz="2000" u="sng" dirty="0" smtClean="0">
                <a:latin typeface="Arial" panose="020B0604020202020204" pitchFamily="34" charset="0"/>
                <a:cs typeface="Arial" panose="020B0604020202020204" pitchFamily="34" charset="0"/>
              </a:rPr>
              <a:t>IF and when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they </a:t>
            </a:r>
            <a:b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have been revised?</a:t>
            </a:r>
          </a:p>
          <a:p>
            <a:pPr marL="360000" indent="-360000">
              <a:buFont typeface="Wingdings" panose="05000000000000000000" pitchFamily="2" charset="2"/>
              <a:buChar char="Ø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The answer is the latter because we want to give as much </a:t>
            </a:r>
            <a:b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space as possible for students to study well ahead of the </a:t>
            </a:r>
            <a:b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schedule in the Course Plan. </a:t>
            </a:r>
          </a:p>
          <a:p>
            <a:pPr marL="360000" indent="-360000">
              <a:buFont typeface="Wingdings" panose="05000000000000000000" pitchFamily="2" charset="2"/>
              <a:buChar char="Ø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0000" indent="-360000">
              <a:buFont typeface="Wingdings" panose="05000000000000000000" pitchFamily="2" charset="2"/>
              <a:buChar char="Ø"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So, if you download PPTs for the topics, be sure to check </a:t>
            </a:r>
            <a:b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here for the most recent version as indicated by the </a:t>
            </a:r>
            <a:b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version number e.g. “v20220424” as for this file.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604487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472</TotalTime>
  <Words>24</Words>
  <Application>Microsoft Office PowerPoint</Application>
  <PresentationFormat>On-screen Show (4:3)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Trebuchet MS</vt:lpstr>
      <vt:lpstr>Wingdings</vt:lpstr>
      <vt:lpstr>Wingdings 3</vt:lpstr>
      <vt:lpstr>Facet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cocchio</dc:creator>
  <cp:lastModifiedBy>John Cocchio</cp:lastModifiedBy>
  <cp:revision>33</cp:revision>
  <cp:lastPrinted>2017-09-05T15:40:14Z</cp:lastPrinted>
  <dcterms:created xsi:type="dcterms:W3CDTF">2017-09-05T14:53:21Z</dcterms:created>
  <dcterms:modified xsi:type="dcterms:W3CDTF">2022-05-02T16:20:22Z</dcterms:modified>
</cp:coreProperties>
</file>