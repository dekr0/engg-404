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895" r:id="rId2"/>
    <p:sldId id="947" r:id="rId3"/>
    <p:sldId id="953" r:id="rId4"/>
    <p:sldId id="951" r:id="rId5"/>
    <p:sldId id="952" r:id="rId6"/>
    <p:sldId id="954" r:id="rId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947"/>
            <p14:sldId id="953"/>
            <p14:sldId id="951"/>
            <p14:sldId id="952"/>
            <p14:sldId id="95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F8F8F8"/>
    <a:srgbClr val="0000CC"/>
    <a:srgbClr val="000000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11" autoAdjust="0"/>
    <p:restoredTop sz="79434" autoAdjust="0"/>
  </p:normalViewPr>
  <p:slideViewPr>
    <p:cSldViewPr>
      <p:cViewPr varScale="1">
        <p:scale>
          <a:sx n="55" d="100"/>
          <a:sy n="55" d="100"/>
        </p:scale>
        <p:origin x="1668" y="52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244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2934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187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893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497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4397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5/30/2022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Cocchio@ualberta.ca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</a:p>
          <a:p>
            <a:pPr lvl="0" eaLnBrk="1" hangingPunct="1">
              <a:buClr>
                <a:srgbClr val="AA9C8F"/>
              </a:buClr>
            </a:pPr>
            <a:r>
              <a:rPr lang="en-US" altLang="en-US" sz="3200" kern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kern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Exam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Date Announcement</a:t>
            </a:r>
            <a:endParaRPr lang="en-US" altLang="en-US" sz="3200" b="1" dirty="0" smtClean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Purpose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this lecture: </a:t>
            </a: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Communicate the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date, time, and location of the Final Exam. 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Communicate about how to prepare for the Final Exam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Learning Outcomes of this lecture: </a:t>
            </a: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will know when and where the Final Exam will be held.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can explain how to prepare for the Final Exam. 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More information will be shared later in the term e.g. nature of questions, format, content which will be covered, etc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Topic #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65 </a:t>
            </a: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Exam Date Announcement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endParaRPr lang="en-US" altLang="en-US" sz="18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Defer your questions, please!</a:t>
            </a: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 and Learning Outcomes: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Final Exam Date Announcement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9350298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Location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for Writing:</a:t>
            </a:r>
          </a:p>
          <a:p>
            <a:pPr marL="432000" lvl="0" indent="-432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exam will be administered on-line through eClass, much the same manner as the quizzes and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assignments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final exam will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on-campus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– location TBA.</a:t>
            </a:r>
          </a:p>
          <a:p>
            <a:pPr marL="72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In-class proctoring.</a:t>
            </a:r>
          </a:p>
          <a:p>
            <a:pPr marL="72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will be no remote on-line final exam. </a:t>
            </a: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 will need to bring and use your own laptop or tablet.</a:t>
            </a: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If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this may present a problem to you, please advise Prof. Cocchio via email at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hlinkClick r:id="rId3"/>
              </a:rPr>
              <a:t>Cocchio@ualberta.ca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with caption </a:t>
            </a:r>
            <a:b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“ENGG404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2022S – Final Exam and Laptop Issue”</a:t>
            </a: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0" indent="-360000" eaLnBrk="0" hangingPunc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It has not yet been determined whether you may have access to any resources e.g. on-line or your notes.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Exam Day, Time, and Location: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Final Exam Date Announcement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3515643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Day</a:t>
            </a:r>
            <a:r>
              <a:rPr kumimoji="0" lang="en-US" altLang="en-US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and Time</a:t>
            </a:r>
            <a:r>
              <a:rPr kumimoji="0" lang="en-US" altLang="en-US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 Writing: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Wednesday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3-August-2022 s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tarts at 5:00PM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MT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University </a:t>
            </a: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Time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), three (3) hours duration. 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lv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Conflicts, Accommodations, and Overseas Students: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There should be no final 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 conflicts. </a:t>
            </a:r>
          </a:p>
          <a:p>
            <a:pPr marL="432000" lvl="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lvl="0" indent="-432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All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those with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accommodations will </a:t>
            </a: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receive further information via email in the weeks prior to the exam. 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  <a:defRPr/>
            </a:pP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lvl="0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rgbClr val="3333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Exam Day, Time, and Location:</a:t>
            </a:r>
            <a:endParaRPr lang="en-US" altLang="en-US" sz="2400" b="0" dirty="0">
              <a:solidFill>
                <a:srgbClr val="33339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Final Exam Date Announcement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309968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Final Exam is challenging!</a:t>
            </a: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None/>
              <a:defRPr/>
            </a:pPr>
            <a:r>
              <a:rPr lang="en-US" altLang="en-US" sz="18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Final </a:t>
            </a:r>
            <a:r>
              <a:rPr lang="en-US" altLang="en-US" sz="18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Exam Preparation: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Review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concepts, principles, and practices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u="sng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them, AND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1800" b="0" u="sng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Assess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yourself on the “Learning Outcomes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”.</a:t>
            </a: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Q</a:t>
            </a: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: One question that is often asked is,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US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"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What and how do I study for the final exam for this course?"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A: The brief answer: </a:t>
            </a:r>
            <a:endParaRPr kumimoji="0" lang="en-US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defTabSz="914400" eaLnBrk="0" latin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Each lecture Topic PPT starts with a slide that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lists</a:t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"Learning Outcomes" and ends with a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slide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(or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two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) that lists the "Summary and Key Lessons". </a:t>
            </a:r>
          </a:p>
          <a:p>
            <a:pPr marL="360000" marR="0" lvl="0" indent="-360000" defTabSz="914400" eaLnBrk="0" latinLnBrk="0" hangingPunct="0">
              <a:lnSpc>
                <a:spcPct val="100000"/>
              </a:lnSpc>
              <a:spcBef>
                <a:spcPts val="0"/>
              </a:spcBef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Review the content on these lists to determine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your level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of skill and confidence in explaining /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applying those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learning outcomes and the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summary and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key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lessons, 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and as a guide to direct </a:t>
            </a: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lang="en-US" alt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your preparation efforts</a:t>
            </a:r>
            <a:r>
              <a:rPr lang="en-US" altLang="en-US" sz="18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Final Exam – How to Prepare for It!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985" y="977305"/>
            <a:ext cx="1680000" cy="12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28" y="3538610"/>
            <a:ext cx="1680000" cy="12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5073" y="4906610"/>
            <a:ext cx="1680000" cy="126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Final Exam Date Announcement</a:t>
            </a:r>
            <a:endParaRPr kumimoji="0" lang="en-US" sz="1200" b="1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03720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54758750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69463</TotalTime>
  <Words>369</Words>
  <Application>Microsoft Office PowerPoint</Application>
  <PresentationFormat>On-screen Show (4:3)</PresentationFormat>
  <Paragraphs>75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John Cocchio</cp:lastModifiedBy>
  <cp:revision>1980</cp:revision>
  <cp:lastPrinted>2018-12-17T22:21:47Z</cp:lastPrinted>
  <dcterms:created xsi:type="dcterms:W3CDTF">2007-03-28T16:18:47Z</dcterms:created>
  <dcterms:modified xsi:type="dcterms:W3CDTF">2022-05-30T16:05:46Z</dcterms:modified>
</cp:coreProperties>
</file>