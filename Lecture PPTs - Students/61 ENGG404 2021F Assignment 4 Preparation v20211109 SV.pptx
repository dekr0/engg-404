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Lst>
  <p:sldSz cy="6858000" cx="9144000"/>
  <p:notesSz cx="7010400" cy="92964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576">
          <p15:clr>
            <a:srgbClr val="A4A3A4"/>
          </p15:clr>
        </p15:guide>
        <p15:guide id="2" pos="3792">
          <p15:clr>
            <a:srgbClr val="A4A3A4"/>
          </p15:clr>
        </p15:guide>
      </p15:sldGuideLst>
    </p:ext>
    <p:ext uri="{2D200454-40CA-4A62-9FC3-DE9A4176ACB9}">
      <p15:notesGuideLst>
        <p15:guide id="1" orient="horz" pos="2928">
          <p15:clr>
            <a:srgbClr val="A4A3A4"/>
          </p15:clr>
        </p15:guide>
        <p15:guide id="2" pos="2209">
          <p15:clr>
            <a:srgbClr val="A4A3A4"/>
          </p15:clr>
        </p15:guide>
      </p15:notesGuideLst>
    </p:ext>
    <p:ext uri="http://customooxmlschemas.google.com/">
      <go:slidesCustomData xmlns:go="http://customooxmlschemas.google.com/" r:id="rId12" roundtripDataSignature="AMtx7mgtXIsfvnLR50tt25JtUfObvTugp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1425036-F042-408D-8B14-06153D0103F2}">
  <a:tblStyle styleId="{31425036-F042-408D-8B14-06153D0103F2}"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576" orient="horz"/>
        <p:guide pos="3792"/>
      </p:guideLst>
    </p:cSldViewPr>
  </p:slideViewPr>
  <p:notesViewPr>
    <p:cSldViewPr snapToGrid="0">
      <p:cViewPr varScale="1">
        <p:scale>
          <a:sx n="100" d="100"/>
          <a:sy n="100" d="100"/>
        </p:scale>
        <p:origin x="0" y="0"/>
      </p:cViewPr>
      <p:guideLst>
        <p:guide pos="2928" orient="horz"/>
        <p:guide pos="2209"/>
      </p:guideLst>
    </p:cSldViewPr>
  </p:notes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11" Type="http://schemas.openxmlformats.org/officeDocument/2006/relationships/slide" Target="slides/slide5.xml"/><Relationship Id="rId10" Type="http://schemas.openxmlformats.org/officeDocument/2006/relationships/slide" Target="slides/slide4.xml"/><Relationship Id="rId12" Type="http://customschemas.google.com/relationships/presentationmetadata" Target="metadata"/><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1" y="1"/>
            <a:ext cx="3037146" cy="464504"/>
          </a:xfrm>
          <a:prstGeom prst="rect">
            <a:avLst/>
          </a:prstGeom>
          <a:noFill/>
          <a:ln>
            <a:noFill/>
          </a:ln>
        </p:spPr>
        <p:txBody>
          <a:bodyPr anchorCtr="0" anchor="t" bIns="46550" lIns="93125" spcFirstLastPara="1" rIns="93125" wrap="square" tIns="4655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971654" y="1"/>
            <a:ext cx="3037146" cy="464504"/>
          </a:xfrm>
          <a:prstGeom prst="rect">
            <a:avLst/>
          </a:prstGeom>
          <a:noFill/>
          <a:ln>
            <a:noFill/>
          </a:ln>
        </p:spPr>
        <p:txBody>
          <a:bodyPr anchorCtr="0" anchor="t" bIns="46550" lIns="93125" spcFirstLastPara="1" rIns="93125" wrap="square" tIns="4655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0881" y="4415157"/>
            <a:ext cx="5608640" cy="4183696"/>
          </a:xfrm>
          <a:prstGeom prst="rect">
            <a:avLst/>
          </a:prstGeom>
          <a:noFill/>
          <a:ln>
            <a:noFill/>
          </a:ln>
        </p:spPr>
        <p:txBody>
          <a:bodyPr anchorCtr="0" anchor="t" bIns="46550" lIns="93125" spcFirstLastPara="1" rIns="93125" wrap="square" tIns="46550">
            <a:normAutofit/>
          </a:bodyPr>
          <a:lstStyle>
            <a:lvl1pPr indent="-228600" lvl="0" marL="457200" marR="0" rtl="0" algn="l">
              <a:spcBef>
                <a:spcPts val="300"/>
              </a:spcBef>
              <a:spcAft>
                <a:spcPts val="0"/>
              </a:spcAft>
              <a:buSzPts val="1400"/>
              <a:buNone/>
              <a:defRPr b="0" i="0" sz="1000" u="none" cap="none" strike="noStrike">
                <a:solidFill>
                  <a:schemeClr val="dk1"/>
                </a:solidFill>
                <a:latin typeface="Calibri"/>
                <a:ea typeface="Calibri"/>
                <a:cs typeface="Calibri"/>
                <a:sym typeface="Calibri"/>
              </a:defRPr>
            </a:lvl1pPr>
            <a:lvl2pPr indent="-228600" lvl="1" marL="914400" marR="0" rtl="0" algn="l">
              <a:spcBef>
                <a:spcPts val="300"/>
              </a:spcBef>
              <a:spcAft>
                <a:spcPts val="0"/>
              </a:spcAft>
              <a:buSzPts val="1400"/>
              <a:buNone/>
              <a:defRPr b="0" i="0" sz="1000" u="none" cap="none" strike="noStrike">
                <a:solidFill>
                  <a:schemeClr val="dk1"/>
                </a:solidFill>
                <a:latin typeface="Calibri"/>
                <a:ea typeface="Calibri"/>
                <a:cs typeface="Calibri"/>
                <a:sym typeface="Calibri"/>
              </a:defRPr>
            </a:lvl2pPr>
            <a:lvl3pPr indent="-228600" lvl="2" marL="1371600" marR="0" rtl="0" algn="l">
              <a:spcBef>
                <a:spcPts val="300"/>
              </a:spcBef>
              <a:spcAft>
                <a:spcPts val="0"/>
              </a:spcAft>
              <a:buSzPts val="1400"/>
              <a:buNone/>
              <a:defRPr b="0" i="0" sz="1000" u="none" cap="none" strike="noStrike">
                <a:solidFill>
                  <a:schemeClr val="dk1"/>
                </a:solidFill>
                <a:latin typeface="Calibri"/>
                <a:ea typeface="Calibri"/>
                <a:cs typeface="Calibri"/>
                <a:sym typeface="Calibri"/>
              </a:defRPr>
            </a:lvl3pPr>
            <a:lvl4pPr indent="-228600" lvl="3" marL="1828800" marR="0" rtl="0" algn="l">
              <a:spcBef>
                <a:spcPts val="300"/>
              </a:spcBef>
              <a:spcAft>
                <a:spcPts val="0"/>
              </a:spcAft>
              <a:buSzPts val="1400"/>
              <a:buNone/>
              <a:defRPr b="0" i="0" sz="1000" u="none" cap="none" strike="noStrike">
                <a:solidFill>
                  <a:schemeClr val="dk1"/>
                </a:solidFill>
                <a:latin typeface="Calibri"/>
                <a:ea typeface="Calibri"/>
                <a:cs typeface="Calibri"/>
                <a:sym typeface="Calibri"/>
              </a:defRPr>
            </a:lvl4pPr>
            <a:lvl5pPr indent="-228600" lvl="4" marL="2286000" marR="0" rtl="0" algn="l">
              <a:spcBef>
                <a:spcPts val="300"/>
              </a:spcBef>
              <a:spcAft>
                <a:spcPts val="0"/>
              </a:spcAft>
              <a:buSzPts val="1400"/>
              <a:buNone/>
              <a:defRPr b="0" i="0" sz="10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1" y="8830312"/>
            <a:ext cx="3037146" cy="464504"/>
          </a:xfrm>
          <a:prstGeom prst="rect">
            <a:avLst/>
          </a:prstGeom>
          <a:noFill/>
          <a:ln>
            <a:noFill/>
          </a:ln>
        </p:spPr>
        <p:txBody>
          <a:bodyPr anchorCtr="0" anchor="b" bIns="46550" lIns="93125" spcFirstLastPara="1" rIns="93125" wrap="square" tIns="4655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971654" y="8830312"/>
            <a:ext cx="3037146" cy="464504"/>
          </a:xfrm>
          <a:prstGeom prst="rect">
            <a:avLst/>
          </a:prstGeom>
          <a:noFill/>
          <a:ln>
            <a:noFill/>
          </a:ln>
        </p:spPr>
        <p:txBody>
          <a:bodyPr anchorCtr="0" anchor="b" bIns="46550" lIns="93125" spcFirstLastPara="1" rIns="93125" wrap="square" tIns="4655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 name="Shape 28"/>
        <p:cNvGrpSpPr/>
        <p:nvPr/>
      </p:nvGrpSpPr>
      <p:grpSpPr>
        <a:xfrm>
          <a:off x="0" y="0"/>
          <a:ext cx="0" cy="0"/>
          <a:chOff x="0" y="0"/>
          <a:chExt cx="0" cy="0"/>
        </a:xfrm>
      </p:grpSpPr>
      <p:sp>
        <p:nvSpPr>
          <p:cNvPr id="29" name="Google Shape;29;p1: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30" name="Google Shape;30;p1:notes"/>
          <p:cNvSpPr txBox="1"/>
          <p:nvPr>
            <p:ph idx="1" type="body"/>
          </p:nvPr>
        </p:nvSpPr>
        <p:spPr>
          <a:xfrm>
            <a:off x="700881" y="4415157"/>
            <a:ext cx="5608640" cy="4183696"/>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2: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Arial"/>
                <a:ea typeface="Arial"/>
                <a:cs typeface="Arial"/>
                <a:sym typeface="Arial"/>
              </a:rPr>
              <a:t>‹#›</a:t>
            </a:fld>
            <a:endParaRPr b="1" i="0" sz="1200" u="none" cap="none" strike="noStrike">
              <a:solidFill>
                <a:schemeClr val="dk1"/>
              </a:solidFill>
              <a:latin typeface="Arial"/>
              <a:ea typeface="Arial"/>
              <a:cs typeface="Arial"/>
              <a:sym typeface="Arial"/>
            </a:endParaRPr>
          </a:p>
        </p:txBody>
      </p:sp>
      <p:sp>
        <p:nvSpPr>
          <p:cNvPr id="53" name="Google Shape;53;p2: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 name="Google Shape;54;p2: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3: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Arial"/>
                <a:ea typeface="Arial"/>
                <a:cs typeface="Arial"/>
                <a:sym typeface="Arial"/>
              </a:rPr>
              <a:t>‹#›</a:t>
            </a:fld>
            <a:endParaRPr b="1" i="0" sz="1200" u="none" cap="none" strike="noStrike">
              <a:solidFill>
                <a:schemeClr val="dk1"/>
              </a:solidFill>
              <a:latin typeface="Arial"/>
              <a:ea typeface="Arial"/>
              <a:cs typeface="Arial"/>
              <a:sym typeface="Arial"/>
            </a:endParaRPr>
          </a:p>
        </p:txBody>
      </p:sp>
      <p:sp>
        <p:nvSpPr>
          <p:cNvPr id="62" name="Google Shape;62;p3: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 name="Google Shape;63;p3: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4: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Arial"/>
                <a:ea typeface="Arial"/>
                <a:cs typeface="Arial"/>
                <a:sym typeface="Arial"/>
              </a:rPr>
              <a:t>‹#›</a:t>
            </a:fld>
            <a:endParaRPr b="1" i="0" sz="1200" u="none" cap="none" strike="noStrike">
              <a:solidFill>
                <a:schemeClr val="dk1"/>
              </a:solidFill>
              <a:latin typeface="Arial"/>
              <a:ea typeface="Arial"/>
              <a:cs typeface="Arial"/>
              <a:sym typeface="Arial"/>
            </a:endParaRPr>
          </a:p>
        </p:txBody>
      </p:sp>
      <p:sp>
        <p:nvSpPr>
          <p:cNvPr id="71" name="Google Shape;71;p4: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 name="Google Shape;72;p4: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5:notes"/>
          <p:cNvSpPr txBox="1"/>
          <p:nvPr/>
        </p:nvSpPr>
        <p:spPr>
          <a:xfrm>
            <a:off x="3970250" y="8829564"/>
            <a:ext cx="3038956" cy="464713"/>
          </a:xfrm>
          <a:prstGeom prst="rect">
            <a:avLst/>
          </a:prstGeom>
          <a:noFill/>
          <a:ln>
            <a:noFill/>
          </a:ln>
        </p:spPr>
        <p:txBody>
          <a:bodyPr anchorCtr="0" anchor="b" bIns="46250" lIns="92500" spcFirstLastPara="1" rIns="92500" wrap="square" tIns="46250">
            <a:noAutofit/>
          </a:bodyPr>
          <a:lstStyle/>
          <a:p>
            <a:pPr indent="0" lvl="0" marL="0" marR="0" rtl="0" algn="r">
              <a:spcBef>
                <a:spcPts val="0"/>
              </a:spcBef>
              <a:spcAft>
                <a:spcPts val="0"/>
              </a:spcAft>
              <a:buNone/>
            </a:pPr>
            <a:fld id="{00000000-1234-1234-1234-123412341234}" type="slidenum">
              <a:rPr b="1" i="0" lang="en-US" sz="1200" u="none" cap="none" strike="noStrike">
                <a:solidFill>
                  <a:schemeClr val="dk1"/>
                </a:solidFill>
                <a:latin typeface="Arial"/>
                <a:ea typeface="Arial"/>
                <a:cs typeface="Arial"/>
                <a:sym typeface="Arial"/>
              </a:rPr>
              <a:t>‹#›</a:t>
            </a:fld>
            <a:endParaRPr b="1" i="0" sz="1200" u="none" cap="none" strike="noStrike">
              <a:solidFill>
                <a:schemeClr val="dk1"/>
              </a:solidFill>
              <a:latin typeface="Arial"/>
              <a:ea typeface="Arial"/>
              <a:cs typeface="Arial"/>
              <a:sym typeface="Arial"/>
            </a:endParaRPr>
          </a:p>
        </p:txBody>
      </p:sp>
      <p:sp>
        <p:nvSpPr>
          <p:cNvPr id="80" name="Google Shape;80;p5:notes"/>
          <p:cNvSpPr/>
          <p:nvPr>
            <p:ph idx="2" type="sldImg"/>
          </p:nvPr>
        </p:nvSpPr>
        <p:spPr>
          <a:xfrm>
            <a:off x="1181100" y="698500"/>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 name="Google Shape;81;p5:notes"/>
          <p:cNvSpPr txBox="1"/>
          <p:nvPr>
            <p:ph idx="1" type="body"/>
          </p:nvPr>
        </p:nvSpPr>
        <p:spPr>
          <a:xfrm>
            <a:off x="934880" y="4415844"/>
            <a:ext cx="5140641" cy="4182424"/>
          </a:xfrm>
          <a:prstGeom prst="rect">
            <a:avLst/>
          </a:prstGeom>
          <a:noFill/>
          <a:ln>
            <a:noFill/>
          </a:ln>
        </p:spPr>
        <p:txBody>
          <a:bodyPr anchorCtr="0" anchor="t" bIns="46550" lIns="93125" spcFirstLastPara="1" rIns="93125" wrap="square" tIns="46550">
            <a:normAutofit/>
          </a:bodyPr>
          <a:lstStyle/>
          <a:p>
            <a:pPr indent="0" lvl="0" marL="0" rtl="0" algn="l">
              <a:spcBef>
                <a:spcPts val="0"/>
              </a:spcBef>
              <a:spcAft>
                <a:spcPts val="0"/>
              </a:spcAft>
              <a:buNone/>
            </a:pPr>
            <a:r>
              <a:t/>
            </a:r>
            <a:endParaRPr>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4" name="Shape 14"/>
        <p:cNvGrpSpPr/>
        <p:nvPr/>
      </p:nvGrpSpPr>
      <p:grpSpPr>
        <a:xfrm>
          <a:off x="0" y="0"/>
          <a:ext cx="0" cy="0"/>
          <a:chOff x="0" y="0"/>
          <a:chExt cx="0" cy="0"/>
        </a:xfrm>
      </p:grpSpPr>
      <p:sp>
        <p:nvSpPr>
          <p:cNvPr id="15" name="Google Shape;15;p7"/>
          <p:cNvSpPr txBox="1"/>
          <p:nvPr>
            <p:ph type="ctrTitle"/>
          </p:nvPr>
        </p:nvSpPr>
        <p:spPr>
          <a:xfrm>
            <a:off x="685800" y="1905000"/>
            <a:ext cx="7772400" cy="1470025"/>
          </a:xfrm>
          <a:prstGeom prst="rect">
            <a:avLst/>
          </a:prstGeom>
          <a:noFill/>
          <a:ln>
            <a:noFill/>
          </a:ln>
        </p:spPr>
        <p:txBody>
          <a:bodyPr anchorCtr="0" anchor="ctr" bIns="45700" lIns="91425" spcFirstLastPara="1" rIns="91425" wrap="square" tIns="45700">
            <a:noAutofit/>
          </a:bodyPr>
          <a:lstStyle>
            <a:lvl1pPr lvl="0" algn="ctr">
              <a:spcBef>
                <a:spcPts val="720"/>
              </a:spcBef>
              <a:spcAft>
                <a:spcPts val="0"/>
              </a:spcAft>
              <a:buSzPts val="1400"/>
              <a:buNone/>
              <a:defRPr sz="36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6" name="Google Shape;16;p7"/>
          <p:cNvSpPr txBox="1"/>
          <p:nvPr>
            <p:ph idx="1" type="subTitle"/>
          </p:nvPr>
        </p:nvSpPr>
        <p:spPr>
          <a:xfrm>
            <a:off x="1371600" y="4114800"/>
            <a:ext cx="6400800" cy="1752600"/>
          </a:xfrm>
          <a:prstGeom prst="rect">
            <a:avLst/>
          </a:prstGeom>
          <a:noFill/>
          <a:ln>
            <a:noFill/>
          </a:ln>
        </p:spPr>
        <p:txBody>
          <a:bodyPr anchorCtr="0" anchor="t" bIns="45700" lIns="91425" spcFirstLastPara="1" rIns="91425" wrap="square" tIns="45700">
            <a:noAutofit/>
          </a:bodyPr>
          <a:lstStyle>
            <a:lvl1pPr lvl="0" marR="0" rtl="0" algn="ctr">
              <a:spcBef>
                <a:spcPts val="560"/>
              </a:spcBef>
              <a:spcAft>
                <a:spcPts val="0"/>
              </a:spcAft>
              <a:buClr>
                <a:srgbClr val="AA9C8F"/>
              </a:buClr>
              <a:buSzPts val="2800"/>
              <a:buFont typeface="Noto Sans Symbols"/>
              <a:buNone/>
              <a:defRPr b="0" i="0" sz="2800" u="none" cap="none" strike="noStrike">
                <a:solidFill>
                  <a:srgbClr val="4D4D4D"/>
                </a:solidFill>
                <a:latin typeface="Calibri"/>
                <a:ea typeface="Calibri"/>
                <a:cs typeface="Calibri"/>
                <a:sym typeface="Calibri"/>
              </a:defRPr>
            </a:lvl1pPr>
            <a:lvl2pPr lvl="1" marR="0" rtl="0" algn="l">
              <a:spcBef>
                <a:spcPts val="520"/>
              </a:spcBef>
              <a:spcAft>
                <a:spcPts val="0"/>
              </a:spcAft>
              <a:buClr>
                <a:srgbClr val="C75B12"/>
              </a:buClr>
              <a:buSzPts val="2600"/>
              <a:buFont typeface="Noto Sans Symbols"/>
              <a:buChar char="▪"/>
              <a:defRPr b="0" i="0" sz="2600" u="none" cap="none" strike="noStrike">
                <a:solidFill>
                  <a:schemeClr val="dk1"/>
                </a:solidFill>
                <a:latin typeface="Calibri"/>
                <a:ea typeface="Calibri"/>
                <a:cs typeface="Calibri"/>
                <a:sym typeface="Calibri"/>
              </a:defRPr>
            </a:lvl2pPr>
            <a:lvl3pPr lvl="2" marR="0" rtl="0" algn="l">
              <a:spcBef>
                <a:spcPts val="480"/>
              </a:spcBef>
              <a:spcAft>
                <a:spcPts val="0"/>
              </a:spcAft>
              <a:buClr>
                <a:srgbClr val="C75B12"/>
              </a:buClr>
              <a:buSzPts val="2400"/>
              <a:buFont typeface="Noto Sans Symbols"/>
              <a:buChar char="▪"/>
              <a:defRPr b="0" i="0" sz="2400" u="none" cap="none" strike="noStrike">
                <a:solidFill>
                  <a:schemeClr val="dk1"/>
                </a:solidFill>
                <a:latin typeface="Calibri"/>
                <a:ea typeface="Calibri"/>
                <a:cs typeface="Calibri"/>
                <a:sym typeface="Calibri"/>
              </a:defRPr>
            </a:lvl3pPr>
            <a:lvl4pPr lvl="3"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4pPr>
            <a:lvl5pPr lvl="4"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5pPr>
            <a:lvl6pPr lvl="5"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6pPr>
            <a:lvl7pPr lvl="6"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7pPr>
            <a:lvl8pPr lvl="7"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8pPr>
            <a:lvl9pPr lvl="8"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 name="Shape 17"/>
        <p:cNvGrpSpPr/>
        <p:nvPr/>
      </p:nvGrpSpPr>
      <p:grpSpPr>
        <a:xfrm>
          <a:off x="0" y="0"/>
          <a:ext cx="0" cy="0"/>
          <a:chOff x="0" y="0"/>
          <a:chExt cx="0" cy="0"/>
        </a:xfrm>
      </p:grpSpPr>
      <p:sp>
        <p:nvSpPr>
          <p:cNvPr id="18" name="Google Shape;18;p8"/>
          <p:cNvSpPr txBox="1"/>
          <p:nvPr>
            <p:ph idx="10" type="dt"/>
          </p:nvPr>
        </p:nvSpPr>
        <p:spPr>
          <a:xfrm>
            <a:off x="685800" y="6248400"/>
            <a:ext cx="19050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1800" u="none" cap="none" strike="noStrike">
                <a:solidFill>
                  <a:schemeClr val="dk1"/>
                </a:solidFill>
                <a:latin typeface="Arial"/>
                <a:ea typeface="Arial"/>
                <a:cs typeface="Arial"/>
                <a:sym typeface="Arial"/>
              </a:defRPr>
            </a:lvl9pPr>
          </a:lstStyle>
          <a:p/>
        </p:txBody>
      </p:sp>
      <p:sp>
        <p:nvSpPr>
          <p:cNvPr id="19" name="Google Shape;19;p8"/>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18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1"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1"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1"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1"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1"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1"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1"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1" i="0" sz="1800" u="none" cap="none" strike="noStrike">
                <a:solidFill>
                  <a:schemeClr val="dk1"/>
                </a:solidFill>
                <a:latin typeface="Arial"/>
                <a:ea typeface="Arial"/>
                <a:cs typeface="Arial"/>
                <a:sym typeface="Arial"/>
              </a:defRPr>
            </a:lvl9pPr>
          </a:lstStyle>
          <a:p/>
        </p:txBody>
      </p:sp>
      <p:sp>
        <p:nvSpPr>
          <p:cNvPr id="20" name="Google Shape;20;p8"/>
          <p:cNvSpPr txBox="1"/>
          <p:nvPr>
            <p:ph idx="12" type="sldNum"/>
          </p:nvPr>
        </p:nvSpPr>
        <p:spPr>
          <a:xfrm>
            <a:off x="6553200" y="6248400"/>
            <a:ext cx="1905000" cy="457200"/>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spcAft>
                <a:spcPts val="0"/>
              </a:spcAft>
              <a:buNone/>
              <a:defRPr b="1" i="0" sz="1800" u="none" cap="none" strike="noStrike">
                <a:solidFill>
                  <a:schemeClr val="dk1"/>
                </a:solidFill>
                <a:latin typeface="Arial"/>
                <a:ea typeface="Arial"/>
                <a:cs typeface="Arial"/>
                <a:sym typeface="Arial"/>
              </a:defRPr>
            </a:lvl1pPr>
            <a:lvl2pPr indent="0" lvl="1" marL="0" marR="0" rtl="0" algn="l">
              <a:spcBef>
                <a:spcPts val="0"/>
              </a:spcBef>
              <a:spcAft>
                <a:spcPts val="0"/>
              </a:spcAft>
              <a:buNone/>
              <a:defRPr b="1" i="0" sz="1800" u="none" cap="none" strike="noStrike">
                <a:solidFill>
                  <a:schemeClr val="dk1"/>
                </a:solidFill>
                <a:latin typeface="Arial"/>
                <a:ea typeface="Arial"/>
                <a:cs typeface="Arial"/>
                <a:sym typeface="Arial"/>
              </a:defRPr>
            </a:lvl2pPr>
            <a:lvl3pPr indent="0" lvl="2" marL="0" marR="0" rtl="0" algn="l">
              <a:spcBef>
                <a:spcPts val="0"/>
              </a:spcBef>
              <a:spcAft>
                <a:spcPts val="0"/>
              </a:spcAft>
              <a:buNone/>
              <a:defRPr b="1" i="0" sz="1800" u="none" cap="none" strike="noStrike">
                <a:solidFill>
                  <a:schemeClr val="dk1"/>
                </a:solidFill>
                <a:latin typeface="Arial"/>
                <a:ea typeface="Arial"/>
                <a:cs typeface="Arial"/>
                <a:sym typeface="Arial"/>
              </a:defRPr>
            </a:lvl3pPr>
            <a:lvl4pPr indent="0" lvl="3" marL="0" marR="0" rtl="0" algn="l">
              <a:spcBef>
                <a:spcPts val="0"/>
              </a:spcBef>
              <a:spcAft>
                <a:spcPts val="0"/>
              </a:spcAft>
              <a:buNone/>
              <a:defRPr b="1" i="0" sz="1800" u="none" cap="none" strike="noStrike">
                <a:solidFill>
                  <a:schemeClr val="dk1"/>
                </a:solidFill>
                <a:latin typeface="Arial"/>
                <a:ea typeface="Arial"/>
                <a:cs typeface="Arial"/>
                <a:sym typeface="Arial"/>
              </a:defRPr>
            </a:lvl4pPr>
            <a:lvl5pPr indent="0" lvl="4" marL="0" marR="0" rtl="0" algn="l">
              <a:spcBef>
                <a:spcPts val="0"/>
              </a:spcBef>
              <a:spcAft>
                <a:spcPts val="0"/>
              </a:spcAft>
              <a:buNone/>
              <a:defRPr b="1" i="0" sz="1800" u="none" cap="none" strike="noStrike">
                <a:solidFill>
                  <a:schemeClr val="dk1"/>
                </a:solidFill>
                <a:latin typeface="Arial"/>
                <a:ea typeface="Arial"/>
                <a:cs typeface="Arial"/>
                <a:sym typeface="Arial"/>
              </a:defRPr>
            </a:lvl5pPr>
            <a:lvl6pPr indent="0" lvl="5" marL="0" marR="0" rtl="0" algn="l">
              <a:spcBef>
                <a:spcPts val="0"/>
              </a:spcBef>
              <a:spcAft>
                <a:spcPts val="0"/>
              </a:spcAft>
              <a:buNone/>
              <a:defRPr b="1" i="0" sz="1800" u="none" cap="none" strike="noStrike">
                <a:solidFill>
                  <a:schemeClr val="dk1"/>
                </a:solidFill>
                <a:latin typeface="Arial"/>
                <a:ea typeface="Arial"/>
                <a:cs typeface="Arial"/>
                <a:sym typeface="Arial"/>
              </a:defRPr>
            </a:lvl6pPr>
            <a:lvl7pPr indent="0" lvl="6" marL="0" marR="0" rtl="0" algn="l">
              <a:spcBef>
                <a:spcPts val="0"/>
              </a:spcBef>
              <a:spcAft>
                <a:spcPts val="0"/>
              </a:spcAft>
              <a:buNone/>
              <a:defRPr b="1" i="0" sz="1800" u="none" cap="none" strike="noStrike">
                <a:solidFill>
                  <a:schemeClr val="dk1"/>
                </a:solidFill>
                <a:latin typeface="Arial"/>
                <a:ea typeface="Arial"/>
                <a:cs typeface="Arial"/>
                <a:sym typeface="Arial"/>
              </a:defRPr>
            </a:lvl7pPr>
            <a:lvl8pPr indent="0" lvl="7" marL="0" marR="0" rtl="0" algn="l">
              <a:spcBef>
                <a:spcPts val="0"/>
              </a:spcBef>
              <a:spcAft>
                <a:spcPts val="0"/>
              </a:spcAft>
              <a:buNone/>
              <a:defRPr b="1" i="0" sz="1800" u="none" cap="none" strike="noStrike">
                <a:solidFill>
                  <a:schemeClr val="dk1"/>
                </a:solidFill>
                <a:latin typeface="Arial"/>
                <a:ea typeface="Arial"/>
                <a:cs typeface="Arial"/>
                <a:sym typeface="Arial"/>
              </a:defRPr>
            </a:lvl8pPr>
            <a:lvl9pPr indent="0" lvl="8" marL="0" marR="0" rtl="0" algn="l">
              <a:spcBef>
                <a:spcPts val="0"/>
              </a:spcBef>
              <a:spcAft>
                <a:spcPts val="0"/>
              </a:spcAft>
              <a:buNone/>
              <a:defRPr b="1" i="0" sz="1800" u="none" cap="none" strike="noStrik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9"/>
          <p:cNvSpPr txBox="1"/>
          <p:nvPr>
            <p:ph type="title"/>
          </p:nvPr>
        </p:nvSpPr>
        <p:spPr>
          <a:xfrm>
            <a:off x="685800" y="168275"/>
            <a:ext cx="8153400" cy="56356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3" name="Google Shape;23;p9"/>
          <p:cNvSpPr txBox="1"/>
          <p:nvPr>
            <p:ph idx="1" type="body"/>
          </p:nvPr>
        </p:nvSpPr>
        <p:spPr>
          <a:xfrm>
            <a:off x="663389" y="1120588"/>
            <a:ext cx="8153400" cy="5105400"/>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1"/>
              </a:buClr>
              <a:buSzPts val="2400"/>
              <a:buFont typeface="Noto Sans Symbols"/>
              <a:buChar char="▪"/>
              <a:defRPr b="0" i="0" sz="2400" u="none" cap="none" strike="noStrike">
                <a:solidFill>
                  <a:schemeClr val="dk1"/>
                </a:solidFill>
                <a:latin typeface="Calibri"/>
                <a:ea typeface="Calibri"/>
                <a:cs typeface="Calibri"/>
                <a:sym typeface="Calibri"/>
              </a:defRPr>
            </a:lvl1pPr>
            <a:lvl2pPr indent="-368300" lvl="1" marL="914400" marR="0" rtl="0" algn="l">
              <a:spcBef>
                <a:spcPts val="440"/>
              </a:spcBef>
              <a:spcAft>
                <a:spcPts val="0"/>
              </a:spcAft>
              <a:buClr>
                <a:schemeClr val="dk1"/>
              </a:buClr>
              <a:buSzPts val="2200"/>
              <a:buFont typeface="Arial"/>
              <a:buChar char="•"/>
              <a:defRPr b="0" i="0" sz="2200" u="none" cap="none" strike="noStrike">
                <a:solidFill>
                  <a:schemeClr val="dk1"/>
                </a:solidFill>
                <a:latin typeface="Calibri"/>
                <a:ea typeface="Calibri"/>
                <a:cs typeface="Calibri"/>
                <a:sym typeface="Calibri"/>
              </a:defRPr>
            </a:lvl2pPr>
            <a:lvl3pPr indent="-355600" lvl="2" marL="1371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Content" type="txAndObj">
  <p:cSld name="TEXT_AND_OBJECT">
    <p:spTree>
      <p:nvGrpSpPr>
        <p:cNvPr id="24" name="Shape 24"/>
        <p:cNvGrpSpPr/>
        <p:nvPr/>
      </p:nvGrpSpPr>
      <p:grpSpPr>
        <a:xfrm>
          <a:off x="0" y="0"/>
          <a:ext cx="0" cy="0"/>
          <a:chOff x="0" y="0"/>
          <a:chExt cx="0" cy="0"/>
        </a:xfrm>
      </p:grpSpPr>
      <p:sp>
        <p:nvSpPr>
          <p:cNvPr id="25" name="Google Shape;25;p10"/>
          <p:cNvSpPr txBox="1"/>
          <p:nvPr>
            <p:ph type="title"/>
          </p:nvPr>
        </p:nvSpPr>
        <p:spPr>
          <a:xfrm>
            <a:off x="577850" y="168275"/>
            <a:ext cx="8229600" cy="56356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6" name="Google Shape;26;p10"/>
          <p:cNvSpPr txBox="1"/>
          <p:nvPr>
            <p:ph idx="1" type="body"/>
          </p:nvPr>
        </p:nvSpPr>
        <p:spPr>
          <a:xfrm>
            <a:off x="577850" y="758825"/>
            <a:ext cx="4038600" cy="5718175"/>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560"/>
              </a:spcBef>
              <a:spcAft>
                <a:spcPts val="0"/>
              </a:spcAft>
              <a:buClr>
                <a:srgbClr val="AA9C8F"/>
              </a:buClr>
              <a:buSzPts val="2800"/>
              <a:buFont typeface="Noto Sans Symbols"/>
              <a:buChar char="▪"/>
              <a:defRPr b="0" i="0" sz="2800" u="none" cap="none" strike="noStrike">
                <a:solidFill>
                  <a:srgbClr val="4D4D4D"/>
                </a:solidFill>
                <a:latin typeface="Calibri"/>
                <a:ea typeface="Calibri"/>
                <a:cs typeface="Calibri"/>
                <a:sym typeface="Calibri"/>
              </a:defRPr>
            </a:lvl1pPr>
            <a:lvl2pPr indent="-393700" lvl="1" marL="914400" marR="0" rtl="0" algn="l">
              <a:spcBef>
                <a:spcPts val="520"/>
              </a:spcBef>
              <a:spcAft>
                <a:spcPts val="0"/>
              </a:spcAft>
              <a:buClr>
                <a:srgbClr val="C75B12"/>
              </a:buClr>
              <a:buSzPts val="2600"/>
              <a:buFont typeface="Noto Sans Symbols"/>
              <a:buChar char="▪"/>
              <a:defRPr b="0" i="0" sz="26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rgbClr val="C75B12"/>
              </a:buClr>
              <a:buSzPts val="2400"/>
              <a:buFont typeface="Noto Sans Symbols"/>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
        <p:nvSpPr>
          <p:cNvPr id="27" name="Google Shape;27;p10"/>
          <p:cNvSpPr txBox="1"/>
          <p:nvPr>
            <p:ph idx="2" type="body"/>
          </p:nvPr>
        </p:nvSpPr>
        <p:spPr>
          <a:xfrm>
            <a:off x="4768850" y="758825"/>
            <a:ext cx="4038600" cy="5718175"/>
          </a:xfrm>
          <a:prstGeom prst="rect">
            <a:avLst/>
          </a:prstGeom>
          <a:noFill/>
          <a:ln>
            <a:noFill/>
          </a:ln>
        </p:spPr>
        <p:txBody>
          <a:bodyPr anchorCtr="0" anchor="t" bIns="45700" lIns="91425" spcFirstLastPara="1" rIns="91425" wrap="square" tIns="45700">
            <a:noAutofit/>
          </a:bodyPr>
          <a:lstStyle>
            <a:lvl1pPr indent="-406400" lvl="0" marL="457200" marR="0" rtl="0" algn="l">
              <a:spcBef>
                <a:spcPts val="560"/>
              </a:spcBef>
              <a:spcAft>
                <a:spcPts val="0"/>
              </a:spcAft>
              <a:buClr>
                <a:srgbClr val="AA9C8F"/>
              </a:buClr>
              <a:buSzPts val="2800"/>
              <a:buFont typeface="Noto Sans Symbols"/>
              <a:buChar char="▪"/>
              <a:defRPr b="0" i="0" sz="2800" u="none" cap="none" strike="noStrike">
                <a:solidFill>
                  <a:srgbClr val="4D4D4D"/>
                </a:solidFill>
                <a:latin typeface="Calibri"/>
                <a:ea typeface="Calibri"/>
                <a:cs typeface="Calibri"/>
                <a:sym typeface="Calibri"/>
              </a:defRPr>
            </a:lvl1pPr>
            <a:lvl2pPr indent="-393700" lvl="1" marL="914400" marR="0" rtl="0" algn="l">
              <a:spcBef>
                <a:spcPts val="520"/>
              </a:spcBef>
              <a:spcAft>
                <a:spcPts val="0"/>
              </a:spcAft>
              <a:buClr>
                <a:srgbClr val="C75B12"/>
              </a:buClr>
              <a:buSzPts val="2600"/>
              <a:buFont typeface="Noto Sans Symbols"/>
              <a:buChar char="▪"/>
              <a:defRPr b="0" i="0" sz="26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rgbClr val="C75B12"/>
              </a:buClr>
              <a:buSzPts val="2400"/>
              <a:buFont typeface="Noto Sans Symbols"/>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rgbClr val="C75B12"/>
              </a:buClr>
              <a:buSzPts val="2000"/>
              <a:buFont typeface="Noto Sans Symbols"/>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6"/>
          <p:cNvSpPr txBox="1"/>
          <p:nvPr>
            <p:ph type="title"/>
          </p:nvPr>
        </p:nvSpPr>
        <p:spPr>
          <a:xfrm>
            <a:off x="685800" y="168275"/>
            <a:ext cx="8153400" cy="563563"/>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i="0" sz="3600" u="none" cap="none" strike="noStrike">
                <a:solidFill>
                  <a:schemeClr val="accent2"/>
                </a:solidFill>
                <a:latin typeface="Calibri"/>
                <a:ea typeface="Calibri"/>
                <a:cs typeface="Calibri"/>
                <a:sym typeface="Calibri"/>
              </a:defRPr>
            </a:lvl1pPr>
            <a:lvl2pPr lvl="1" marR="0" rtl="0" algn="ctr">
              <a:spcBef>
                <a:spcPts val="0"/>
              </a:spcBef>
              <a:spcAft>
                <a:spcPts val="0"/>
              </a:spcAft>
              <a:buSzPts val="1400"/>
              <a:buNone/>
              <a:defRPr b="0" i="0" sz="3600" u="none" cap="none" strike="noStrike">
                <a:solidFill>
                  <a:srgbClr val="002C5F"/>
                </a:solidFill>
                <a:latin typeface="Calibri"/>
                <a:ea typeface="Calibri"/>
                <a:cs typeface="Calibri"/>
                <a:sym typeface="Calibri"/>
              </a:defRPr>
            </a:lvl2pPr>
            <a:lvl3pPr lvl="2" marR="0" rtl="0" algn="ctr">
              <a:spcBef>
                <a:spcPts val="0"/>
              </a:spcBef>
              <a:spcAft>
                <a:spcPts val="0"/>
              </a:spcAft>
              <a:buSzPts val="1400"/>
              <a:buNone/>
              <a:defRPr b="0" i="0" sz="3600" u="none" cap="none" strike="noStrike">
                <a:solidFill>
                  <a:srgbClr val="002C5F"/>
                </a:solidFill>
                <a:latin typeface="Calibri"/>
                <a:ea typeface="Calibri"/>
                <a:cs typeface="Calibri"/>
                <a:sym typeface="Calibri"/>
              </a:defRPr>
            </a:lvl3pPr>
            <a:lvl4pPr lvl="3" marR="0" rtl="0" algn="ctr">
              <a:spcBef>
                <a:spcPts val="0"/>
              </a:spcBef>
              <a:spcAft>
                <a:spcPts val="0"/>
              </a:spcAft>
              <a:buSzPts val="1400"/>
              <a:buNone/>
              <a:defRPr b="0" i="0" sz="3600" u="none" cap="none" strike="noStrike">
                <a:solidFill>
                  <a:srgbClr val="002C5F"/>
                </a:solidFill>
                <a:latin typeface="Calibri"/>
                <a:ea typeface="Calibri"/>
                <a:cs typeface="Calibri"/>
                <a:sym typeface="Calibri"/>
              </a:defRPr>
            </a:lvl4pPr>
            <a:lvl5pPr lvl="4" marR="0" rtl="0" algn="ctr">
              <a:spcBef>
                <a:spcPts val="0"/>
              </a:spcBef>
              <a:spcAft>
                <a:spcPts val="0"/>
              </a:spcAft>
              <a:buSzPts val="1400"/>
              <a:buNone/>
              <a:defRPr b="0" i="0" sz="3600" u="none" cap="none" strike="noStrike">
                <a:solidFill>
                  <a:srgbClr val="002C5F"/>
                </a:solidFill>
                <a:latin typeface="Calibri"/>
                <a:ea typeface="Calibri"/>
                <a:cs typeface="Calibri"/>
                <a:sym typeface="Calibri"/>
              </a:defRPr>
            </a:lvl5pPr>
            <a:lvl6pPr lvl="5" marR="0" rtl="0" algn="ctr">
              <a:spcBef>
                <a:spcPts val="0"/>
              </a:spcBef>
              <a:spcAft>
                <a:spcPts val="0"/>
              </a:spcAft>
              <a:buSzPts val="1400"/>
              <a:buNone/>
              <a:defRPr b="1" i="0" sz="3600" u="none" cap="none" strike="noStrike">
                <a:solidFill>
                  <a:srgbClr val="002C5F"/>
                </a:solidFill>
                <a:latin typeface="Arial"/>
                <a:ea typeface="Arial"/>
                <a:cs typeface="Arial"/>
                <a:sym typeface="Arial"/>
              </a:defRPr>
            </a:lvl6pPr>
            <a:lvl7pPr lvl="6" marR="0" rtl="0" algn="ctr">
              <a:spcBef>
                <a:spcPts val="0"/>
              </a:spcBef>
              <a:spcAft>
                <a:spcPts val="0"/>
              </a:spcAft>
              <a:buSzPts val="1400"/>
              <a:buNone/>
              <a:defRPr b="1" i="0" sz="3600" u="none" cap="none" strike="noStrike">
                <a:solidFill>
                  <a:srgbClr val="002C5F"/>
                </a:solidFill>
                <a:latin typeface="Arial"/>
                <a:ea typeface="Arial"/>
                <a:cs typeface="Arial"/>
                <a:sym typeface="Arial"/>
              </a:defRPr>
            </a:lvl7pPr>
            <a:lvl8pPr lvl="7" marR="0" rtl="0" algn="ctr">
              <a:spcBef>
                <a:spcPts val="0"/>
              </a:spcBef>
              <a:spcAft>
                <a:spcPts val="0"/>
              </a:spcAft>
              <a:buSzPts val="1400"/>
              <a:buNone/>
              <a:defRPr b="1" i="0" sz="3600" u="none" cap="none" strike="noStrike">
                <a:solidFill>
                  <a:srgbClr val="002C5F"/>
                </a:solidFill>
                <a:latin typeface="Arial"/>
                <a:ea typeface="Arial"/>
                <a:cs typeface="Arial"/>
                <a:sym typeface="Arial"/>
              </a:defRPr>
            </a:lvl8pPr>
            <a:lvl9pPr lvl="8" marR="0" rtl="0" algn="ctr">
              <a:spcBef>
                <a:spcPts val="0"/>
              </a:spcBef>
              <a:spcAft>
                <a:spcPts val="0"/>
              </a:spcAft>
              <a:buSzPts val="1400"/>
              <a:buNone/>
              <a:defRPr b="1" i="0" sz="3600" u="none" cap="none" strike="noStrike">
                <a:solidFill>
                  <a:srgbClr val="002C5F"/>
                </a:solidFill>
                <a:latin typeface="Arial"/>
                <a:ea typeface="Arial"/>
                <a:cs typeface="Arial"/>
                <a:sym typeface="Arial"/>
              </a:defRPr>
            </a:lvl9pPr>
          </a:lstStyle>
          <a:p/>
        </p:txBody>
      </p:sp>
      <p:cxnSp>
        <p:nvCxnSpPr>
          <p:cNvPr id="11" name="Google Shape;11;p6"/>
          <p:cNvCxnSpPr/>
          <p:nvPr/>
        </p:nvCxnSpPr>
        <p:spPr>
          <a:xfrm>
            <a:off x="76200" y="762000"/>
            <a:ext cx="8763000" cy="1588"/>
          </a:xfrm>
          <a:prstGeom prst="straightConnector1">
            <a:avLst/>
          </a:prstGeom>
          <a:noFill/>
          <a:ln cap="flat" cmpd="sng" w="9525">
            <a:solidFill>
              <a:srgbClr val="AA9C8F"/>
            </a:solidFill>
            <a:prstDash val="solid"/>
            <a:round/>
            <a:headEnd len="sm" w="sm" type="none"/>
            <a:tailEnd len="sm" w="sm" type="none"/>
          </a:ln>
        </p:spPr>
      </p:cxnSp>
      <p:cxnSp>
        <p:nvCxnSpPr>
          <p:cNvPr id="12" name="Google Shape;12;p6"/>
          <p:cNvCxnSpPr/>
          <p:nvPr/>
        </p:nvCxnSpPr>
        <p:spPr>
          <a:xfrm>
            <a:off x="76200" y="6248400"/>
            <a:ext cx="8763000" cy="1588"/>
          </a:xfrm>
          <a:prstGeom prst="straightConnector1">
            <a:avLst/>
          </a:prstGeom>
          <a:noFill/>
          <a:ln cap="flat" cmpd="sng" w="9525">
            <a:solidFill>
              <a:srgbClr val="AA9C8F"/>
            </a:solidFill>
            <a:prstDash val="solid"/>
            <a:round/>
            <a:headEnd len="sm" w="sm" type="none"/>
            <a:tailEnd len="sm" w="sm" type="none"/>
          </a:ln>
        </p:spPr>
      </p:cxnSp>
      <p:pic>
        <p:nvPicPr>
          <p:cNvPr descr="http://www.nanobridge.ca/Portals/0/Images/eng-logo.jpg" id="13" name="Google Shape;13;p6"/>
          <p:cNvPicPr preferRelativeResize="0"/>
          <p:nvPr/>
        </p:nvPicPr>
        <p:blipFill rotWithShape="1">
          <a:blip r:embed="rId1">
            <a:alphaModFix/>
          </a:blip>
          <a:srcRect b="0" l="0" r="0" t="0"/>
          <a:stretch/>
        </p:blipFill>
        <p:spPr>
          <a:xfrm>
            <a:off x="761999" y="6307038"/>
            <a:ext cx="1838325" cy="55245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 name="Shape 31"/>
        <p:cNvGrpSpPr/>
        <p:nvPr/>
      </p:nvGrpSpPr>
      <p:grpSpPr>
        <a:xfrm>
          <a:off x="0" y="0"/>
          <a:ext cx="0" cy="0"/>
          <a:chOff x="0" y="0"/>
          <a:chExt cx="0" cy="0"/>
        </a:xfrm>
      </p:grpSpPr>
      <p:sp>
        <p:nvSpPr>
          <p:cNvPr id="32" name="Google Shape;32;p1"/>
          <p:cNvSpPr txBox="1"/>
          <p:nvPr/>
        </p:nvSpPr>
        <p:spPr>
          <a:xfrm>
            <a:off x="228600" y="838200"/>
            <a:ext cx="8610600" cy="13716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3600" u="none" cap="none" strike="noStrike">
                <a:solidFill>
                  <a:srgbClr val="000099"/>
                </a:solidFill>
                <a:latin typeface="Calibri"/>
                <a:ea typeface="Calibri"/>
                <a:cs typeface="Calibri"/>
                <a:sym typeface="Calibri"/>
              </a:rPr>
              <a:t>On Becoming a </a:t>
            </a:r>
            <a:br>
              <a:rPr b="1" i="1" lang="en-US" sz="3600" u="none" cap="none" strike="noStrike">
                <a:solidFill>
                  <a:srgbClr val="000099"/>
                </a:solidFill>
                <a:latin typeface="Calibri"/>
                <a:ea typeface="Calibri"/>
                <a:cs typeface="Calibri"/>
                <a:sym typeface="Calibri"/>
              </a:rPr>
            </a:br>
            <a:r>
              <a:rPr b="1" i="1" lang="en-US" sz="3600" u="none" cap="none" strike="noStrike">
                <a:solidFill>
                  <a:srgbClr val="000099"/>
                </a:solidFill>
                <a:latin typeface="Calibri"/>
                <a:ea typeface="Calibri"/>
                <a:cs typeface="Calibri"/>
                <a:sym typeface="Calibri"/>
              </a:rPr>
              <a:t>Leader in Risk Management</a:t>
            </a:r>
            <a:endParaRPr b="1" i="1" sz="3600" u="none" cap="none" strike="noStrike">
              <a:solidFill>
                <a:srgbClr val="000099"/>
              </a:solidFill>
              <a:latin typeface="Calibri"/>
              <a:ea typeface="Calibri"/>
              <a:cs typeface="Calibri"/>
              <a:sym typeface="Calibri"/>
            </a:endParaRPr>
          </a:p>
        </p:txBody>
      </p:sp>
      <p:sp>
        <p:nvSpPr>
          <p:cNvPr id="33" name="Google Shape;33;p1"/>
          <p:cNvSpPr txBox="1"/>
          <p:nvPr>
            <p:ph idx="1" type="subTitle"/>
          </p:nvPr>
        </p:nvSpPr>
        <p:spPr>
          <a:xfrm>
            <a:off x="838200" y="2105520"/>
            <a:ext cx="7315201" cy="216168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Clr>
                <a:srgbClr val="AA9C8F"/>
              </a:buClr>
              <a:buSzPts val="3200"/>
              <a:buFont typeface="Noto Sans Symbols"/>
              <a:buNone/>
            </a:pPr>
            <a:r>
              <a:rPr b="1" i="0" lang="en-US" sz="3200" u="none" cap="none" strike="noStrike">
                <a:solidFill>
                  <a:schemeClr val="dk2"/>
                </a:solidFill>
                <a:latin typeface="Arial"/>
                <a:ea typeface="Arial"/>
                <a:cs typeface="Arial"/>
                <a:sym typeface="Arial"/>
              </a:rPr>
              <a:t>ENGG404 - Lecture</a:t>
            </a:r>
            <a:endParaRPr/>
          </a:p>
          <a:p>
            <a:pPr indent="0" lvl="0" marL="0" marR="0" rtl="0" algn="ctr">
              <a:spcBef>
                <a:spcPts val="0"/>
              </a:spcBef>
              <a:spcAft>
                <a:spcPts val="0"/>
              </a:spcAft>
              <a:buClr>
                <a:srgbClr val="AA9C8F"/>
              </a:buClr>
              <a:buSzPts val="3200"/>
              <a:buFont typeface="Noto Sans Symbols"/>
              <a:buNone/>
            </a:pPr>
            <a:r>
              <a:rPr b="1" i="0" lang="en-US" sz="3200" u="none" cap="none" strike="noStrike">
                <a:solidFill>
                  <a:schemeClr val="dk2"/>
                </a:solidFill>
                <a:latin typeface="Arial"/>
                <a:ea typeface="Arial"/>
                <a:cs typeface="Arial"/>
                <a:sym typeface="Arial"/>
              </a:rPr>
              <a:t>Preparation for Assignment #4</a:t>
            </a:r>
            <a:endParaRPr b="1" i="0" sz="3200" u="none" cap="none" strike="noStrike">
              <a:solidFill>
                <a:schemeClr val="dk2"/>
              </a:solidFill>
              <a:latin typeface="Arial"/>
              <a:ea typeface="Arial"/>
              <a:cs typeface="Arial"/>
              <a:sym typeface="Arial"/>
            </a:endParaRPr>
          </a:p>
        </p:txBody>
      </p:sp>
      <p:sp>
        <p:nvSpPr>
          <p:cNvPr id="34" name="Google Shape;34;p1"/>
          <p:cNvSpPr txBox="1"/>
          <p:nvPr/>
        </p:nvSpPr>
        <p:spPr>
          <a:xfrm>
            <a:off x="152402" y="176015"/>
            <a:ext cx="1176817" cy="461665"/>
          </a:xfrm>
          <a:prstGeom prst="rect">
            <a:avLst/>
          </a:prstGeom>
          <a:solidFill>
            <a:srgbClr val="FFFFFF"/>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Fundamentals of RM</a:t>
            </a:r>
            <a:endParaRPr/>
          </a:p>
        </p:txBody>
      </p:sp>
      <p:sp>
        <p:nvSpPr>
          <p:cNvPr id="35" name="Google Shape;35;p1"/>
          <p:cNvSpPr txBox="1"/>
          <p:nvPr/>
        </p:nvSpPr>
        <p:spPr>
          <a:xfrm>
            <a:off x="1481037" y="169908"/>
            <a:ext cx="1024999" cy="461665"/>
          </a:xfrm>
          <a:prstGeom prst="rect">
            <a:avLst/>
          </a:prstGeom>
          <a:solidFill>
            <a:srgbClr val="FFFFFF"/>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RM System and Process</a:t>
            </a:r>
            <a:endParaRPr/>
          </a:p>
        </p:txBody>
      </p:sp>
      <p:sp>
        <p:nvSpPr>
          <p:cNvPr id="36" name="Google Shape;36;p1"/>
          <p:cNvSpPr txBox="1"/>
          <p:nvPr/>
        </p:nvSpPr>
        <p:spPr>
          <a:xfrm>
            <a:off x="7874130" y="169908"/>
            <a:ext cx="1155550" cy="461665"/>
          </a:xfrm>
          <a:prstGeom prst="rect">
            <a:avLst/>
          </a:prstGeom>
          <a:solidFill>
            <a:srgbClr val="FFFFFF"/>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Application and Perspectives</a:t>
            </a:r>
            <a:endParaRPr/>
          </a:p>
        </p:txBody>
      </p:sp>
      <p:sp>
        <p:nvSpPr>
          <p:cNvPr id="37" name="Google Shape;37;p1"/>
          <p:cNvSpPr txBox="1"/>
          <p:nvPr/>
        </p:nvSpPr>
        <p:spPr>
          <a:xfrm>
            <a:off x="7051217" y="169908"/>
            <a:ext cx="671096" cy="461665"/>
          </a:xfrm>
          <a:prstGeom prst="rect">
            <a:avLst/>
          </a:prstGeom>
          <a:solidFill>
            <a:srgbClr val="FFFFFF"/>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People &amp; Org.</a:t>
            </a:r>
            <a:endParaRPr/>
          </a:p>
        </p:txBody>
      </p:sp>
      <p:sp>
        <p:nvSpPr>
          <p:cNvPr id="38" name="Google Shape;38;p1"/>
          <p:cNvSpPr txBox="1"/>
          <p:nvPr/>
        </p:nvSpPr>
        <p:spPr>
          <a:xfrm>
            <a:off x="3834670" y="169908"/>
            <a:ext cx="1024999" cy="461665"/>
          </a:xfrm>
          <a:prstGeom prst="rect">
            <a:avLst/>
          </a:prstGeom>
          <a:solidFill>
            <a:srgbClr val="FFFFFF"/>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Incident Investigation</a:t>
            </a:r>
            <a:endParaRPr/>
          </a:p>
        </p:txBody>
      </p:sp>
      <p:sp>
        <p:nvSpPr>
          <p:cNvPr id="39" name="Google Shape;39;p1"/>
          <p:cNvSpPr txBox="1"/>
          <p:nvPr/>
        </p:nvSpPr>
        <p:spPr>
          <a:xfrm>
            <a:off x="5011486" y="169908"/>
            <a:ext cx="1024999" cy="461665"/>
          </a:xfrm>
          <a:prstGeom prst="rect">
            <a:avLst/>
          </a:prstGeom>
          <a:solidFill>
            <a:srgbClr val="FFFFFF"/>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RM Tools &amp; Challenges</a:t>
            </a:r>
            <a:endParaRPr/>
          </a:p>
        </p:txBody>
      </p:sp>
      <p:sp>
        <p:nvSpPr>
          <p:cNvPr id="40" name="Google Shape;40;p1"/>
          <p:cNvSpPr txBox="1"/>
          <p:nvPr/>
        </p:nvSpPr>
        <p:spPr>
          <a:xfrm>
            <a:off x="2657853" y="170432"/>
            <a:ext cx="1024999" cy="461665"/>
          </a:xfrm>
          <a:prstGeom prst="rect">
            <a:avLst/>
          </a:prstGeom>
          <a:solidFill>
            <a:srgbClr val="FFFFFF"/>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Leadership in RM</a:t>
            </a:r>
            <a:endParaRPr/>
          </a:p>
        </p:txBody>
      </p:sp>
      <p:cxnSp>
        <p:nvCxnSpPr>
          <p:cNvPr id="41" name="Google Shape;41;p1"/>
          <p:cNvCxnSpPr>
            <a:stCxn id="34" idx="3"/>
            <a:endCxn id="35" idx="1"/>
          </p:cNvCxnSpPr>
          <p:nvPr/>
        </p:nvCxnSpPr>
        <p:spPr>
          <a:xfrm flipH="1" rot="10800000">
            <a:off x="1329219" y="400847"/>
            <a:ext cx="151800" cy="6000"/>
          </a:xfrm>
          <a:prstGeom prst="straightConnector1">
            <a:avLst/>
          </a:prstGeom>
          <a:noFill/>
          <a:ln cap="flat" cmpd="sng" w="9525">
            <a:solidFill>
              <a:schemeClr val="dk1"/>
            </a:solidFill>
            <a:prstDash val="solid"/>
            <a:miter lim="800000"/>
            <a:headEnd len="sm" w="sm" type="none"/>
            <a:tailEnd len="med" w="med" type="triangle"/>
          </a:ln>
        </p:spPr>
      </p:cxnSp>
      <p:cxnSp>
        <p:nvCxnSpPr>
          <p:cNvPr id="42" name="Google Shape;42;p1"/>
          <p:cNvCxnSpPr>
            <a:stCxn id="35" idx="3"/>
            <a:endCxn id="40" idx="1"/>
          </p:cNvCxnSpPr>
          <p:nvPr/>
        </p:nvCxnSpPr>
        <p:spPr>
          <a:xfrm>
            <a:off x="2506036" y="400740"/>
            <a:ext cx="151800" cy="600"/>
          </a:xfrm>
          <a:prstGeom prst="straightConnector1">
            <a:avLst/>
          </a:prstGeom>
          <a:noFill/>
          <a:ln cap="flat" cmpd="sng" w="9525">
            <a:solidFill>
              <a:schemeClr val="dk1"/>
            </a:solidFill>
            <a:prstDash val="solid"/>
            <a:miter lim="800000"/>
            <a:headEnd len="sm" w="sm" type="none"/>
            <a:tailEnd len="med" w="med" type="triangle"/>
          </a:ln>
        </p:spPr>
      </p:cxnSp>
      <p:cxnSp>
        <p:nvCxnSpPr>
          <p:cNvPr id="43" name="Google Shape;43;p1"/>
          <p:cNvCxnSpPr>
            <a:stCxn id="40" idx="3"/>
            <a:endCxn id="38" idx="1"/>
          </p:cNvCxnSpPr>
          <p:nvPr/>
        </p:nvCxnSpPr>
        <p:spPr>
          <a:xfrm flipH="1" rot="10800000">
            <a:off x="3682852" y="400664"/>
            <a:ext cx="151800" cy="600"/>
          </a:xfrm>
          <a:prstGeom prst="straightConnector1">
            <a:avLst/>
          </a:prstGeom>
          <a:noFill/>
          <a:ln cap="flat" cmpd="sng" w="9525">
            <a:solidFill>
              <a:schemeClr val="dk1"/>
            </a:solidFill>
            <a:prstDash val="solid"/>
            <a:miter lim="800000"/>
            <a:headEnd len="sm" w="sm" type="none"/>
            <a:tailEnd len="med" w="med" type="triangle"/>
          </a:ln>
        </p:spPr>
      </p:cxnSp>
      <p:cxnSp>
        <p:nvCxnSpPr>
          <p:cNvPr id="44" name="Google Shape;44;p1"/>
          <p:cNvCxnSpPr>
            <a:stCxn id="38" idx="3"/>
            <a:endCxn id="39" idx="1"/>
          </p:cNvCxnSpPr>
          <p:nvPr/>
        </p:nvCxnSpPr>
        <p:spPr>
          <a:xfrm>
            <a:off x="4859669" y="400740"/>
            <a:ext cx="151800" cy="0"/>
          </a:xfrm>
          <a:prstGeom prst="straightConnector1">
            <a:avLst/>
          </a:prstGeom>
          <a:noFill/>
          <a:ln cap="flat" cmpd="sng" w="9525">
            <a:solidFill>
              <a:schemeClr val="dk1"/>
            </a:solidFill>
            <a:prstDash val="solid"/>
            <a:miter lim="800000"/>
            <a:headEnd len="sm" w="sm" type="none"/>
            <a:tailEnd len="med" w="med" type="triangle"/>
          </a:ln>
        </p:spPr>
      </p:cxnSp>
      <p:cxnSp>
        <p:nvCxnSpPr>
          <p:cNvPr id="45" name="Google Shape;45;p1"/>
          <p:cNvCxnSpPr>
            <a:stCxn id="39" idx="3"/>
          </p:cNvCxnSpPr>
          <p:nvPr/>
        </p:nvCxnSpPr>
        <p:spPr>
          <a:xfrm>
            <a:off x="6036485" y="400740"/>
            <a:ext cx="151800" cy="0"/>
          </a:xfrm>
          <a:prstGeom prst="straightConnector1">
            <a:avLst/>
          </a:prstGeom>
          <a:noFill/>
          <a:ln cap="flat" cmpd="sng" w="9525">
            <a:solidFill>
              <a:schemeClr val="dk1"/>
            </a:solidFill>
            <a:prstDash val="solid"/>
            <a:miter lim="800000"/>
            <a:headEnd len="sm" w="sm" type="none"/>
            <a:tailEnd len="med" w="med" type="triangle"/>
          </a:ln>
        </p:spPr>
      </p:cxnSp>
      <p:cxnSp>
        <p:nvCxnSpPr>
          <p:cNvPr id="46" name="Google Shape;46;p1"/>
          <p:cNvCxnSpPr>
            <a:endCxn id="37" idx="1"/>
          </p:cNvCxnSpPr>
          <p:nvPr/>
        </p:nvCxnSpPr>
        <p:spPr>
          <a:xfrm>
            <a:off x="6899417" y="400740"/>
            <a:ext cx="151800" cy="0"/>
          </a:xfrm>
          <a:prstGeom prst="straightConnector1">
            <a:avLst/>
          </a:prstGeom>
          <a:noFill/>
          <a:ln cap="flat" cmpd="sng" w="9525">
            <a:solidFill>
              <a:schemeClr val="dk1"/>
            </a:solidFill>
            <a:prstDash val="solid"/>
            <a:miter lim="800000"/>
            <a:headEnd len="sm" w="sm" type="none"/>
            <a:tailEnd len="med" w="med" type="triangle"/>
          </a:ln>
        </p:spPr>
      </p:cxnSp>
      <p:cxnSp>
        <p:nvCxnSpPr>
          <p:cNvPr id="47" name="Google Shape;47;p1"/>
          <p:cNvCxnSpPr>
            <a:stCxn id="37" idx="3"/>
            <a:endCxn id="36" idx="1"/>
          </p:cNvCxnSpPr>
          <p:nvPr/>
        </p:nvCxnSpPr>
        <p:spPr>
          <a:xfrm>
            <a:off x="7722313" y="400740"/>
            <a:ext cx="151800" cy="0"/>
          </a:xfrm>
          <a:prstGeom prst="straightConnector1">
            <a:avLst/>
          </a:prstGeom>
          <a:noFill/>
          <a:ln cap="flat" cmpd="sng" w="9525">
            <a:solidFill>
              <a:schemeClr val="dk1"/>
            </a:solidFill>
            <a:prstDash val="solid"/>
            <a:miter lim="800000"/>
            <a:headEnd len="sm" w="sm" type="none"/>
            <a:tailEnd len="med" w="med" type="triangle"/>
          </a:ln>
        </p:spPr>
      </p:cxnSp>
      <p:sp>
        <p:nvSpPr>
          <p:cNvPr id="48" name="Google Shape;48;p1"/>
          <p:cNvSpPr txBox="1"/>
          <p:nvPr/>
        </p:nvSpPr>
        <p:spPr>
          <a:xfrm>
            <a:off x="6188301" y="169907"/>
            <a:ext cx="692362" cy="461665"/>
          </a:xfrm>
          <a:prstGeom prst="rect">
            <a:avLst/>
          </a:prstGeom>
          <a:solidFill>
            <a:srgbClr val="FFFFFF"/>
          </a:solidFill>
          <a:ln cap="flat" cmpd="sng" w="12700">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RM in Industry</a:t>
            </a:r>
            <a:endParaRPr/>
          </a:p>
        </p:txBody>
      </p:sp>
      <p:pic>
        <p:nvPicPr>
          <p:cNvPr id="49" name="Google Shape;49;p1"/>
          <p:cNvPicPr preferRelativeResize="0"/>
          <p:nvPr/>
        </p:nvPicPr>
        <p:blipFill rotWithShape="1">
          <a:blip r:embed="rId3">
            <a:alphaModFix/>
          </a:blip>
          <a:srcRect b="0" l="0" r="0" t="0"/>
          <a:stretch/>
        </p:blipFill>
        <p:spPr>
          <a:xfrm>
            <a:off x="891182" y="4114800"/>
            <a:ext cx="1766671" cy="1766671"/>
          </a:xfrm>
          <a:prstGeom prst="rect">
            <a:avLst/>
          </a:prstGeom>
          <a:noFill/>
          <a:ln>
            <a:noFill/>
          </a:ln>
        </p:spPr>
      </p:pic>
      <p:pic>
        <p:nvPicPr>
          <p:cNvPr descr="Introduction to Sociology - 2013 - The Collaboratory" id="50" name="Google Shape;50;p1"/>
          <p:cNvPicPr preferRelativeResize="0"/>
          <p:nvPr/>
        </p:nvPicPr>
        <p:blipFill rotWithShape="1">
          <a:blip r:embed="rId4">
            <a:alphaModFix/>
          </a:blip>
          <a:srcRect b="0" l="0" r="0" t="0"/>
          <a:stretch/>
        </p:blipFill>
        <p:spPr>
          <a:xfrm>
            <a:off x="6096500" y="4114613"/>
            <a:ext cx="2590300" cy="176685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2"/>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180000" lvl="0" marL="18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This assignment is designed to:</a:t>
            </a:r>
            <a:endParaRPr/>
          </a:p>
          <a:p>
            <a:pPr indent="-359999" lvl="1" marL="54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Build expertise in risk management leadership</a:t>
            </a:r>
            <a:endParaRPr/>
          </a:p>
          <a:p>
            <a:pPr indent="-359999" lvl="1" marL="54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Assess your performance through the balance of the term. </a:t>
            </a:r>
            <a:endParaRPr/>
          </a:p>
          <a:p>
            <a:pPr indent="-359999" lvl="1" marL="540000" marR="0" rtl="0" algn="l">
              <a:lnSpc>
                <a:spcPct val="100000"/>
              </a:lnSpc>
              <a:spcBef>
                <a:spcPts val="0"/>
              </a:spcBef>
              <a:spcAft>
                <a:spcPts val="0"/>
              </a:spcAft>
              <a:buClr>
                <a:srgbClr val="000000"/>
              </a:buClr>
              <a:buSzPts val="1800"/>
              <a:buFont typeface="Noto Sans Symbols"/>
              <a:buChar char="⮚"/>
            </a:pPr>
            <a:r>
              <a:rPr b="0" i="0" lang="en-US" sz="1800" u="sng" cap="none" strike="noStrike">
                <a:solidFill>
                  <a:srgbClr val="000000"/>
                </a:solidFill>
                <a:latin typeface="Arial"/>
                <a:ea typeface="Arial"/>
                <a:cs typeface="Arial"/>
                <a:sym typeface="Arial"/>
              </a:rPr>
              <a:t>Help you succeed on the Final Exam</a:t>
            </a:r>
            <a:r>
              <a:rPr b="0" i="0" lang="en-US" sz="1800" u="none" cap="none" strike="noStrike">
                <a:solidFill>
                  <a:srgbClr val="000000"/>
                </a:solidFill>
                <a:latin typeface="Arial"/>
                <a:ea typeface="Arial"/>
                <a:cs typeface="Arial"/>
                <a:sym typeface="Arial"/>
              </a:rPr>
              <a:t>. </a:t>
            </a:r>
            <a:endParaRPr/>
          </a:p>
          <a:p>
            <a:pPr indent="-359999" lvl="1" marL="720000" marR="0" rtl="0" algn="l">
              <a:lnSpc>
                <a:spcPct val="100000"/>
              </a:lnSpc>
              <a:spcBef>
                <a:spcPts val="0"/>
              </a:spcBef>
              <a:spcAft>
                <a:spcPts val="0"/>
              </a:spcAft>
              <a:buClr>
                <a:srgbClr val="000000"/>
              </a:buClr>
              <a:buSzPts val="1800"/>
              <a:buFont typeface="Noto Sans Symbols"/>
              <a:buChar char="⮚"/>
            </a:pPr>
            <a:r>
              <a:rPr b="0" i="0" lang="en-US" sz="1800" u="sng" cap="none" strike="noStrike">
                <a:solidFill>
                  <a:srgbClr val="000000"/>
                </a:solidFill>
                <a:latin typeface="Arial"/>
                <a:ea typeface="Arial"/>
                <a:cs typeface="Arial"/>
                <a:sym typeface="Arial"/>
              </a:rPr>
              <a:t>Simulate the condition</a:t>
            </a:r>
            <a:r>
              <a:rPr b="0" i="0" lang="en-US" sz="1800" u="none" cap="none" strike="noStrike">
                <a:solidFill>
                  <a:srgbClr val="000000"/>
                </a:solidFill>
                <a:latin typeface="Arial"/>
                <a:ea typeface="Arial"/>
                <a:cs typeface="Arial"/>
                <a:sym typeface="Arial"/>
              </a:rPr>
              <a:t>s of the Final Exam, prepare and practice.</a:t>
            </a:r>
            <a:endParaRPr/>
          </a:p>
          <a:p>
            <a:pPr indent="-359999" lvl="1" marL="72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When you perform this assignment, you should attempt to do it under "exam like" conditions e.g. schedule some time prior to doing the assignment in order to study as though it were an exam, and then set aside a day or two in a quiet study space. </a:t>
            </a:r>
            <a:endParaRPr b="0" i="0" sz="1800" u="none" cap="none" strike="noStrike">
              <a:solidFill>
                <a:srgbClr val="000000"/>
              </a:solidFill>
              <a:latin typeface="Arial"/>
              <a:ea typeface="Arial"/>
              <a:cs typeface="Arial"/>
              <a:sym typeface="Arial"/>
            </a:endParaRPr>
          </a:p>
          <a:p>
            <a:pPr indent="-53000" lvl="0" marL="180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180000" lvl="0" marL="18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Make use of “any available resources”:</a:t>
            </a:r>
            <a:endParaRPr/>
          </a:p>
          <a:p>
            <a:pPr indent="-359999" lvl="1" marL="54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This is NOT an effective substitute for studying</a:t>
            </a:r>
            <a:endParaRPr/>
          </a:p>
          <a:p>
            <a:pPr indent="-359999" lvl="1" marL="54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Before attempting the assignment, strongly recommend that you study relevant content covering: </a:t>
            </a:r>
            <a:endParaRPr/>
          </a:p>
          <a:p>
            <a:pPr indent="-359999" lvl="1" marL="72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Chapter 1.</a:t>
            </a:r>
            <a:r>
              <a:rPr lang="en-US" sz="1800"/>
              <a:t>2</a:t>
            </a:r>
            <a:r>
              <a:rPr b="0" i="0" lang="en-US" sz="1800" u="none" cap="none" strike="noStrike">
                <a:solidFill>
                  <a:srgbClr val="000000"/>
                </a:solidFill>
                <a:latin typeface="Arial"/>
                <a:ea typeface="Arial"/>
                <a:cs typeface="Arial"/>
                <a:sym typeface="Arial"/>
              </a:rPr>
              <a:t>: The Engineer's Survival Guide revisited, </a:t>
            </a:r>
            <a:endParaRPr/>
          </a:p>
          <a:p>
            <a:pPr indent="-359999" lvl="1" marL="72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Case Study 7: BP Macondo Deepwater Horizon, </a:t>
            </a:r>
            <a:endParaRPr/>
          </a:p>
          <a:p>
            <a:pPr indent="-359999" lvl="1" marL="72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Chapter 6.10: Professionalism and Ethics, </a:t>
            </a:r>
            <a:endParaRPr/>
          </a:p>
          <a:p>
            <a:pPr indent="-359999" lvl="1" marL="720000" marR="0" rtl="0" algn="l">
              <a:lnSpc>
                <a:spcPct val="10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Case Study 9: The Role of the Engineer &amp; the Nypro Works Explosion, Flixborough UK. </a:t>
            </a:r>
            <a:endParaRPr/>
          </a:p>
        </p:txBody>
      </p:sp>
      <p:sp>
        <p:nvSpPr>
          <p:cNvPr id="57" name="Google Shape;57;p2"/>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ENGG404 - Assignment #4, weight = 5%</a:t>
            </a:r>
            <a:endParaRPr b="0" i="0" sz="2400" u="none" cap="none" strike="noStrike">
              <a:solidFill>
                <a:schemeClr val="accent2"/>
              </a:solidFill>
              <a:latin typeface="Arial"/>
              <a:ea typeface="Arial"/>
              <a:cs typeface="Arial"/>
              <a:sym typeface="Arial"/>
            </a:endParaRPr>
          </a:p>
        </p:txBody>
      </p:sp>
      <p:sp>
        <p:nvSpPr>
          <p:cNvPr id="58" name="Google Shape;58;p2"/>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59" name="Google Shape;59;p2"/>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Preparation for Assignment #4</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3"/>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360000" lvl="0" marL="360000" marR="0" rtl="0" algn="l">
              <a:lnSpc>
                <a:spcPct val="100000"/>
              </a:lnSpc>
              <a:spcBef>
                <a:spcPts val="0"/>
              </a:spcBef>
              <a:spcAft>
                <a:spcPts val="0"/>
              </a:spcAft>
              <a:buClr>
                <a:srgbClr val="000000"/>
              </a:buClr>
              <a:buSzPts val="2000"/>
              <a:buFont typeface="Noto Sans Symbols"/>
              <a:buChar char="⮚"/>
            </a:pPr>
            <a:r>
              <a:rPr b="1" i="0" lang="en-US" sz="2000" u="none" cap="none" strike="noStrike">
                <a:solidFill>
                  <a:srgbClr val="000000"/>
                </a:solidFill>
                <a:latin typeface="Arial"/>
                <a:ea typeface="Arial"/>
                <a:cs typeface="Arial"/>
                <a:sym typeface="Arial"/>
              </a:rPr>
              <a:t>Due date per Course Plan:</a:t>
            </a:r>
            <a:endParaRPr/>
          </a:p>
          <a:p>
            <a:pPr indent="-359999" lvl="1"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There is no extension except by exception. </a:t>
            </a:r>
            <a:endParaRPr/>
          </a:p>
          <a:p>
            <a:pPr indent="-359999" lvl="1"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Any exceptions please contact your professor. </a:t>
            </a:r>
            <a:endParaRPr/>
          </a:p>
          <a:p>
            <a:pPr indent="-359999" lvl="1" marL="72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Getting dates and times confused is not a valid exception. </a:t>
            </a:r>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Assignment presented in two (2) segments.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You can do the segments in any order.</a:t>
            </a:r>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Due dates and times on eClass for all are: </a:t>
            </a:r>
            <a:endParaRPr b="0" i="0" sz="2000" u="none" cap="none" strike="noStrike">
              <a:solidFill>
                <a:srgbClr val="000000"/>
              </a:solidFill>
              <a:latin typeface="Arial"/>
              <a:ea typeface="Arial"/>
              <a:cs typeface="Arial"/>
              <a:sym typeface="Arial"/>
            </a:endParaRPr>
          </a:p>
          <a:p>
            <a:pPr indent="-359999" lvl="1" marL="720000" marR="0" rtl="0" algn="l">
              <a:lnSpc>
                <a:spcPct val="90000"/>
              </a:lnSpc>
              <a:spcBef>
                <a:spcPts val="0"/>
              </a:spcBef>
              <a:spcAft>
                <a:spcPts val="0"/>
              </a:spcAft>
              <a:buClr>
                <a:srgbClr val="FF0000"/>
              </a:buClr>
              <a:buSzPts val="2000"/>
              <a:buFont typeface="Noto Sans Symbols"/>
              <a:buChar char="⮚"/>
            </a:pPr>
            <a:r>
              <a:rPr b="1" i="0" lang="en-US" sz="2000" u="none" cap="none" strike="noStrike">
                <a:solidFill>
                  <a:srgbClr val="FF0000"/>
                </a:solidFill>
                <a:latin typeface="Arial"/>
                <a:ea typeface="Arial"/>
                <a:cs typeface="Arial"/>
                <a:sym typeface="Arial"/>
              </a:rPr>
              <a:t>All segments open at 08:00AM </a:t>
            </a:r>
            <a:r>
              <a:rPr b="1" lang="en-US" sz="2000">
                <a:solidFill>
                  <a:srgbClr val="FF0000"/>
                </a:solidFill>
              </a:rPr>
              <a:t>20-March-2022</a:t>
            </a:r>
            <a:r>
              <a:rPr b="1" i="0" lang="en-US" sz="2000" u="none" cap="none" strike="noStrike">
                <a:solidFill>
                  <a:srgbClr val="FF0000"/>
                </a:solidFill>
                <a:latin typeface="Arial"/>
                <a:ea typeface="Arial"/>
                <a:cs typeface="Arial"/>
                <a:sym typeface="Arial"/>
              </a:rPr>
              <a:t> </a:t>
            </a:r>
            <a:endParaRPr b="1" i="0" sz="2000" u="none" cap="none" strike="noStrike">
              <a:solidFill>
                <a:srgbClr val="FF0000"/>
              </a:solidFill>
              <a:latin typeface="Arial"/>
              <a:ea typeface="Arial"/>
              <a:cs typeface="Arial"/>
              <a:sym typeface="Arial"/>
            </a:endParaRPr>
          </a:p>
          <a:p>
            <a:pPr indent="-359999" lvl="1" marL="720000" marR="0" rtl="0" algn="l">
              <a:lnSpc>
                <a:spcPct val="90000"/>
              </a:lnSpc>
              <a:spcBef>
                <a:spcPts val="0"/>
              </a:spcBef>
              <a:spcAft>
                <a:spcPts val="0"/>
              </a:spcAft>
              <a:buClr>
                <a:srgbClr val="FF0000"/>
              </a:buClr>
              <a:buSzPts val="2000"/>
              <a:buFont typeface="Noto Sans Symbols"/>
              <a:buChar char="⮚"/>
            </a:pPr>
            <a:r>
              <a:rPr b="1" i="0" lang="en-US" sz="2000" u="none" cap="none" strike="noStrike">
                <a:solidFill>
                  <a:srgbClr val="FF0000"/>
                </a:solidFill>
                <a:latin typeface="Arial"/>
                <a:ea typeface="Arial"/>
                <a:cs typeface="Arial"/>
                <a:sym typeface="Arial"/>
              </a:rPr>
              <a:t>All segments close at 0</a:t>
            </a:r>
            <a:r>
              <a:rPr b="1" lang="en-US" sz="2000">
                <a:solidFill>
                  <a:srgbClr val="FF0000"/>
                </a:solidFill>
              </a:rPr>
              <a:t>11:55PM</a:t>
            </a:r>
            <a:r>
              <a:rPr b="1" i="0" lang="en-US" sz="2000" u="none" cap="none" strike="noStrike">
                <a:solidFill>
                  <a:srgbClr val="FF0000"/>
                </a:solidFill>
                <a:latin typeface="Arial"/>
                <a:ea typeface="Arial"/>
                <a:cs typeface="Arial"/>
                <a:sym typeface="Arial"/>
              </a:rPr>
              <a:t> </a:t>
            </a:r>
            <a:r>
              <a:rPr b="1" lang="en-US" sz="2000">
                <a:solidFill>
                  <a:srgbClr val="FF0000"/>
                </a:solidFill>
              </a:rPr>
              <a:t>11-April-2022</a:t>
            </a:r>
            <a:endParaRPr b="1" i="0" sz="2000" u="none" cap="none" strike="noStrike">
              <a:solidFill>
                <a:srgbClr val="FF0000"/>
              </a:solidFill>
              <a:latin typeface="Arial"/>
              <a:ea typeface="Arial"/>
              <a:cs typeface="Arial"/>
              <a:sym typeface="Arial"/>
            </a:endParaRPr>
          </a:p>
          <a:p>
            <a:pPr indent="-245700" lvl="0" marL="360000" marR="0" rtl="0" algn="l">
              <a:lnSpc>
                <a:spcPct val="90000"/>
              </a:lnSpc>
              <a:spcBef>
                <a:spcPts val="0"/>
              </a:spcBef>
              <a:spcAft>
                <a:spcPts val="0"/>
              </a:spcAft>
              <a:buClr>
                <a:srgbClr val="000000"/>
              </a:buClr>
              <a:buSzPts val="1800"/>
              <a:buFont typeface="Noto Sans Symbols"/>
              <a:buNone/>
            </a:pPr>
            <a:r>
              <a:t/>
            </a:r>
            <a:endParaRPr b="0" i="0" sz="1800" u="none"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1800"/>
              <a:buFont typeface="Noto Sans Symbols"/>
              <a:buChar char="⮚"/>
            </a:pPr>
            <a:r>
              <a:rPr b="0" i="0" lang="en-US" sz="1800" u="none" cap="none" strike="noStrike">
                <a:solidFill>
                  <a:srgbClr val="000000"/>
                </a:solidFill>
                <a:latin typeface="Arial"/>
                <a:ea typeface="Arial"/>
                <a:cs typeface="Arial"/>
                <a:sym typeface="Arial"/>
              </a:rPr>
              <a:t>Only </a:t>
            </a:r>
            <a:r>
              <a:rPr b="1" i="0" lang="en-US" sz="1800" u="none" cap="none" strike="noStrike">
                <a:solidFill>
                  <a:srgbClr val="000000"/>
                </a:solidFill>
                <a:latin typeface="Arial"/>
                <a:ea typeface="Arial"/>
                <a:cs typeface="Arial"/>
                <a:sym typeface="Arial"/>
              </a:rPr>
              <a:t>ONE (1) attempt</a:t>
            </a:r>
            <a:r>
              <a:rPr b="0" i="0" lang="en-US" sz="1800" u="none" cap="none" strike="noStrike">
                <a:solidFill>
                  <a:srgbClr val="000000"/>
                </a:solidFill>
                <a:latin typeface="Arial"/>
                <a:ea typeface="Arial"/>
                <a:cs typeface="Arial"/>
                <a:sym typeface="Arial"/>
              </a:rPr>
              <a:t> is allowed. </a:t>
            </a:r>
            <a:endParaRPr/>
          </a:p>
          <a:p>
            <a:pPr indent="-359999" lvl="1" marL="720000" marR="0" rtl="0" algn="l">
              <a:lnSpc>
                <a:spcPct val="90000"/>
              </a:lnSpc>
              <a:spcBef>
                <a:spcPts val="0"/>
              </a:spcBef>
              <a:spcAft>
                <a:spcPts val="0"/>
              </a:spcAft>
              <a:buClr>
                <a:srgbClr val="FF0000"/>
              </a:buClr>
              <a:buSzPts val="2000"/>
              <a:buFont typeface="Noto Sans Symbols"/>
              <a:buChar char="⮚"/>
            </a:pPr>
            <a:r>
              <a:rPr b="1" i="0" lang="en-US" sz="2000" u="none" cap="none" strike="noStrike">
                <a:solidFill>
                  <a:srgbClr val="FF0000"/>
                </a:solidFill>
                <a:latin typeface="Arial"/>
                <a:ea typeface="Arial"/>
                <a:cs typeface="Arial"/>
                <a:sym typeface="Arial"/>
              </a:rPr>
              <a:t>Be sure you check for any preparation or pre-reading material! You can and should access and review this material before starting your attempt. </a:t>
            </a:r>
            <a:endParaRPr/>
          </a:p>
          <a:p>
            <a:pPr indent="-359999" lvl="1" marL="720000" marR="0" rtl="0" algn="l">
              <a:lnSpc>
                <a:spcPct val="90000"/>
              </a:lnSpc>
              <a:spcBef>
                <a:spcPts val="0"/>
              </a:spcBef>
              <a:spcAft>
                <a:spcPts val="0"/>
              </a:spcAft>
              <a:buClr>
                <a:srgbClr val="FF0000"/>
              </a:buClr>
              <a:buSzPts val="2000"/>
              <a:buFont typeface="Noto Sans Symbols"/>
              <a:buChar char="⮚"/>
            </a:pPr>
            <a:r>
              <a:rPr b="1" i="0" lang="en-US" sz="2000" u="none" cap="none" strike="noStrike">
                <a:solidFill>
                  <a:srgbClr val="FF0000"/>
                </a:solidFill>
                <a:latin typeface="Arial"/>
                <a:ea typeface="Arial"/>
                <a:cs typeface="Arial"/>
                <a:sym typeface="Arial"/>
              </a:rPr>
              <a:t>Once you start the attempt, you must complete it. </a:t>
            </a:r>
            <a:endParaRPr/>
          </a:p>
          <a:p>
            <a:pPr indent="-359999" lvl="1" marL="720000" marR="0" rtl="0" algn="l">
              <a:lnSpc>
                <a:spcPct val="90000"/>
              </a:lnSpc>
              <a:spcBef>
                <a:spcPts val="0"/>
              </a:spcBef>
              <a:spcAft>
                <a:spcPts val="0"/>
              </a:spcAft>
              <a:buClr>
                <a:srgbClr val="FF0000"/>
              </a:buClr>
              <a:buSzPts val="2000"/>
              <a:buFont typeface="Noto Sans Symbols"/>
              <a:buChar char="⮚"/>
            </a:pPr>
            <a:r>
              <a:rPr b="1" i="0" lang="en-US" sz="2000" u="none" cap="none" strike="noStrike">
                <a:solidFill>
                  <a:srgbClr val="FF0000"/>
                </a:solidFill>
                <a:latin typeface="Arial"/>
                <a:ea typeface="Arial"/>
                <a:cs typeface="Arial"/>
                <a:sym typeface="Arial"/>
              </a:rPr>
              <a:t>Be prepared to do so!. </a:t>
            </a:r>
            <a:endParaRPr/>
          </a:p>
          <a:p>
            <a:pPr indent="-232999" lvl="1" marL="720000" marR="0" rtl="0" algn="l">
              <a:lnSpc>
                <a:spcPct val="90000"/>
              </a:lnSpc>
              <a:spcBef>
                <a:spcPts val="0"/>
              </a:spcBef>
              <a:spcAft>
                <a:spcPts val="0"/>
              </a:spcAft>
              <a:buClr>
                <a:srgbClr val="000000"/>
              </a:buClr>
              <a:buSzPts val="2000"/>
              <a:buFont typeface="Noto Sans Symbols"/>
              <a:buNone/>
            </a:pPr>
            <a:r>
              <a:t/>
            </a:r>
            <a:endParaRPr b="1" i="0" sz="2000" u="none" cap="none" strike="noStrike">
              <a:solidFill>
                <a:srgbClr val="FF0000"/>
              </a:solidFill>
              <a:latin typeface="Arial"/>
              <a:ea typeface="Arial"/>
              <a:cs typeface="Arial"/>
              <a:sym typeface="Arial"/>
            </a:endParaRPr>
          </a:p>
          <a:p>
            <a:pPr indent="-232999" lvl="0" marL="720000" marR="0" rtl="0" algn="l">
              <a:lnSpc>
                <a:spcPct val="100000"/>
              </a:lnSpc>
              <a:spcBef>
                <a:spcPts val="0"/>
              </a:spcBef>
              <a:spcAft>
                <a:spcPts val="0"/>
              </a:spcAft>
              <a:buClr>
                <a:srgbClr val="000000"/>
              </a:buClr>
              <a:buSzPts val="2000"/>
              <a:buFont typeface="Noto Sans Symbols"/>
              <a:buNone/>
            </a:pPr>
            <a:r>
              <a:t/>
            </a:r>
            <a:endParaRPr b="1" i="0" sz="2000" u="none" cap="none" strike="noStrike">
              <a:solidFill>
                <a:srgbClr val="FF0000"/>
              </a:solidFill>
              <a:latin typeface="Arial"/>
              <a:ea typeface="Arial"/>
              <a:cs typeface="Arial"/>
              <a:sym typeface="Arial"/>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p:txBody>
      </p:sp>
      <p:sp>
        <p:nvSpPr>
          <p:cNvPr id="66" name="Google Shape;66;p3"/>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ENGG404 - Assignment #4, weight = 5%</a:t>
            </a:r>
            <a:endParaRPr b="0" i="0" sz="2400" u="none" cap="none" strike="noStrike">
              <a:solidFill>
                <a:schemeClr val="accent2"/>
              </a:solidFill>
              <a:latin typeface="Arial"/>
              <a:ea typeface="Arial"/>
              <a:cs typeface="Arial"/>
              <a:sym typeface="Arial"/>
            </a:endParaRPr>
          </a:p>
        </p:txBody>
      </p:sp>
      <p:sp>
        <p:nvSpPr>
          <p:cNvPr id="67" name="Google Shape;67;p3"/>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68" name="Google Shape;68;p3"/>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Preparation for Assignment #4</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4"/>
          <p:cNvSpPr/>
          <p:nvPr/>
        </p:nvSpPr>
        <p:spPr>
          <a:xfrm>
            <a:off x="180000" y="828000"/>
            <a:ext cx="8640000" cy="5328000"/>
          </a:xfrm>
          <a:prstGeom prst="rect">
            <a:avLst/>
          </a:prstGeom>
          <a:noFill/>
          <a:ln>
            <a:noFill/>
          </a:ln>
        </p:spPr>
        <p:txBody>
          <a:bodyPr anchorCtr="0" anchor="t" bIns="45700" lIns="91425" spcFirstLastPara="1" rIns="91425" wrap="square" tIns="45700">
            <a:noAutofit/>
          </a:bodyPr>
          <a:lstStyle/>
          <a:p>
            <a:pPr indent="-360000" lvl="0" marL="36000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The navigation through the questions is </a:t>
            </a:r>
            <a:r>
              <a:rPr b="0" i="0" lang="en-US" sz="2000" u="sng" cap="none" strike="noStrike">
                <a:solidFill>
                  <a:srgbClr val="000000"/>
                </a:solidFill>
                <a:latin typeface="Arial"/>
                <a:ea typeface="Arial"/>
                <a:cs typeface="Arial"/>
                <a:sym typeface="Arial"/>
              </a:rPr>
              <a:t>sequential</a:t>
            </a:r>
            <a:r>
              <a:rPr b="0" i="0" lang="en-US" sz="2000" u="none" cap="none" strike="noStrike">
                <a:solidFill>
                  <a:srgbClr val="000000"/>
                </a:solidFill>
                <a:latin typeface="Arial"/>
                <a:ea typeface="Arial"/>
                <a:cs typeface="Arial"/>
                <a:sym typeface="Arial"/>
              </a:rPr>
              <a:t>: </a:t>
            </a:r>
            <a:endParaRPr b="0" i="0" sz="2000" u="none" cap="none" strike="noStrike">
              <a:solidFill>
                <a:srgbClr val="000000"/>
              </a:solidFill>
              <a:latin typeface="Arial"/>
              <a:ea typeface="Arial"/>
              <a:cs typeface="Arial"/>
              <a:sym typeface="Arial"/>
            </a:endParaRPr>
          </a:p>
          <a:p>
            <a:pPr indent="-359999" lvl="1" marL="72000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Start on the first question, respond to it, then go to the next question</a:t>
            </a:r>
            <a:endParaRPr/>
          </a:p>
          <a:p>
            <a:pPr indent="-359999" lvl="1" marL="72000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“No going back” to previous questions that are not on the same “page”,</a:t>
            </a:r>
            <a:br>
              <a:rPr b="0" i="0" lang="en-US" sz="2000" u="none" cap="none" strike="noStrike">
                <a:solidFill>
                  <a:srgbClr val="000000"/>
                </a:solidFill>
                <a:latin typeface="Arial"/>
                <a:ea typeface="Arial"/>
                <a:cs typeface="Arial"/>
                <a:sym typeface="Arial"/>
              </a:rPr>
            </a:br>
            <a:r>
              <a:rPr b="0" i="0" lang="en-US" sz="2000" u="none" cap="none" strike="noStrike">
                <a:solidFill>
                  <a:srgbClr val="000000"/>
                </a:solidFill>
                <a:latin typeface="Arial"/>
                <a:ea typeface="Arial"/>
                <a:cs typeface="Arial"/>
                <a:sym typeface="Arial"/>
              </a:rPr>
              <a:t>So do NOT skip a question / page!</a:t>
            </a:r>
            <a:endParaRPr/>
          </a:p>
          <a:p>
            <a:pPr indent="-359999" lvl="1" marL="72000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To navigate to the next question, select the button in the lower right corner. </a:t>
            </a:r>
            <a:endParaRPr b="0" i="0" sz="2000" u="none" cap="none" strike="noStrike">
              <a:solidFill>
                <a:srgbClr val="000000"/>
              </a:solidFill>
              <a:latin typeface="Arial"/>
              <a:ea typeface="Arial"/>
              <a:cs typeface="Arial"/>
              <a:sym typeface="Arial"/>
            </a:endParaRPr>
          </a:p>
          <a:p>
            <a:pPr indent="-233000" lvl="0" marL="360000" marR="0" rtl="0" algn="l">
              <a:lnSpc>
                <a:spcPct val="9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10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Each segment has a different number of questions / marks, different overall grade weighting, and different durations to write.</a:t>
            </a:r>
            <a:endParaRPr/>
          </a:p>
          <a:p>
            <a:pPr indent="-233000" lvl="0" marL="360000" marR="0" rtl="0" algn="l">
              <a:lnSpc>
                <a:spcPct val="100000"/>
              </a:lnSpc>
              <a:spcBef>
                <a:spcPts val="0"/>
              </a:spcBef>
              <a:spcAft>
                <a:spcPts val="0"/>
              </a:spcAft>
              <a:buClr>
                <a:srgbClr val="000000"/>
              </a:buClr>
              <a:buSzPts val="2000"/>
              <a:buFont typeface="Noto Sans Symbols"/>
              <a:buNone/>
            </a:pPr>
            <a:r>
              <a:t/>
            </a:r>
            <a:endParaRPr b="0" i="0" sz="2000" u="none" cap="none" strike="noStrike">
              <a:solidFill>
                <a:srgbClr val="000000"/>
              </a:solidFill>
              <a:latin typeface="Arial"/>
              <a:ea typeface="Arial"/>
              <a:cs typeface="Arial"/>
              <a:sym typeface="Arial"/>
            </a:endParaRPr>
          </a:p>
          <a:p>
            <a:pPr indent="-360000" lvl="0" marL="360000" marR="0" rtl="0" algn="l">
              <a:lnSpc>
                <a:spcPct val="90000"/>
              </a:lnSpc>
              <a:spcBef>
                <a:spcPts val="0"/>
              </a:spcBef>
              <a:spcAft>
                <a:spcPts val="0"/>
              </a:spcAft>
              <a:buClr>
                <a:srgbClr val="000000"/>
              </a:buClr>
              <a:buSzPts val="2000"/>
              <a:buFont typeface="Noto Sans Symbols"/>
              <a:buChar char="⮚"/>
            </a:pPr>
            <a:r>
              <a:rPr b="0" i="0" lang="en-US" sz="2000" u="none" cap="none" strike="noStrike">
                <a:solidFill>
                  <a:srgbClr val="000000"/>
                </a:solidFill>
                <a:latin typeface="Arial"/>
                <a:ea typeface="Arial"/>
                <a:cs typeface="Arial"/>
                <a:sym typeface="Arial"/>
              </a:rPr>
              <a:t>Complete and submit the assignment online through eClass.</a:t>
            </a:r>
            <a:endParaRPr b="0" i="0" sz="2000" u="none" cap="none" strike="noStrike">
              <a:solidFill>
                <a:srgbClr val="000000"/>
              </a:solidFill>
              <a:latin typeface="Arial"/>
              <a:ea typeface="Arial"/>
              <a:cs typeface="Arial"/>
              <a:sym typeface="Arial"/>
            </a:endParaRPr>
          </a:p>
        </p:txBody>
      </p:sp>
      <p:sp>
        <p:nvSpPr>
          <p:cNvPr id="75" name="Google Shape;75;p4"/>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ENGG404 - Assignment #4, weight = 5%</a:t>
            </a:r>
            <a:endParaRPr b="0" i="0" sz="2400" u="none" cap="none" strike="noStrike">
              <a:solidFill>
                <a:schemeClr val="accent2"/>
              </a:solidFill>
              <a:latin typeface="Arial"/>
              <a:ea typeface="Arial"/>
              <a:cs typeface="Arial"/>
              <a:sym typeface="Arial"/>
            </a:endParaRPr>
          </a:p>
        </p:txBody>
      </p:sp>
      <p:sp>
        <p:nvSpPr>
          <p:cNvPr id="76" name="Google Shape;76;p4"/>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77" name="Google Shape;77;p4"/>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Preparation for Assignment #4</a:t>
            </a:r>
            <a:endParaRPr b="1" i="1" sz="1200" u="none" cap="none" strike="noStrike">
              <a:solidFill>
                <a:srgbClr val="000000"/>
              </a:solidFill>
              <a:latin typeface="Arial"/>
              <a:ea typeface="Arial"/>
              <a:cs typeface="Arial"/>
              <a:sym typeface="Arial"/>
            </a:endParaRP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5"/>
          <p:cNvSpPr/>
          <p:nvPr/>
        </p:nvSpPr>
        <p:spPr>
          <a:xfrm>
            <a:off x="180000" y="216000"/>
            <a:ext cx="8640000" cy="50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accent2"/>
              </a:buClr>
              <a:buSzPts val="2400"/>
              <a:buFont typeface="Arial"/>
              <a:buNone/>
            </a:pPr>
            <a:r>
              <a:rPr b="0" i="0" lang="en-US" sz="2400" u="none" cap="none" strike="noStrike">
                <a:solidFill>
                  <a:schemeClr val="accent2"/>
                </a:solidFill>
                <a:latin typeface="Arial"/>
                <a:ea typeface="Arial"/>
                <a:cs typeface="Arial"/>
                <a:sym typeface="Arial"/>
              </a:rPr>
              <a:t>ENGG404 - Assignment #4, weight = 5%</a:t>
            </a:r>
            <a:endParaRPr b="0" i="0" sz="2400" u="none" cap="none" strike="noStrike">
              <a:solidFill>
                <a:schemeClr val="accent2"/>
              </a:solidFill>
              <a:latin typeface="Arial"/>
              <a:ea typeface="Arial"/>
              <a:cs typeface="Arial"/>
              <a:sym typeface="Arial"/>
            </a:endParaRPr>
          </a:p>
        </p:txBody>
      </p:sp>
      <p:sp>
        <p:nvSpPr>
          <p:cNvPr id="84" name="Google Shape;84;p5"/>
          <p:cNvSpPr txBox="1"/>
          <p:nvPr/>
        </p:nvSpPr>
        <p:spPr>
          <a:xfrm>
            <a:off x="8280000" y="6300000"/>
            <a:ext cx="533400" cy="28800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rgbClr val="000000"/>
              </a:buClr>
              <a:buSzPts val="1200"/>
              <a:buFont typeface="Noto Sans Symbols"/>
              <a:buNone/>
            </a:pPr>
            <a:fld id="{00000000-1234-1234-1234-123412341234}" type="slidenum">
              <a:rPr b="1" i="1" lang="en-US" sz="1200" u="none" cap="none" strike="noStrike">
                <a:solidFill>
                  <a:srgbClr val="000000"/>
                </a:solidFill>
                <a:latin typeface="Arial"/>
                <a:ea typeface="Arial"/>
                <a:cs typeface="Arial"/>
                <a:sym typeface="Arial"/>
              </a:rPr>
              <a:t>‹#›</a:t>
            </a:fld>
            <a:endParaRPr b="1" i="1" sz="1200" u="none" cap="none" strike="noStrike">
              <a:solidFill>
                <a:srgbClr val="000000"/>
              </a:solidFill>
              <a:latin typeface="Arial"/>
              <a:ea typeface="Arial"/>
              <a:cs typeface="Arial"/>
              <a:sym typeface="Arial"/>
            </a:endParaRPr>
          </a:p>
        </p:txBody>
      </p:sp>
      <p:sp>
        <p:nvSpPr>
          <p:cNvPr id="85" name="Google Shape;85;p5"/>
          <p:cNvSpPr/>
          <p:nvPr/>
        </p:nvSpPr>
        <p:spPr>
          <a:xfrm>
            <a:off x="2700000" y="6300000"/>
            <a:ext cx="5400000" cy="2880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b="1" i="1" lang="en-US" sz="1200" u="none" cap="none" strike="noStrike">
                <a:solidFill>
                  <a:srgbClr val="000000"/>
                </a:solidFill>
                <a:latin typeface="Arial"/>
                <a:ea typeface="Arial"/>
                <a:cs typeface="Arial"/>
                <a:sym typeface="Arial"/>
              </a:rPr>
              <a:t>Preparation for Assignment #4</a:t>
            </a:r>
            <a:endParaRPr b="1" i="1" sz="1200" u="none" cap="none" strike="noStrike">
              <a:solidFill>
                <a:srgbClr val="000000"/>
              </a:solidFill>
              <a:latin typeface="Arial"/>
              <a:ea typeface="Arial"/>
              <a:cs typeface="Arial"/>
              <a:sym typeface="Arial"/>
            </a:endParaRPr>
          </a:p>
        </p:txBody>
      </p:sp>
      <p:graphicFrame>
        <p:nvGraphicFramePr>
          <p:cNvPr id="86" name="Google Shape;86;p5"/>
          <p:cNvGraphicFramePr/>
          <p:nvPr/>
        </p:nvGraphicFramePr>
        <p:xfrm>
          <a:off x="761999" y="2175034"/>
          <a:ext cx="3000000" cy="3000000"/>
        </p:xfrm>
        <a:graphic>
          <a:graphicData uri="http://schemas.openxmlformats.org/drawingml/2006/table">
            <a:tbl>
              <a:tblPr>
                <a:noFill/>
                <a:tableStyleId>{31425036-F042-408D-8B14-06153D0103F2}</a:tableStyleId>
              </a:tblPr>
              <a:tblGrid>
                <a:gridCol w="2556850"/>
                <a:gridCol w="1800025"/>
                <a:gridCol w="1145475"/>
                <a:gridCol w="1431850"/>
              </a:tblGrid>
              <a:tr h="279400">
                <a:tc>
                  <a:txBody>
                    <a:bodyPr/>
                    <a:lstStyle/>
                    <a:p>
                      <a:pPr indent="0" lvl="0" marL="0" marR="0" rtl="0" algn="ctr">
                        <a:spcBef>
                          <a:spcPts val="0"/>
                        </a:spcBef>
                        <a:spcAft>
                          <a:spcPts val="0"/>
                        </a:spcAft>
                        <a:buNone/>
                      </a:pPr>
                      <a:r>
                        <a:rPr b="1" i="0" lang="en-US" sz="2400" u="none" cap="none" strike="noStrike">
                          <a:solidFill>
                            <a:srgbClr val="000000"/>
                          </a:solidFill>
                          <a:latin typeface="Arial"/>
                          <a:ea typeface="Arial"/>
                          <a:cs typeface="Arial"/>
                          <a:sym typeface="Arial"/>
                        </a:rPr>
                        <a:t>Assignment #4</a:t>
                      </a:r>
                      <a:endParaRPr sz="2400" u="none" cap="none" strike="noStrike"/>
                    </a:p>
                  </a:txBody>
                  <a:tcPr marT="63500" marB="63500" marR="63500" marL="635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1" i="0" lang="en-US" sz="2400" u="none" cap="none" strike="noStrike">
                          <a:solidFill>
                            <a:srgbClr val="000000"/>
                          </a:solidFill>
                          <a:latin typeface="Arial"/>
                          <a:ea typeface="Arial"/>
                          <a:cs typeface="Arial"/>
                          <a:sym typeface="Arial"/>
                        </a:rPr>
                        <a:t>Questions</a:t>
                      </a:r>
                      <a:endParaRPr sz="2400" u="none" cap="none" strike="noStrike"/>
                    </a:p>
                  </a:txBody>
                  <a:tcPr marT="63500" marB="63500" marR="63500" marL="635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1" i="0" lang="en-US" sz="2400" u="none" cap="none" strike="noStrike">
                          <a:solidFill>
                            <a:srgbClr val="000000"/>
                          </a:solidFill>
                          <a:latin typeface="Arial"/>
                          <a:ea typeface="Arial"/>
                          <a:cs typeface="Arial"/>
                          <a:sym typeface="Arial"/>
                        </a:rPr>
                        <a:t>Marks</a:t>
                      </a:r>
                      <a:endParaRPr sz="2400" u="none" cap="none" strike="noStrike"/>
                    </a:p>
                  </a:txBody>
                  <a:tcPr marT="63500" marB="63500" marR="63500" marL="635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1" i="0" lang="en-US" sz="2400" u="none" cap="none" strike="noStrike">
                          <a:solidFill>
                            <a:srgbClr val="000000"/>
                          </a:solidFill>
                          <a:latin typeface="Arial"/>
                          <a:ea typeface="Arial"/>
                          <a:cs typeface="Arial"/>
                          <a:sym typeface="Arial"/>
                        </a:rPr>
                        <a:t>Minutes</a:t>
                      </a:r>
                      <a:endParaRPr sz="2400" u="none" cap="none" strike="noStrike"/>
                    </a:p>
                  </a:txBody>
                  <a:tcPr marT="63500" marB="63500" marR="63500" marL="635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79400">
                <a:tc>
                  <a:txBody>
                    <a:bodyPr/>
                    <a:lstStyle/>
                    <a:p>
                      <a:pPr indent="0" lvl="0" marL="0" marR="0" rtl="0" algn="ctr">
                        <a:spcBef>
                          <a:spcPts val="0"/>
                        </a:spcBef>
                        <a:spcAft>
                          <a:spcPts val="0"/>
                        </a:spcAft>
                        <a:buNone/>
                      </a:pPr>
                      <a:r>
                        <a:rPr b="0" i="0" lang="en-US" sz="2400" u="none" cap="none" strike="noStrike">
                          <a:solidFill>
                            <a:srgbClr val="000000"/>
                          </a:solidFill>
                          <a:latin typeface="Arial"/>
                          <a:ea typeface="Arial"/>
                          <a:cs typeface="Arial"/>
                          <a:sym typeface="Arial"/>
                        </a:rPr>
                        <a:t>Segment #1</a:t>
                      </a:r>
                      <a:endParaRPr sz="2400" u="none" cap="none" strike="noStrike"/>
                    </a:p>
                  </a:txBody>
                  <a:tcPr marT="63500" marB="63500" marR="63500" marL="635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400" u="none" cap="none" strike="noStrike">
                          <a:solidFill>
                            <a:srgbClr val="000000"/>
                          </a:solidFill>
                          <a:latin typeface="Arial"/>
                          <a:ea typeface="Arial"/>
                          <a:cs typeface="Arial"/>
                          <a:sym typeface="Arial"/>
                        </a:rPr>
                        <a:t>18</a:t>
                      </a:r>
                      <a:endParaRPr sz="2400" u="none" cap="none" strike="noStrike"/>
                    </a:p>
                  </a:txBody>
                  <a:tcPr marT="63500" marB="63500" marR="63500" marL="635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lang="en-US" sz="2400" u="none" cap="none" strike="noStrike"/>
                        <a:t>46</a:t>
                      </a:r>
                      <a:endParaRPr sz="2400" u="none" cap="none" strike="noStrike"/>
                    </a:p>
                  </a:txBody>
                  <a:tcPr marT="63500" marB="63500" marR="63500" marL="635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400" u="none" cap="none" strike="noStrike">
                          <a:solidFill>
                            <a:srgbClr val="000000"/>
                          </a:solidFill>
                          <a:latin typeface="Arial"/>
                          <a:ea typeface="Arial"/>
                          <a:cs typeface="Arial"/>
                          <a:sym typeface="Arial"/>
                        </a:rPr>
                        <a:t>45</a:t>
                      </a:r>
                      <a:endParaRPr sz="2400" u="none" cap="none" strike="noStrike"/>
                    </a:p>
                  </a:txBody>
                  <a:tcPr marT="63500" marB="63500" marR="63500" marL="635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79400">
                <a:tc>
                  <a:txBody>
                    <a:bodyPr/>
                    <a:lstStyle/>
                    <a:p>
                      <a:pPr indent="0" lvl="0" marL="0" marR="0" rtl="0" algn="ctr">
                        <a:spcBef>
                          <a:spcPts val="0"/>
                        </a:spcBef>
                        <a:spcAft>
                          <a:spcPts val="0"/>
                        </a:spcAft>
                        <a:buNone/>
                      </a:pPr>
                      <a:r>
                        <a:rPr b="0" i="0" lang="en-US" sz="2400" u="none" cap="none" strike="noStrike">
                          <a:solidFill>
                            <a:srgbClr val="000000"/>
                          </a:solidFill>
                          <a:latin typeface="Arial"/>
                          <a:ea typeface="Arial"/>
                          <a:cs typeface="Arial"/>
                          <a:sym typeface="Arial"/>
                        </a:rPr>
                        <a:t>Segment #2</a:t>
                      </a:r>
                      <a:endParaRPr sz="2400" u="none" cap="none" strike="noStrike"/>
                    </a:p>
                  </a:txBody>
                  <a:tcPr marT="63500" marB="63500" marR="63500" marL="635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400" u="none" cap="none" strike="noStrike">
                          <a:solidFill>
                            <a:srgbClr val="000000"/>
                          </a:solidFill>
                          <a:latin typeface="Arial"/>
                          <a:ea typeface="Arial"/>
                          <a:cs typeface="Arial"/>
                          <a:sym typeface="Arial"/>
                        </a:rPr>
                        <a:t>16</a:t>
                      </a:r>
                      <a:endParaRPr sz="2400" u="none" cap="none" strike="noStrike"/>
                    </a:p>
                  </a:txBody>
                  <a:tcPr marT="63500" marB="63500" marR="63500" marL="635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lang="en-US" sz="2400" u="none" cap="none" strike="noStrike"/>
                        <a:t>5</a:t>
                      </a:r>
                      <a:r>
                        <a:rPr lang="en-US" sz="2400"/>
                        <a:t>7</a:t>
                      </a:r>
                      <a:endParaRPr sz="2400" u="none" cap="none" strike="noStrike"/>
                    </a:p>
                  </a:txBody>
                  <a:tcPr marT="63500" marB="63500" marR="63500" marL="635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400" u="none" cap="none" strike="noStrike">
                          <a:solidFill>
                            <a:srgbClr val="000000"/>
                          </a:solidFill>
                          <a:latin typeface="Arial"/>
                          <a:ea typeface="Arial"/>
                          <a:cs typeface="Arial"/>
                          <a:sym typeface="Arial"/>
                        </a:rPr>
                        <a:t>55</a:t>
                      </a:r>
                      <a:endParaRPr sz="2400" u="none" cap="none" strike="noStrike"/>
                    </a:p>
                  </a:txBody>
                  <a:tcPr marT="63500" marB="63500" marR="63500" marL="635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79400">
                <a:tc>
                  <a:txBody>
                    <a:bodyPr/>
                    <a:lstStyle/>
                    <a:p>
                      <a:pPr indent="0" lvl="0" marL="0" marR="0" rtl="0" algn="ctr">
                        <a:spcBef>
                          <a:spcPts val="0"/>
                        </a:spcBef>
                        <a:spcAft>
                          <a:spcPts val="0"/>
                        </a:spcAft>
                        <a:buNone/>
                      </a:pPr>
                      <a:r>
                        <a:rPr b="0" i="0" lang="en-US" sz="2400" u="none" cap="none" strike="noStrike">
                          <a:solidFill>
                            <a:srgbClr val="000000"/>
                          </a:solidFill>
                          <a:latin typeface="Arial"/>
                          <a:ea typeface="Arial"/>
                          <a:cs typeface="Arial"/>
                          <a:sym typeface="Arial"/>
                        </a:rPr>
                        <a:t>Totals:</a:t>
                      </a:r>
                      <a:endParaRPr sz="2400" u="none" cap="none" strike="noStrike"/>
                    </a:p>
                  </a:txBody>
                  <a:tcPr marT="63500" marB="63500" marR="63500" marL="635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400" u="none" cap="none" strike="noStrike">
                          <a:solidFill>
                            <a:srgbClr val="000000"/>
                          </a:solidFill>
                          <a:latin typeface="Arial"/>
                          <a:ea typeface="Arial"/>
                          <a:cs typeface="Arial"/>
                          <a:sym typeface="Arial"/>
                        </a:rPr>
                        <a:t>34</a:t>
                      </a:r>
                      <a:endParaRPr sz="2400" u="none" cap="none" strike="noStrike"/>
                    </a:p>
                  </a:txBody>
                  <a:tcPr marT="63500" marB="63500" marR="63500" marL="635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lang="en-US" sz="2400"/>
                        <a:t>103</a:t>
                      </a:r>
                      <a:endParaRPr sz="2400" u="none" cap="none" strike="noStrike"/>
                    </a:p>
                  </a:txBody>
                  <a:tcPr marT="63500" marB="63500" marR="63500" marL="635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US" sz="2400" u="none" cap="none" strike="noStrike">
                          <a:solidFill>
                            <a:srgbClr val="000000"/>
                          </a:solidFill>
                          <a:latin typeface="Arial"/>
                          <a:ea typeface="Arial"/>
                          <a:cs typeface="Arial"/>
                          <a:sym typeface="Arial"/>
                        </a:rPr>
                        <a:t>100</a:t>
                      </a:r>
                      <a:endParaRPr sz="2400" u="none" cap="none" strike="noStrike"/>
                    </a:p>
                  </a:txBody>
                  <a:tcPr marT="63500" marB="63500" marR="63500" marL="6350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Tree>
  </p:cSld>
  <p:clrMapOvr>
    <a:masterClrMapping/>
  </p:clrMapOvr>
  <p:transition>
    <p:fade/>
  </p:transition>
</p:sld>
</file>

<file path=ppt/theme/theme1.xml><?xml version="1.0" encoding="utf-8"?>
<a:theme xmlns:a="http://schemas.openxmlformats.org/drawingml/2006/main" xmlns:r="http://schemas.openxmlformats.org/officeDocument/2006/relationships"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2007-03-28T16:18:47Z</dcterms:created>
  <dc:creator>MSB</dc:creator>
</cp:coreProperties>
</file>