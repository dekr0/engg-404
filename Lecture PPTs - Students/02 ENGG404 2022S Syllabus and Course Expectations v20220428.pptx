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4174" r:id="rId2"/>
  </p:sldMasterIdLst>
  <p:notesMasterIdLst>
    <p:notesMasterId r:id="rId30"/>
  </p:notesMasterIdLst>
  <p:handoutMasterIdLst>
    <p:handoutMasterId r:id="rId31"/>
  </p:handoutMasterIdLst>
  <p:sldIdLst>
    <p:sldId id="958" r:id="rId3"/>
    <p:sldId id="959" r:id="rId4"/>
    <p:sldId id="993" r:id="rId5"/>
    <p:sldId id="1004" r:id="rId6"/>
    <p:sldId id="961" r:id="rId7"/>
    <p:sldId id="962" r:id="rId8"/>
    <p:sldId id="963" r:id="rId9"/>
    <p:sldId id="995" r:id="rId10"/>
    <p:sldId id="996" r:id="rId11"/>
    <p:sldId id="967" r:id="rId12"/>
    <p:sldId id="968" r:id="rId13"/>
    <p:sldId id="983" r:id="rId14"/>
    <p:sldId id="969" r:id="rId15"/>
    <p:sldId id="952" r:id="rId16"/>
    <p:sldId id="1006" r:id="rId17"/>
    <p:sldId id="1005" r:id="rId18"/>
    <p:sldId id="1002" r:id="rId19"/>
    <p:sldId id="973" r:id="rId20"/>
    <p:sldId id="998" r:id="rId21"/>
    <p:sldId id="999" r:id="rId22"/>
    <p:sldId id="1003" r:id="rId23"/>
    <p:sldId id="974" r:id="rId24"/>
    <p:sldId id="1007" r:id="rId25"/>
    <p:sldId id="991" r:id="rId26"/>
    <p:sldId id="927" r:id="rId27"/>
    <p:sldId id="990" r:id="rId28"/>
    <p:sldId id="992" r:id="rId29"/>
  </p:sldIdLst>
  <p:sldSz cx="9144000" cy="6858000" type="screen4x3"/>
  <p:notesSz cx="7010400" cy="9296400"/>
  <p:defaultTextStyle>
    <a:defPPr>
      <a:defRPr lang="en-US"/>
    </a:defPPr>
    <a:lvl1pPr algn="l" rtl="0" fontAlgn="base">
      <a:spcBef>
        <a:spcPct val="0"/>
      </a:spcBef>
      <a:spcAft>
        <a:spcPct val="0"/>
      </a:spcAft>
      <a:defRPr b="1" kern="1200">
        <a:solidFill>
          <a:schemeClr val="tx1"/>
        </a:solidFill>
        <a:latin typeface="Arial" charset="0"/>
        <a:ea typeface="+mn-ea"/>
        <a:cs typeface="+mn-cs"/>
      </a:defRPr>
    </a:lvl1pPr>
    <a:lvl2pPr marL="457200" algn="l" rtl="0" fontAlgn="base">
      <a:spcBef>
        <a:spcPct val="0"/>
      </a:spcBef>
      <a:spcAft>
        <a:spcPct val="0"/>
      </a:spcAft>
      <a:defRPr b="1" kern="1200">
        <a:solidFill>
          <a:schemeClr val="tx1"/>
        </a:solidFill>
        <a:latin typeface="Arial" charset="0"/>
        <a:ea typeface="+mn-ea"/>
        <a:cs typeface="+mn-cs"/>
      </a:defRPr>
    </a:lvl2pPr>
    <a:lvl3pPr marL="914400" algn="l" rtl="0" fontAlgn="base">
      <a:spcBef>
        <a:spcPct val="0"/>
      </a:spcBef>
      <a:spcAft>
        <a:spcPct val="0"/>
      </a:spcAft>
      <a:defRPr b="1" kern="1200">
        <a:solidFill>
          <a:schemeClr val="tx1"/>
        </a:solidFill>
        <a:latin typeface="Arial" charset="0"/>
        <a:ea typeface="+mn-ea"/>
        <a:cs typeface="+mn-cs"/>
      </a:defRPr>
    </a:lvl3pPr>
    <a:lvl4pPr marL="1371600" algn="l" rtl="0" fontAlgn="base">
      <a:spcBef>
        <a:spcPct val="0"/>
      </a:spcBef>
      <a:spcAft>
        <a:spcPct val="0"/>
      </a:spcAft>
      <a:defRPr b="1" kern="1200">
        <a:solidFill>
          <a:schemeClr val="tx1"/>
        </a:solidFill>
        <a:latin typeface="Arial" charset="0"/>
        <a:ea typeface="+mn-ea"/>
        <a:cs typeface="+mn-cs"/>
      </a:defRPr>
    </a:lvl4pPr>
    <a:lvl5pPr marL="1828800" algn="l" rtl="0" fontAlgn="base">
      <a:spcBef>
        <a:spcPct val="0"/>
      </a:spcBef>
      <a:spcAft>
        <a:spcPct val="0"/>
      </a:spcAft>
      <a:defRPr b="1" kern="1200">
        <a:solidFill>
          <a:schemeClr val="tx1"/>
        </a:solidFill>
        <a:latin typeface="Arial" charset="0"/>
        <a:ea typeface="+mn-ea"/>
        <a:cs typeface="+mn-cs"/>
      </a:defRPr>
    </a:lvl5pPr>
    <a:lvl6pPr marL="2286000" algn="l" defTabSz="914400" rtl="0" eaLnBrk="1" latinLnBrk="0" hangingPunct="1">
      <a:defRPr b="1" kern="1200">
        <a:solidFill>
          <a:schemeClr val="tx1"/>
        </a:solidFill>
        <a:latin typeface="Arial" charset="0"/>
        <a:ea typeface="+mn-ea"/>
        <a:cs typeface="+mn-cs"/>
      </a:defRPr>
    </a:lvl6pPr>
    <a:lvl7pPr marL="2743200" algn="l" defTabSz="914400" rtl="0" eaLnBrk="1" latinLnBrk="0" hangingPunct="1">
      <a:defRPr b="1" kern="1200">
        <a:solidFill>
          <a:schemeClr val="tx1"/>
        </a:solidFill>
        <a:latin typeface="Arial" charset="0"/>
        <a:ea typeface="+mn-ea"/>
        <a:cs typeface="+mn-cs"/>
      </a:defRPr>
    </a:lvl7pPr>
    <a:lvl8pPr marL="3200400" algn="l" defTabSz="914400" rtl="0" eaLnBrk="1" latinLnBrk="0" hangingPunct="1">
      <a:defRPr b="1" kern="1200">
        <a:solidFill>
          <a:schemeClr val="tx1"/>
        </a:solidFill>
        <a:latin typeface="Arial" charset="0"/>
        <a:ea typeface="+mn-ea"/>
        <a:cs typeface="+mn-cs"/>
      </a:defRPr>
    </a:lvl8pPr>
    <a:lvl9pPr marL="3657600" algn="l" defTabSz="914400" rtl="0" eaLnBrk="1" latinLnBrk="0" hangingPunct="1">
      <a:defRPr b="1" kern="1200">
        <a:solidFill>
          <a:schemeClr val="tx1"/>
        </a:solidFill>
        <a:latin typeface="Arial" charset="0"/>
        <a:ea typeface="+mn-ea"/>
        <a:cs typeface="+mn-cs"/>
      </a:defRPr>
    </a:lvl9pPr>
  </p:defaultTextStyle>
  <p:extLst>
    <p:ext uri="{521415D9-36F7-43E2-AB2F-B90AF26B5E84}">
      <p14:sectionLst xmlns:p14="http://schemas.microsoft.com/office/powerpoint/2010/main">
        <p14:section name="Default Section" id="{C9E92DFA-6333-4D24-89B4-B39EC0786CAA}">
          <p14:sldIdLst>
            <p14:sldId id="958"/>
            <p14:sldId id="959"/>
            <p14:sldId id="993"/>
            <p14:sldId id="1004"/>
            <p14:sldId id="961"/>
            <p14:sldId id="962"/>
            <p14:sldId id="963"/>
            <p14:sldId id="995"/>
            <p14:sldId id="996"/>
            <p14:sldId id="967"/>
            <p14:sldId id="968"/>
            <p14:sldId id="983"/>
            <p14:sldId id="969"/>
            <p14:sldId id="952"/>
            <p14:sldId id="1006"/>
            <p14:sldId id="1005"/>
            <p14:sldId id="1002"/>
            <p14:sldId id="973"/>
            <p14:sldId id="998"/>
            <p14:sldId id="999"/>
            <p14:sldId id="1003"/>
            <p14:sldId id="974"/>
            <p14:sldId id="1007"/>
            <p14:sldId id="991"/>
            <p14:sldId id="927"/>
            <p14:sldId id="990"/>
            <p14:sldId id="992"/>
          </p14:sldIdLst>
        </p14:section>
      </p14:sectionLst>
    </p:ext>
    <p:ext uri="{EFAFB233-063F-42B5-8137-9DF3F51BA10A}">
      <p15:sldGuideLst xmlns:p15="http://schemas.microsoft.com/office/powerpoint/2012/main">
        <p15:guide id="1" orient="horz" pos="576">
          <p15:clr>
            <a:srgbClr val="A4A3A4"/>
          </p15:clr>
        </p15:guide>
        <p15:guide id="2" pos="3792">
          <p15:clr>
            <a:srgbClr val="A4A3A4"/>
          </p15:clr>
        </p15:guide>
      </p15:sldGuideLst>
    </p:ext>
    <p:ext uri="{2D200454-40CA-4A62-9FC3-DE9A4176ACB9}">
      <p15:notesGuideLst xmlns:p15="http://schemas.microsoft.com/office/powerpoint/2012/main">
        <p15:guide id="1" orient="horz" pos="2928" userDrawn="1">
          <p15:clr>
            <a:srgbClr val="A4A3A4"/>
          </p15:clr>
        </p15:guide>
        <p15:guide id="2" pos="2209" userDrawn="1">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Joel Gehman" initials="" lastIdx="2"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F8F8F8"/>
    <a:srgbClr val="0000CC"/>
    <a:srgbClr val="0000FF"/>
    <a:srgbClr val="000000"/>
    <a:srgbClr val="F5D7F1"/>
    <a:srgbClr val="5F5F5F"/>
    <a:srgbClr val="DDDDDD"/>
    <a:srgbClr val="FBA3E8"/>
    <a:srgbClr val="333333"/>
    <a:srgbClr val="BDB1A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182" autoAdjust="0"/>
    <p:restoredTop sz="92931" autoAdjust="0"/>
  </p:normalViewPr>
  <p:slideViewPr>
    <p:cSldViewPr>
      <p:cViewPr varScale="1">
        <p:scale>
          <a:sx n="65" d="100"/>
          <a:sy n="65" d="100"/>
        </p:scale>
        <p:origin x="1220" y="52"/>
      </p:cViewPr>
      <p:guideLst>
        <p:guide orient="horz" pos="576"/>
        <p:guide pos="3792"/>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40" d="100"/>
        <a:sy n="140" d="100"/>
      </p:scale>
      <p:origin x="0" y="-9212"/>
    </p:cViewPr>
  </p:sorterViewPr>
  <p:notesViewPr>
    <p:cSldViewPr>
      <p:cViewPr>
        <p:scale>
          <a:sx n="66" d="100"/>
          <a:sy n="66" d="100"/>
        </p:scale>
        <p:origin x="-2634" y="222"/>
      </p:cViewPr>
      <p:guideLst>
        <p:guide orient="horz" pos="2928"/>
        <p:guide pos="2209"/>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 Type="http://schemas.openxmlformats.org/officeDocument/2006/relationships/slide" Target="slides/slide1.xml"/><Relationship Id="rId21" Type="http://schemas.openxmlformats.org/officeDocument/2006/relationships/slide" Target="slides/slide19.xml"/><Relationship Id="rId34" Type="http://schemas.openxmlformats.org/officeDocument/2006/relationships/viewProps" Target="viewProp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presProps" Target="presProp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commentAuthors" Target="commentAuthor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tableStyles" Target="tableStyle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handoutMaster" Target="handoutMasters/handoutMaster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notesMaster" Target="notesMasters/notesMaster1.xml"/><Relationship Id="rId35" Type="http://schemas.openxmlformats.org/officeDocument/2006/relationships/theme" Target="theme/theme1.xml"/><Relationship Id="rId8" Type="http://schemas.openxmlformats.org/officeDocument/2006/relationships/slide" Target="slides/slide6.xml"/></Relationships>
</file>

<file path=ppt/diagrams/colors1.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52116E40-189D-4864-913A-67CD8353692F}" type="doc">
      <dgm:prSet loTypeId="urn:microsoft.com/office/officeart/2005/8/layout/vList5" loCatId="list" qsTypeId="urn:microsoft.com/office/officeart/2005/8/quickstyle/3d2" qsCatId="3D" csTypeId="urn:microsoft.com/office/officeart/2005/8/colors/accent2_2" csCatId="accent2" phldr="1"/>
      <dgm:spPr/>
      <dgm:t>
        <a:bodyPr/>
        <a:lstStyle/>
        <a:p>
          <a:endParaRPr lang="en-US"/>
        </a:p>
      </dgm:t>
    </dgm:pt>
    <dgm:pt modelId="{C94ACF8A-196C-4C2E-88A5-882940226F70}">
      <dgm:prSet phldrT="[Text]" custT="1"/>
      <dgm:spPr/>
      <dgm:t>
        <a:bodyPr/>
        <a:lstStyle/>
        <a:p>
          <a:r>
            <a:rPr lang="en-US" sz="1000" b="1"/>
            <a:t>Fundamentals</a:t>
          </a:r>
          <a:endParaRPr lang="en-US" sz="1000" b="1" dirty="0"/>
        </a:p>
      </dgm:t>
    </dgm:pt>
    <dgm:pt modelId="{4E232641-D152-479E-BE39-8B229232E766}" type="parTrans" cxnId="{CDCBC9AA-BC9A-4C1A-AC33-F5DCEC7A5DFD}">
      <dgm:prSet/>
      <dgm:spPr/>
      <dgm:t>
        <a:bodyPr/>
        <a:lstStyle/>
        <a:p>
          <a:endParaRPr lang="en-US"/>
        </a:p>
      </dgm:t>
    </dgm:pt>
    <dgm:pt modelId="{114BAB5E-CFF4-4FED-9551-D241586A285B}" type="sibTrans" cxnId="{CDCBC9AA-BC9A-4C1A-AC33-F5DCEC7A5DFD}">
      <dgm:prSet/>
      <dgm:spPr/>
      <dgm:t>
        <a:bodyPr/>
        <a:lstStyle/>
        <a:p>
          <a:endParaRPr lang="en-US"/>
        </a:p>
      </dgm:t>
    </dgm:pt>
    <dgm:pt modelId="{9A21D2A8-E7A9-4352-AD85-00AB4D151CBB}">
      <dgm:prSet phldrT="[Text]" custT="1"/>
      <dgm:spPr/>
      <dgm:t>
        <a:bodyPr/>
        <a:lstStyle/>
        <a:p>
          <a:r>
            <a:rPr lang="en-US" sz="1200" dirty="0"/>
            <a:t>What is ESRM?</a:t>
          </a:r>
          <a:r>
            <a:rPr lang="en-US" sz="1200" i="0" dirty="0"/>
            <a:t> W</a:t>
          </a:r>
          <a:r>
            <a:rPr lang="en-US" sz="1200" dirty="0"/>
            <a:t>hy Are They Important?, The Engineer’s Survival Guide, Hazard Identification, The Incident Pyramid, The Discovery Approach, Occupational </a:t>
          </a:r>
          <a:r>
            <a:rPr lang="en-US" sz="1200" i="0" dirty="0"/>
            <a:t>Safety and Process (Technical) Safety, Risk as a Function of Likelihood and Consequence, Metrics, Health and Hygiene</a:t>
          </a:r>
        </a:p>
      </dgm:t>
    </dgm:pt>
    <dgm:pt modelId="{B105FB48-AF66-42E5-A0D3-CFB6AFA8AB22}" type="parTrans" cxnId="{82D0D624-C2E6-4F2F-81FA-DFB8D15451C8}">
      <dgm:prSet/>
      <dgm:spPr/>
      <dgm:t>
        <a:bodyPr/>
        <a:lstStyle/>
        <a:p>
          <a:endParaRPr lang="en-US"/>
        </a:p>
      </dgm:t>
    </dgm:pt>
    <dgm:pt modelId="{8CD58FDC-A20E-45AF-8D79-65E183675D1C}" type="sibTrans" cxnId="{82D0D624-C2E6-4F2F-81FA-DFB8D15451C8}">
      <dgm:prSet/>
      <dgm:spPr/>
      <dgm:t>
        <a:bodyPr/>
        <a:lstStyle/>
        <a:p>
          <a:endParaRPr lang="en-US"/>
        </a:p>
      </dgm:t>
    </dgm:pt>
    <dgm:pt modelId="{96146816-3724-4A9B-B9F4-FEB1FF100E33}">
      <dgm:prSet phldrT="[Text]" custT="1"/>
      <dgm:spPr/>
      <dgm:t>
        <a:bodyPr/>
        <a:lstStyle/>
        <a:p>
          <a:r>
            <a:rPr lang="en-US" sz="1200" dirty="0"/>
            <a:t>Occupational Health and Safety in Canada and Alberta, WCB in Alberta, Due Diligence for Engineers, Professionalism and Ethics </a:t>
          </a:r>
        </a:p>
      </dgm:t>
    </dgm:pt>
    <dgm:pt modelId="{271261AF-5499-4A5D-8C61-57513B11B4AC}" type="parTrans" cxnId="{82F64E89-0663-43D9-BCB0-AEF36EF7E818}">
      <dgm:prSet/>
      <dgm:spPr/>
      <dgm:t>
        <a:bodyPr/>
        <a:lstStyle/>
        <a:p>
          <a:endParaRPr lang="en-US"/>
        </a:p>
      </dgm:t>
    </dgm:pt>
    <dgm:pt modelId="{F2C7A652-898F-4A26-B28E-2C0462016D0B}" type="sibTrans" cxnId="{82F64E89-0663-43D9-BCB0-AEF36EF7E818}">
      <dgm:prSet/>
      <dgm:spPr/>
      <dgm:t>
        <a:bodyPr/>
        <a:lstStyle/>
        <a:p>
          <a:endParaRPr lang="en-US"/>
        </a:p>
      </dgm:t>
    </dgm:pt>
    <dgm:pt modelId="{B24DCBC3-EC5E-4D0F-93A9-6CA1653D6C17}">
      <dgm:prSet custT="1"/>
      <dgm:spPr/>
      <dgm:t>
        <a:bodyPr/>
        <a:lstStyle/>
        <a:p>
          <a:r>
            <a:rPr lang="en-US" sz="1000" b="1" dirty="0"/>
            <a:t>Leadership in RM</a:t>
          </a:r>
        </a:p>
      </dgm:t>
    </dgm:pt>
    <dgm:pt modelId="{A5E0B74F-1FEA-4FDE-AF09-163E0CD6AD84}" type="parTrans" cxnId="{B08BB426-A7C9-4C80-95B5-F9792F8F54B9}">
      <dgm:prSet/>
      <dgm:spPr/>
      <dgm:t>
        <a:bodyPr/>
        <a:lstStyle/>
        <a:p>
          <a:endParaRPr lang="en-US"/>
        </a:p>
      </dgm:t>
    </dgm:pt>
    <dgm:pt modelId="{0254DFA6-1D4C-4D71-A971-83DE8D1A9B46}" type="sibTrans" cxnId="{B08BB426-A7C9-4C80-95B5-F9792F8F54B9}">
      <dgm:prSet/>
      <dgm:spPr/>
      <dgm:t>
        <a:bodyPr/>
        <a:lstStyle/>
        <a:p>
          <a:endParaRPr lang="en-US"/>
        </a:p>
      </dgm:t>
    </dgm:pt>
    <dgm:pt modelId="{FA3813B0-8594-47F7-BC22-DF6B4E99A853}">
      <dgm:prSet custT="1"/>
      <dgm:spPr/>
      <dgm:t>
        <a:bodyPr/>
        <a:lstStyle/>
        <a:p>
          <a:r>
            <a:rPr lang="en-US" sz="1000" b="1" dirty="0"/>
            <a:t>RM Tools</a:t>
          </a:r>
        </a:p>
      </dgm:t>
    </dgm:pt>
    <dgm:pt modelId="{F02FDC96-0612-4EC9-B675-981A9CC838A2}" type="parTrans" cxnId="{B8DFA5DE-3964-4709-B8CD-F4D4FCF47162}">
      <dgm:prSet/>
      <dgm:spPr/>
      <dgm:t>
        <a:bodyPr/>
        <a:lstStyle/>
        <a:p>
          <a:endParaRPr lang="en-US"/>
        </a:p>
      </dgm:t>
    </dgm:pt>
    <dgm:pt modelId="{910C674A-31DC-4DB5-9C9C-F8EC22B2AAD3}" type="sibTrans" cxnId="{B8DFA5DE-3964-4709-B8CD-F4D4FCF47162}">
      <dgm:prSet/>
      <dgm:spPr/>
      <dgm:t>
        <a:bodyPr/>
        <a:lstStyle/>
        <a:p>
          <a:endParaRPr lang="en-US"/>
        </a:p>
      </dgm:t>
    </dgm:pt>
    <dgm:pt modelId="{8CCB3745-B839-42FA-8E94-5314FDE4C5E5}">
      <dgm:prSet custT="1"/>
      <dgm:spPr/>
      <dgm:t>
        <a:bodyPr/>
        <a:lstStyle/>
        <a:p>
          <a:r>
            <a:rPr lang="en-US" sz="1000" b="1" dirty="0"/>
            <a:t>Incident Investigation</a:t>
          </a:r>
        </a:p>
      </dgm:t>
    </dgm:pt>
    <dgm:pt modelId="{9C78A557-78B2-4592-B9F4-3AB339C32119}" type="parTrans" cxnId="{7C62BDF4-AC51-473D-8F66-482E79F18DEB}">
      <dgm:prSet/>
      <dgm:spPr/>
      <dgm:t>
        <a:bodyPr/>
        <a:lstStyle/>
        <a:p>
          <a:endParaRPr lang="en-US"/>
        </a:p>
      </dgm:t>
    </dgm:pt>
    <dgm:pt modelId="{AD201CB7-0121-4010-9B15-E22E48F01E3B}" type="sibTrans" cxnId="{7C62BDF4-AC51-473D-8F66-482E79F18DEB}">
      <dgm:prSet/>
      <dgm:spPr/>
      <dgm:t>
        <a:bodyPr/>
        <a:lstStyle/>
        <a:p>
          <a:endParaRPr lang="en-US"/>
        </a:p>
      </dgm:t>
    </dgm:pt>
    <dgm:pt modelId="{EA59CF13-C579-43FB-AB71-A67507FF23F8}">
      <dgm:prSet custT="1"/>
      <dgm:spPr/>
      <dgm:t>
        <a:bodyPr/>
        <a:lstStyle/>
        <a:p>
          <a:r>
            <a:rPr lang="en-US" sz="1000" b="1" dirty="0"/>
            <a:t>RM Program Elements</a:t>
          </a:r>
        </a:p>
      </dgm:t>
    </dgm:pt>
    <dgm:pt modelId="{995D5268-8E51-4EAD-BA76-0221D48B441D}" type="parTrans" cxnId="{15E99CB9-59C9-4E80-BBBE-47E2DD29D65E}">
      <dgm:prSet/>
      <dgm:spPr/>
      <dgm:t>
        <a:bodyPr/>
        <a:lstStyle/>
        <a:p>
          <a:endParaRPr lang="en-US"/>
        </a:p>
      </dgm:t>
    </dgm:pt>
    <dgm:pt modelId="{E9845E8A-58DF-427E-855C-F3401B528FEF}" type="sibTrans" cxnId="{15E99CB9-59C9-4E80-BBBE-47E2DD29D65E}">
      <dgm:prSet/>
      <dgm:spPr/>
      <dgm:t>
        <a:bodyPr/>
        <a:lstStyle/>
        <a:p>
          <a:endParaRPr lang="en-US"/>
        </a:p>
      </dgm:t>
    </dgm:pt>
    <dgm:pt modelId="{20BE97AF-E13A-4A81-B09D-05AAACF626ED}">
      <dgm:prSet custT="1"/>
      <dgm:spPr/>
      <dgm:t>
        <a:bodyPr/>
        <a:lstStyle/>
        <a:p>
          <a:r>
            <a:rPr lang="en-US" sz="1200" dirty="0"/>
            <a:t>RM System Elements, Administrative Controls and Work Practices, Engineering Controls, The Business Case for a RM Program</a:t>
          </a:r>
        </a:p>
      </dgm:t>
    </dgm:pt>
    <dgm:pt modelId="{AB2D298E-895C-49CB-9F41-E095FD391EB2}" type="parTrans" cxnId="{9E875BD2-6FAB-444E-BEC9-3EA39F74B9D8}">
      <dgm:prSet/>
      <dgm:spPr/>
      <dgm:t>
        <a:bodyPr/>
        <a:lstStyle/>
        <a:p>
          <a:endParaRPr lang="en-US"/>
        </a:p>
      </dgm:t>
    </dgm:pt>
    <dgm:pt modelId="{88DD8377-14DB-490F-814B-B60C391F4B13}" type="sibTrans" cxnId="{9E875BD2-6FAB-444E-BEC9-3EA39F74B9D8}">
      <dgm:prSet/>
      <dgm:spPr/>
      <dgm:t>
        <a:bodyPr/>
        <a:lstStyle/>
        <a:p>
          <a:endParaRPr lang="en-US"/>
        </a:p>
      </dgm:t>
    </dgm:pt>
    <dgm:pt modelId="{741F1EA7-4D20-4649-A6AA-75130A2A79C9}">
      <dgm:prSet custT="1"/>
      <dgm:spPr/>
      <dgm:t>
        <a:bodyPr/>
        <a:lstStyle/>
        <a:p>
          <a:r>
            <a:rPr lang="en-US" sz="1200" dirty="0"/>
            <a:t>Why is II important?, PEAP, Cause and Effect Model, Root Cause Analysis, Incident and Near Miss Reporting, Follow Up, Student Team Project &amp; Report</a:t>
          </a:r>
        </a:p>
      </dgm:t>
    </dgm:pt>
    <dgm:pt modelId="{10859B04-B5BA-4641-9128-E0FF18CE16FD}" type="parTrans" cxnId="{3392453E-23FF-44D1-BCCD-36A6809201DB}">
      <dgm:prSet/>
      <dgm:spPr/>
      <dgm:t>
        <a:bodyPr/>
        <a:lstStyle/>
        <a:p>
          <a:endParaRPr lang="en-US"/>
        </a:p>
      </dgm:t>
    </dgm:pt>
    <dgm:pt modelId="{8FDDF8EA-320B-4151-B146-DB6870620481}" type="sibTrans" cxnId="{3392453E-23FF-44D1-BCCD-36A6809201DB}">
      <dgm:prSet/>
      <dgm:spPr/>
      <dgm:t>
        <a:bodyPr/>
        <a:lstStyle/>
        <a:p>
          <a:endParaRPr lang="en-US"/>
        </a:p>
      </dgm:t>
    </dgm:pt>
    <dgm:pt modelId="{1E226432-480A-48B2-9219-525A889F384A}">
      <dgm:prSet custT="1"/>
      <dgm:spPr/>
      <dgm:t>
        <a:bodyPr/>
        <a:lstStyle/>
        <a:p>
          <a:r>
            <a:rPr lang="en-US" sz="1200" dirty="0"/>
            <a:t>How Do We Manage Risk?, The RM Work Process, Substandard Practices and Conditions, The Hierarchy of Controls, Risk Matrices, FLRAs, JSAs, SQRAs, Checklists, Bow Tie Analysis, Job Observations, Planned Inspections, Audits, Prevention Through Design, </a:t>
          </a:r>
          <a:r>
            <a:rPr lang="en-US" sz="1200" i="0" dirty="0"/>
            <a:t>What If Analysis</a:t>
          </a:r>
          <a:endParaRPr lang="en-US" sz="1200" dirty="0"/>
        </a:p>
      </dgm:t>
    </dgm:pt>
    <dgm:pt modelId="{479C1E6F-ACA4-459B-9DE6-8139E8C90852}" type="parTrans" cxnId="{D446FB68-DDBB-4A27-8F0B-D0F4F61655E1}">
      <dgm:prSet/>
      <dgm:spPr/>
      <dgm:t>
        <a:bodyPr/>
        <a:lstStyle/>
        <a:p>
          <a:endParaRPr lang="en-US"/>
        </a:p>
      </dgm:t>
    </dgm:pt>
    <dgm:pt modelId="{6121A8CB-9A0B-4FEF-9328-DAD33A596ED7}" type="sibTrans" cxnId="{D446FB68-DDBB-4A27-8F0B-D0F4F61655E1}">
      <dgm:prSet/>
      <dgm:spPr/>
      <dgm:t>
        <a:bodyPr/>
        <a:lstStyle/>
        <a:p>
          <a:endParaRPr lang="en-US"/>
        </a:p>
      </dgm:t>
    </dgm:pt>
    <dgm:pt modelId="{D61E5743-B7D7-430A-9009-900A2208B0D6}">
      <dgm:prSet custT="1"/>
      <dgm:spPr/>
      <dgm:t>
        <a:bodyPr/>
        <a:lstStyle/>
        <a:p>
          <a:r>
            <a:rPr lang="en-US" sz="1200" dirty="0"/>
            <a:t>Why is Leadership Important?, Safety Culture, Personal Iceberg, ABC, and Training Models, Plan-Do-Check-Act, Application of the ESG, </a:t>
          </a:r>
          <a:r>
            <a:rPr lang="en-US" sz="1200" b="0" i="0" dirty="0"/>
            <a:t>Risk Communication</a:t>
          </a:r>
        </a:p>
      </dgm:t>
    </dgm:pt>
    <dgm:pt modelId="{FE92EB43-DD12-441E-BF64-F7EF5AC17BE4}" type="parTrans" cxnId="{04D57E11-3DF1-422F-8360-52B42B0600A9}">
      <dgm:prSet/>
      <dgm:spPr/>
      <dgm:t>
        <a:bodyPr/>
        <a:lstStyle/>
        <a:p>
          <a:endParaRPr lang="en-US"/>
        </a:p>
      </dgm:t>
    </dgm:pt>
    <dgm:pt modelId="{1B5187C5-88F0-4915-B994-B13B57B4952E}" type="sibTrans" cxnId="{04D57E11-3DF1-422F-8360-52B42B0600A9}">
      <dgm:prSet/>
      <dgm:spPr/>
      <dgm:t>
        <a:bodyPr/>
        <a:lstStyle/>
        <a:p>
          <a:endParaRPr lang="en-US"/>
        </a:p>
      </dgm:t>
    </dgm:pt>
    <dgm:pt modelId="{9A70CB97-AF19-4CA0-ACDB-51979561D03B}">
      <dgm:prSet custT="1"/>
      <dgm:spPr/>
      <dgm:t>
        <a:bodyPr/>
        <a:lstStyle/>
        <a:p>
          <a:r>
            <a:rPr lang="en-US" sz="1000" b="1" dirty="0"/>
            <a:t>Industry &amp; Gov’t Engagement</a:t>
          </a:r>
        </a:p>
      </dgm:t>
    </dgm:pt>
    <dgm:pt modelId="{41D01AEB-C9F0-4923-A4B5-CE725A26016B}" type="parTrans" cxnId="{808B9C1D-17B1-4713-9024-9FDEA83C06CF}">
      <dgm:prSet/>
      <dgm:spPr/>
      <dgm:t>
        <a:bodyPr/>
        <a:lstStyle/>
        <a:p>
          <a:endParaRPr lang="en-US"/>
        </a:p>
      </dgm:t>
    </dgm:pt>
    <dgm:pt modelId="{6C1CA19F-8CB6-445B-8F2B-B1ADBF1427ED}" type="sibTrans" cxnId="{808B9C1D-17B1-4713-9024-9FDEA83C06CF}">
      <dgm:prSet/>
      <dgm:spPr/>
      <dgm:t>
        <a:bodyPr/>
        <a:lstStyle/>
        <a:p>
          <a:endParaRPr lang="en-US"/>
        </a:p>
      </dgm:t>
    </dgm:pt>
    <dgm:pt modelId="{8ED4B54D-59E9-4EBD-8E39-5FB9210DA909}">
      <dgm:prSet custT="1"/>
      <dgm:spPr/>
      <dgm:t>
        <a:bodyPr/>
        <a:lstStyle/>
        <a:p>
          <a:r>
            <a:rPr lang="en-US" sz="1200" b="0" dirty="0"/>
            <a:t>Guest Lectures from Magna IV Engineering, PCL Construction, AB Justice, WCB, Imperial Oil, BBA Engineering, Director of the School of ESRM</a:t>
          </a:r>
        </a:p>
      </dgm:t>
    </dgm:pt>
    <dgm:pt modelId="{7A467C84-8B99-4979-9DB3-ACEB692AB043}" type="parTrans" cxnId="{8AE73D68-08CE-41BF-BB14-A2FADF057FD8}">
      <dgm:prSet/>
      <dgm:spPr/>
      <dgm:t>
        <a:bodyPr/>
        <a:lstStyle/>
        <a:p>
          <a:endParaRPr lang="en-US"/>
        </a:p>
      </dgm:t>
    </dgm:pt>
    <dgm:pt modelId="{3F2EA0DE-371E-4F57-954C-C1051951B134}" type="sibTrans" cxnId="{8AE73D68-08CE-41BF-BB14-A2FADF057FD8}">
      <dgm:prSet/>
      <dgm:spPr/>
      <dgm:t>
        <a:bodyPr/>
        <a:lstStyle/>
        <a:p>
          <a:endParaRPr lang="en-US"/>
        </a:p>
      </dgm:t>
    </dgm:pt>
    <dgm:pt modelId="{C86D31BF-89F9-41CE-BA26-D5807AE4DD29}">
      <dgm:prSet phldrT="[Text]" custT="1"/>
      <dgm:spPr/>
      <dgm:t>
        <a:bodyPr/>
        <a:lstStyle/>
        <a:p>
          <a:r>
            <a:rPr lang="en-US" sz="1000" b="1" dirty="0"/>
            <a:t>Legal &amp; Ethical Aspects</a:t>
          </a:r>
        </a:p>
      </dgm:t>
    </dgm:pt>
    <dgm:pt modelId="{837D5BE0-398D-4E37-89DD-3DE1B461AFB1}" type="sibTrans" cxnId="{FD6DDB30-8B21-467F-84A3-F4954E19384D}">
      <dgm:prSet/>
      <dgm:spPr/>
      <dgm:t>
        <a:bodyPr/>
        <a:lstStyle/>
        <a:p>
          <a:endParaRPr lang="en-US"/>
        </a:p>
      </dgm:t>
    </dgm:pt>
    <dgm:pt modelId="{F8C91F4B-ECA1-4DF0-82AE-F986A0D4592E}" type="parTrans" cxnId="{FD6DDB30-8B21-467F-84A3-F4954E19384D}">
      <dgm:prSet/>
      <dgm:spPr/>
      <dgm:t>
        <a:bodyPr/>
        <a:lstStyle/>
        <a:p>
          <a:endParaRPr lang="en-US"/>
        </a:p>
      </dgm:t>
    </dgm:pt>
    <dgm:pt modelId="{0EF3D92B-3602-4C18-BF2D-394CE0E6655E}">
      <dgm:prSet custT="1"/>
      <dgm:spPr/>
      <dgm:t>
        <a:bodyPr/>
        <a:lstStyle/>
        <a:p>
          <a:r>
            <a:rPr lang="en-US" sz="1000" b="1" dirty="0"/>
            <a:t>Case Studies</a:t>
          </a:r>
        </a:p>
      </dgm:t>
    </dgm:pt>
    <dgm:pt modelId="{AB38DD1D-6FDD-4FBA-A3F7-DF03E0937902}" type="parTrans" cxnId="{98139208-9419-4597-945E-836B02273B44}">
      <dgm:prSet/>
      <dgm:spPr/>
      <dgm:t>
        <a:bodyPr/>
        <a:lstStyle/>
        <a:p>
          <a:endParaRPr lang="en-CA"/>
        </a:p>
      </dgm:t>
    </dgm:pt>
    <dgm:pt modelId="{D16550ED-26A4-4B1D-A7FC-F568E2F13475}" type="sibTrans" cxnId="{98139208-9419-4597-945E-836B02273B44}">
      <dgm:prSet/>
      <dgm:spPr/>
      <dgm:t>
        <a:bodyPr/>
        <a:lstStyle/>
        <a:p>
          <a:endParaRPr lang="en-CA"/>
        </a:p>
      </dgm:t>
    </dgm:pt>
    <dgm:pt modelId="{52E72C97-B830-4DD0-9BC3-6B5FB75F99FC}">
      <dgm:prSet custT="1"/>
      <dgm:spPr/>
      <dgm:t>
        <a:bodyPr/>
        <a:lstStyle/>
        <a:p>
          <a:r>
            <a:rPr lang="en-CA" sz="1200" b="0" dirty="0"/>
            <a:t>Sunrise Propane, Hub Oil, </a:t>
          </a:r>
          <a:r>
            <a:rPr lang="en-CA" sz="1200" b="0" dirty="0" smtClean="0"/>
            <a:t>Imperial </a:t>
          </a:r>
          <a:r>
            <a:rPr lang="en-CA" sz="1200" b="0" dirty="0"/>
            <a:t>Metals Mount </a:t>
          </a:r>
          <a:r>
            <a:rPr lang="en-CA" sz="1200" b="0" dirty="0" err="1"/>
            <a:t>Polley</a:t>
          </a:r>
          <a:r>
            <a:rPr lang="en-CA" sz="1200" b="0" dirty="0"/>
            <a:t>, MMA Lac </a:t>
          </a:r>
          <a:r>
            <a:rPr lang="en-CA" sz="1200" b="0" dirty="0" err="1"/>
            <a:t>Megantic</a:t>
          </a:r>
          <a:r>
            <a:rPr lang="en-CA" sz="1200" b="0" dirty="0"/>
            <a:t>, </a:t>
          </a:r>
          <a:r>
            <a:rPr lang="en-CA" sz="1200" b="0" dirty="0" smtClean="0"/>
            <a:t>UCIL Bhopal, </a:t>
          </a:r>
          <a:r>
            <a:rPr lang="en-CA" sz="1200" b="0" dirty="0" err="1" smtClean="0"/>
            <a:t>Nypro</a:t>
          </a:r>
          <a:r>
            <a:rPr lang="en-CA" sz="1200" b="0" dirty="0" smtClean="0"/>
            <a:t> Works </a:t>
          </a:r>
          <a:r>
            <a:rPr lang="en-CA" sz="1200" b="0" dirty="0" err="1" smtClean="0"/>
            <a:t>Flixborough</a:t>
          </a:r>
          <a:r>
            <a:rPr lang="en-CA" sz="1200" b="0" dirty="0" smtClean="0"/>
            <a:t>, BP </a:t>
          </a:r>
          <a:r>
            <a:rPr lang="en-CA" sz="1200" b="0" dirty="0" err="1" smtClean="0"/>
            <a:t>Macondo</a:t>
          </a:r>
          <a:r>
            <a:rPr lang="en-CA" sz="1200" b="0" dirty="0" smtClean="0"/>
            <a:t> DWH, Boeing 737 Max 8, ALCOA</a:t>
          </a:r>
          <a:endParaRPr lang="en-US" sz="1200" b="0" dirty="0"/>
        </a:p>
      </dgm:t>
    </dgm:pt>
    <dgm:pt modelId="{0BD1B988-8337-445D-84B3-9FA6AFC26D05}" type="parTrans" cxnId="{E064DC7C-3BE0-4EC1-A94D-98B4EE3AF08F}">
      <dgm:prSet/>
      <dgm:spPr/>
      <dgm:t>
        <a:bodyPr/>
        <a:lstStyle/>
        <a:p>
          <a:endParaRPr lang="en-CA"/>
        </a:p>
      </dgm:t>
    </dgm:pt>
    <dgm:pt modelId="{32AA0C8D-792D-4EEF-A2E6-E1858063D3B2}" type="sibTrans" cxnId="{E064DC7C-3BE0-4EC1-A94D-98B4EE3AF08F}">
      <dgm:prSet/>
      <dgm:spPr/>
      <dgm:t>
        <a:bodyPr/>
        <a:lstStyle/>
        <a:p>
          <a:endParaRPr lang="en-CA"/>
        </a:p>
      </dgm:t>
    </dgm:pt>
    <dgm:pt modelId="{3F0E4E04-B984-461F-BBD6-4C02E0F7860B}" type="pres">
      <dgm:prSet presAssocID="{52116E40-189D-4864-913A-67CD8353692F}" presName="Name0" presStyleCnt="0">
        <dgm:presLayoutVars>
          <dgm:dir/>
          <dgm:animLvl val="lvl"/>
          <dgm:resizeHandles val="exact"/>
        </dgm:presLayoutVars>
      </dgm:prSet>
      <dgm:spPr/>
      <dgm:t>
        <a:bodyPr/>
        <a:lstStyle/>
        <a:p>
          <a:endParaRPr lang="en-US"/>
        </a:p>
      </dgm:t>
    </dgm:pt>
    <dgm:pt modelId="{0E0C75E8-5341-4499-83DF-C50B550A5D34}" type="pres">
      <dgm:prSet presAssocID="{C94ACF8A-196C-4C2E-88A5-882940226F70}" presName="linNode" presStyleCnt="0"/>
      <dgm:spPr/>
    </dgm:pt>
    <dgm:pt modelId="{894334F0-A857-4998-B872-5762D0921C21}" type="pres">
      <dgm:prSet presAssocID="{C94ACF8A-196C-4C2E-88A5-882940226F70}" presName="parentText" presStyleLbl="node1" presStyleIdx="0" presStyleCnt="8" custScaleX="33310" custScaleY="55480">
        <dgm:presLayoutVars>
          <dgm:chMax val="1"/>
          <dgm:bulletEnabled val="1"/>
        </dgm:presLayoutVars>
      </dgm:prSet>
      <dgm:spPr/>
      <dgm:t>
        <a:bodyPr/>
        <a:lstStyle/>
        <a:p>
          <a:endParaRPr lang="en-US"/>
        </a:p>
      </dgm:t>
    </dgm:pt>
    <dgm:pt modelId="{972D9591-AD7C-49D7-9094-77CEAC4F4FB6}" type="pres">
      <dgm:prSet presAssocID="{C94ACF8A-196C-4C2E-88A5-882940226F70}" presName="descendantText" presStyleLbl="alignAccFollowNode1" presStyleIdx="0" presStyleCnt="8" custScaleX="137479" custScaleY="73816">
        <dgm:presLayoutVars>
          <dgm:bulletEnabled val="1"/>
        </dgm:presLayoutVars>
      </dgm:prSet>
      <dgm:spPr/>
      <dgm:t>
        <a:bodyPr/>
        <a:lstStyle/>
        <a:p>
          <a:endParaRPr lang="en-US"/>
        </a:p>
      </dgm:t>
    </dgm:pt>
    <dgm:pt modelId="{68AEEF11-26AB-4110-8CC2-2CBA9E5BAF86}" type="pres">
      <dgm:prSet presAssocID="{114BAB5E-CFF4-4FED-9551-D241586A285B}" presName="sp" presStyleCnt="0"/>
      <dgm:spPr/>
    </dgm:pt>
    <dgm:pt modelId="{39447171-5C2F-4117-A6FC-5A0BB401A457}" type="pres">
      <dgm:prSet presAssocID="{EA59CF13-C579-43FB-AB71-A67507FF23F8}" presName="linNode" presStyleCnt="0"/>
      <dgm:spPr/>
    </dgm:pt>
    <dgm:pt modelId="{FC48821B-A805-4B7D-8D33-6DDCAFDC59BB}" type="pres">
      <dgm:prSet presAssocID="{EA59CF13-C579-43FB-AB71-A67507FF23F8}" presName="parentText" presStyleLbl="node1" presStyleIdx="1" presStyleCnt="8" custScaleX="71511" custScaleY="47060">
        <dgm:presLayoutVars>
          <dgm:chMax val="1"/>
          <dgm:bulletEnabled val="1"/>
        </dgm:presLayoutVars>
      </dgm:prSet>
      <dgm:spPr/>
      <dgm:t>
        <a:bodyPr/>
        <a:lstStyle/>
        <a:p>
          <a:endParaRPr lang="en-US"/>
        </a:p>
      </dgm:t>
    </dgm:pt>
    <dgm:pt modelId="{73204E57-0164-4968-A5B5-1B9D047DDF6E}" type="pres">
      <dgm:prSet presAssocID="{EA59CF13-C579-43FB-AB71-A67507FF23F8}" presName="descendantText" presStyleLbl="alignAccFollowNode1" presStyleIdx="1" presStyleCnt="8" custScaleX="278155" custScaleY="61194">
        <dgm:presLayoutVars>
          <dgm:bulletEnabled val="1"/>
        </dgm:presLayoutVars>
      </dgm:prSet>
      <dgm:spPr/>
      <dgm:t>
        <a:bodyPr/>
        <a:lstStyle/>
        <a:p>
          <a:endParaRPr lang="en-US"/>
        </a:p>
      </dgm:t>
    </dgm:pt>
    <dgm:pt modelId="{4E0020B9-3134-4620-A6E3-B60697D1CAB8}" type="pres">
      <dgm:prSet presAssocID="{E9845E8A-58DF-427E-855C-F3401B528FEF}" presName="sp" presStyleCnt="0"/>
      <dgm:spPr/>
    </dgm:pt>
    <dgm:pt modelId="{B16D79E9-F159-4E9B-AA03-B5FC8B7E0055}" type="pres">
      <dgm:prSet presAssocID="{FA3813B0-8594-47F7-BC22-DF6B4E99A853}" presName="linNode" presStyleCnt="0"/>
      <dgm:spPr/>
    </dgm:pt>
    <dgm:pt modelId="{0B9027F1-592A-4F2E-A3D2-C683E3429CE7}" type="pres">
      <dgm:prSet presAssocID="{FA3813B0-8594-47F7-BC22-DF6B4E99A853}" presName="parentText" presStyleLbl="node1" presStyleIdx="2" presStyleCnt="8" custScaleX="42576" custScaleY="46644" custLinFactNeighborX="-5" custLinFactNeighborY="1083">
        <dgm:presLayoutVars>
          <dgm:chMax val="1"/>
          <dgm:bulletEnabled val="1"/>
        </dgm:presLayoutVars>
      </dgm:prSet>
      <dgm:spPr/>
      <dgm:t>
        <a:bodyPr/>
        <a:lstStyle/>
        <a:p>
          <a:endParaRPr lang="en-US"/>
        </a:p>
      </dgm:t>
    </dgm:pt>
    <dgm:pt modelId="{8B6616AE-9BA6-42E6-8368-92157C053B74}" type="pres">
      <dgm:prSet presAssocID="{FA3813B0-8594-47F7-BC22-DF6B4E99A853}" presName="descendantText" presStyleLbl="alignAccFollowNode1" presStyleIdx="2" presStyleCnt="8" custScaleX="168581" custScaleY="65956" custLinFactNeighborY="0">
        <dgm:presLayoutVars>
          <dgm:bulletEnabled val="1"/>
        </dgm:presLayoutVars>
      </dgm:prSet>
      <dgm:spPr/>
      <dgm:t>
        <a:bodyPr/>
        <a:lstStyle/>
        <a:p>
          <a:endParaRPr lang="en-US"/>
        </a:p>
      </dgm:t>
    </dgm:pt>
    <dgm:pt modelId="{CB7EB1C3-14C5-484B-912A-749449CAA5E0}" type="pres">
      <dgm:prSet presAssocID="{910C674A-31DC-4DB5-9C9C-F8EC22B2AAD3}" presName="sp" presStyleCnt="0"/>
      <dgm:spPr/>
    </dgm:pt>
    <dgm:pt modelId="{260A0209-C791-4E23-BA7A-74714FF68851}" type="pres">
      <dgm:prSet presAssocID="{8CCB3745-B839-42FA-8E94-5314FDE4C5E5}" presName="linNode" presStyleCnt="0"/>
      <dgm:spPr/>
    </dgm:pt>
    <dgm:pt modelId="{F1349B64-76F0-4C6F-82F4-7196AA3AC19D}" type="pres">
      <dgm:prSet presAssocID="{8CCB3745-B839-42FA-8E94-5314FDE4C5E5}" presName="parentText" presStyleLbl="node1" presStyleIdx="3" presStyleCnt="8" custScaleX="65861" custScaleY="49141">
        <dgm:presLayoutVars>
          <dgm:chMax val="1"/>
          <dgm:bulletEnabled val="1"/>
        </dgm:presLayoutVars>
      </dgm:prSet>
      <dgm:spPr/>
      <dgm:t>
        <a:bodyPr/>
        <a:lstStyle/>
        <a:p>
          <a:endParaRPr lang="en-US"/>
        </a:p>
      </dgm:t>
    </dgm:pt>
    <dgm:pt modelId="{DFA94ED6-4FE4-4E42-966F-BF1A651C5F59}" type="pres">
      <dgm:prSet presAssocID="{8CCB3745-B839-42FA-8E94-5314FDE4C5E5}" presName="descendantText" presStyleLbl="alignAccFollowNode1" presStyleIdx="3" presStyleCnt="8" custScaleX="244460" custScaleY="54746" custLinFactNeighborX="683" custLinFactNeighborY="2212">
        <dgm:presLayoutVars>
          <dgm:bulletEnabled val="1"/>
        </dgm:presLayoutVars>
      </dgm:prSet>
      <dgm:spPr/>
      <dgm:t>
        <a:bodyPr/>
        <a:lstStyle/>
        <a:p>
          <a:endParaRPr lang="en-US"/>
        </a:p>
      </dgm:t>
    </dgm:pt>
    <dgm:pt modelId="{A460A106-BD0C-403B-AD4F-AE45903CFC7C}" type="pres">
      <dgm:prSet presAssocID="{AD201CB7-0121-4010-9B15-E22E48F01E3B}" presName="sp" presStyleCnt="0"/>
      <dgm:spPr/>
    </dgm:pt>
    <dgm:pt modelId="{9439BBC8-BF6D-4A03-8276-575271633E73}" type="pres">
      <dgm:prSet presAssocID="{0EF3D92B-3602-4C18-BF2D-394CE0E6655E}" presName="linNode" presStyleCnt="0"/>
      <dgm:spPr/>
    </dgm:pt>
    <dgm:pt modelId="{8C871809-46F7-489C-8322-91E6F3C7C33D}" type="pres">
      <dgm:prSet presAssocID="{0EF3D92B-3602-4C18-BF2D-394CE0E6655E}" presName="parentText" presStyleLbl="node1" presStyleIdx="4" presStyleCnt="8" custScaleX="37737" custScaleY="49578">
        <dgm:presLayoutVars>
          <dgm:chMax val="1"/>
          <dgm:bulletEnabled val="1"/>
        </dgm:presLayoutVars>
      </dgm:prSet>
      <dgm:spPr/>
      <dgm:t>
        <a:bodyPr/>
        <a:lstStyle/>
        <a:p>
          <a:endParaRPr lang="en-US"/>
        </a:p>
      </dgm:t>
    </dgm:pt>
    <dgm:pt modelId="{7B89F309-80DC-46FA-8E0A-2DBDDB49DA1D}" type="pres">
      <dgm:prSet presAssocID="{0EF3D92B-3602-4C18-BF2D-394CE0E6655E}" presName="descendantText" presStyleLbl="alignAccFollowNode1" presStyleIdx="4" presStyleCnt="8" custScaleX="142193" custScaleY="59207">
        <dgm:presLayoutVars>
          <dgm:bulletEnabled val="1"/>
        </dgm:presLayoutVars>
      </dgm:prSet>
      <dgm:spPr/>
      <dgm:t>
        <a:bodyPr/>
        <a:lstStyle/>
        <a:p>
          <a:endParaRPr lang="en-US"/>
        </a:p>
      </dgm:t>
    </dgm:pt>
    <dgm:pt modelId="{C4BF4F2A-5712-4241-A93E-6F3F6608874D}" type="pres">
      <dgm:prSet presAssocID="{D16550ED-26A4-4B1D-A7FC-F568E2F13475}" presName="sp" presStyleCnt="0"/>
      <dgm:spPr/>
    </dgm:pt>
    <dgm:pt modelId="{C8E5D18C-CAD0-474A-8BDA-A4B25BA2080A}" type="pres">
      <dgm:prSet presAssocID="{B24DCBC3-EC5E-4D0F-93A9-6CA1653D6C17}" presName="linNode" presStyleCnt="0"/>
      <dgm:spPr/>
    </dgm:pt>
    <dgm:pt modelId="{DA86242C-033E-4625-9293-D21AD9F393C1}" type="pres">
      <dgm:prSet presAssocID="{B24DCBC3-EC5E-4D0F-93A9-6CA1653D6C17}" presName="parentText" presStyleLbl="node1" presStyleIdx="5" presStyleCnt="8" custScaleX="69904" custScaleY="44624">
        <dgm:presLayoutVars>
          <dgm:chMax val="1"/>
          <dgm:bulletEnabled val="1"/>
        </dgm:presLayoutVars>
      </dgm:prSet>
      <dgm:spPr/>
      <dgm:t>
        <a:bodyPr/>
        <a:lstStyle/>
        <a:p>
          <a:endParaRPr lang="en-US"/>
        </a:p>
      </dgm:t>
    </dgm:pt>
    <dgm:pt modelId="{12B7071B-8DEF-476A-B8D0-96C9490D6196}" type="pres">
      <dgm:prSet presAssocID="{B24DCBC3-EC5E-4D0F-93A9-6CA1653D6C17}" presName="descendantText" presStyleLbl="alignAccFollowNode1" presStyleIdx="5" presStyleCnt="8" custScaleX="250827" custScaleY="55859">
        <dgm:presLayoutVars>
          <dgm:bulletEnabled val="1"/>
        </dgm:presLayoutVars>
      </dgm:prSet>
      <dgm:spPr/>
      <dgm:t>
        <a:bodyPr/>
        <a:lstStyle/>
        <a:p>
          <a:endParaRPr lang="en-US"/>
        </a:p>
      </dgm:t>
    </dgm:pt>
    <dgm:pt modelId="{6B7A3918-B667-4993-93B5-A74513BC31E0}" type="pres">
      <dgm:prSet presAssocID="{0254DFA6-1D4C-4D71-A971-83DE8D1A9B46}" presName="sp" presStyleCnt="0"/>
      <dgm:spPr/>
    </dgm:pt>
    <dgm:pt modelId="{677F4B25-24E8-4809-89C8-1CF9AE183428}" type="pres">
      <dgm:prSet presAssocID="{C86D31BF-89F9-41CE-BA26-D5807AE4DD29}" presName="linNode" presStyleCnt="0"/>
      <dgm:spPr/>
    </dgm:pt>
    <dgm:pt modelId="{2BEDD279-7DEC-478C-AED3-D8EBF9B174EE}" type="pres">
      <dgm:prSet presAssocID="{C86D31BF-89F9-41CE-BA26-D5807AE4DD29}" presName="parentText" presStyleLbl="node1" presStyleIdx="6" presStyleCnt="8" custScaleX="56659" custScaleY="46096">
        <dgm:presLayoutVars>
          <dgm:chMax val="1"/>
          <dgm:bulletEnabled val="1"/>
        </dgm:presLayoutVars>
      </dgm:prSet>
      <dgm:spPr/>
      <dgm:t>
        <a:bodyPr/>
        <a:lstStyle/>
        <a:p>
          <a:endParaRPr lang="en-US"/>
        </a:p>
      </dgm:t>
    </dgm:pt>
    <dgm:pt modelId="{42184081-B703-48A1-B3DD-0E9EC31732E5}" type="pres">
      <dgm:prSet presAssocID="{C86D31BF-89F9-41CE-BA26-D5807AE4DD29}" presName="descendantText" presStyleLbl="alignAccFollowNode1" presStyleIdx="6" presStyleCnt="8" custScaleX="206782" custScaleY="53171">
        <dgm:presLayoutVars>
          <dgm:bulletEnabled val="1"/>
        </dgm:presLayoutVars>
      </dgm:prSet>
      <dgm:spPr/>
      <dgm:t>
        <a:bodyPr/>
        <a:lstStyle/>
        <a:p>
          <a:endParaRPr lang="en-US"/>
        </a:p>
      </dgm:t>
    </dgm:pt>
    <dgm:pt modelId="{3FDD0C05-21A2-432F-B0CA-D37A38525FF6}" type="pres">
      <dgm:prSet presAssocID="{837D5BE0-398D-4E37-89DD-3DE1B461AFB1}" presName="sp" presStyleCnt="0"/>
      <dgm:spPr/>
    </dgm:pt>
    <dgm:pt modelId="{BA868507-6ABF-4428-A222-B4D877FEAC58}" type="pres">
      <dgm:prSet presAssocID="{9A70CB97-AF19-4CA0-ACDB-51979561D03B}" presName="linNode" presStyleCnt="0"/>
      <dgm:spPr/>
    </dgm:pt>
    <dgm:pt modelId="{DCBA8994-BB08-49E3-80DD-D15682CC5F50}" type="pres">
      <dgm:prSet presAssocID="{9A70CB97-AF19-4CA0-ACDB-51979561D03B}" presName="parentText" presStyleLbl="node1" presStyleIdx="7" presStyleCnt="8" custScaleX="35866" custScaleY="39213">
        <dgm:presLayoutVars>
          <dgm:chMax val="1"/>
          <dgm:bulletEnabled val="1"/>
        </dgm:presLayoutVars>
      </dgm:prSet>
      <dgm:spPr/>
      <dgm:t>
        <a:bodyPr/>
        <a:lstStyle/>
        <a:p>
          <a:endParaRPr lang="en-US"/>
        </a:p>
      </dgm:t>
    </dgm:pt>
    <dgm:pt modelId="{56108021-3534-4378-BB36-E49A42D11245}" type="pres">
      <dgm:prSet presAssocID="{9A70CB97-AF19-4CA0-ACDB-51979561D03B}" presName="descendantText" presStyleLbl="alignAccFollowNode1" presStyleIdx="7" presStyleCnt="8" custScaleX="134119" custScaleY="62474">
        <dgm:presLayoutVars>
          <dgm:bulletEnabled val="1"/>
        </dgm:presLayoutVars>
      </dgm:prSet>
      <dgm:spPr/>
      <dgm:t>
        <a:bodyPr/>
        <a:lstStyle/>
        <a:p>
          <a:endParaRPr lang="en-US"/>
        </a:p>
      </dgm:t>
    </dgm:pt>
  </dgm:ptLst>
  <dgm:cxnLst>
    <dgm:cxn modelId="{15E99CB9-59C9-4E80-BBBE-47E2DD29D65E}" srcId="{52116E40-189D-4864-913A-67CD8353692F}" destId="{EA59CF13-C579-43FB-AB71-A67507FF23F8}" srcOrd="1" destOrd="0" parTransId="{995D5268-8E51-4EAD-BA76-0221D48B441D}" sibTransId="{E9845E8A-58DF-427E-855C-F3401B528FEF}"/>
    <dgm:cxn modelId="{82D0D624-C2E6-4F2F-81FA-DFB8D15451C8}" srcId="{C94ACF8A-196C-4C2E-88A5-882940226F70}" destId="{9A21D2A8-E7A9-4352-AD85-00AB4D151CBB}" srcOrd="0" destOrd="0" parTransId="{B105FB48-AF66-42E5-A0D3-CFB6AFA8AB22}" sibTransId="{8CD58FDC-A20E-45AF-8D79-65E183675D1C}"/>
    <dgm:cxn modelId="{3B7B390E-3FC7-4FEA-90C9-2E9B67068E6E}" type="presOf" srcId="{52116E40-189D-4864-913A-67CD8353692F}" destId="{3F0E4E04-B984-461F-BBD6-4C02E0F7860B}" srcOrd="0" destOrd="0" presId="urn:microsoft.com/office/officeart/2005/8/layout/vList5"/>
    <dgm:cxn modelId="{5F6AEB7D-FC32-4B38-A598-A7E75A8824CA}" type="presOf" srcId="{8ED4B54D-59E9-4EBD-8E39-5FB9210DA909}" destId="{56108021-3534-4378-BB36-E49A42D11245}" srcOrd="0" destOrd="0" presId="urn:microsoft.com/office/officeart/2005/8/layout/vList5"/>
    <dgm:cxn modelId="{CDCBC9AA-BC9A-4C1A-AC33-F5DCEC7A5DFD}" srcId="{52116E40-189D-4864-913A-67CD8353692F}" destId="{C94ACF8A-196C-4C2E-88A5-882940226F70}" srcOrd="0" destOrd="0" parTransId="{4E232641-D152-479E-BE39-8B229232E766}" sibTransId="{114BAB5E-CFF4-4FED-9551-D241586A285B}"/>
    <dgm:cxn modelId="{E064DC7C-3BE0-4EC1-A94D-98B4EE3AF08F}" srcId="{0EF3D92B-3602-4C18-BF2D-394CE0E6655E}" destId="{52E72C97-B830-4DD0-9BC3-6B5FB75F99FC}" srcOrd="0" destOrd="0" parTransId="{0BD1B988-8337-445D-84B3-9FA6AFC26D05}" sibTransId="{32AA0C8D-792D-4EEF-A2E6-E1858063D3B2}"/>
    <dgm:cxn modelId="{B08BB426-A7C9-4C80-95B5-F9792F8F54B9}" srcId="{52116E40-189D-4864-913A-67CD8353692F}" destId="{B24DCBC3-EC5E-4D0F-93A9-6CA1653D6C17}" srcOrd="5" destOrd="0" parTransId="{A5E0B74F-1FEA-4FDE-AF09-163E0CD6AD84}" sibTransId="{0254DFA6-1D4C-4D71-A971-83DE8D1A9B46}"/>
    <dgm:cxn modelId="{DF975320-4448-400A-A663-F402E0B375CF}" type="presOf" srcId="{9A21D2A8-E7A9-4352-AD85-00AB4D151CBB}" destId="{972D9591-AD7C-49D7-9094-77CEAC4F4FB6}" srcOrd="0" destOrd="0" presId="urn:microsoft.com/office/officeart/2005/8/layout/vList5"/>
    <dgm:cxn modelId="{BC61375E-8547-4FEB-BBD3-C928844DEC73}" type="presOf" srcId="{9A70CB97-AF19-4CA0-ACDB-51979561D03B}" destId="{DCBA8994-BB08-49E3-80DD-D15682CC5F50}" srcOrd="0" destOrd="0" presId="urn:microsoft.com/office/officeart/2005/8/layout/vList5"/>
    <dgm:cxn modelId="{808B9C1D-17B1-4713-9024-9FDEA83C06CF}" srcId="{52116E40-189D-4864-913A-67CD8353692F}" destId="{9A70CB97-AF19-4CA0-ACDB-51979561D03B}" srcOrd="7" destOrd="0" parTransId="{41D01AEB-C9F0-4923-A4B5-CE725A26016B}" sibTransId="{6C1CA19F-8CB6-445B-8F2B-B1ADBF1427ED}"/>
    <dgm:cxn modelId="{7C62BDF4-AC51-473D-8F66-482E79F18DEB}" srcId="{52116E40-189D-4864-913A-67CD8353692F}" destId="{8CCB3745-B839-42FA-8E94-5314FDE4C5E5}" srcOrd="3" destOrd="0" parTransId="{9C78A557-78B2-4592-B9F4-3AB339C32119}" sibTransId="{AD201CB7-0121-4010-9B15-E22E48F01E3B}"/>
    <dgm:cxn modelId="{9B0F9D02-9976-46BA-9CD4-2074E3586A62}" type="presOf" srcId="{20BE97AF-E13A-4A81-B09D-05AAACF626ED}" destId="{73204E57-0164-4968-A5B5-1B9D047DDF6E}" srcOrd="0" destOrd="0" presId="urn:microsoft.com/office/officeart/2005/8/layout/vList5"/>
    <dgm:cxn modelId="{8C26912B-D35C-4151-9FF4-7658DE94C3E5}" type="presOf" srcId="{B24DCBC3-EC5E-4D0F-93A9-6CA1653D6C17}" destId="{DA86242C-033E-4625-9293-D21AD9F393C1}" srcOrd="0" destOrd="0" presId="urn:microsoft.com/office/officeart/2005/8/layout/vList5"/>
    <dgm:cxn modelId="{BBD2B8EF-9C86-42B0-945D-1F3F332F1E79}" type="presOf" srcId="{52E72C97-B830-4DD0-9BC3-6B5FB75F99FC}" destId="{7B89F309-80DC-46FA-8E0A-2DBDDB49DA1D}" srcOrd="0" destOrd="0" presId="urn:microsoft.com/office/officeart/2005/8/layout/vList5"/>
    <dgm:cxn modelId="{3392453E-23FF-44D1-BCCD-36A6809201DB}" srcId="{8CCB3745-B839-42FA-8E94-5314FDE4C5E5}" destId="{741F1EA7-4D20-4649-A6AA-75130A2A79C9}" srcOrd="0" destOrd="0" parTransId="{10859B04-B5BA-4641-9128-E0FF18CE16FD}" sibTransId="{8FDDF8EA-320B-4151-B146-DB6870620481}"/>
    <dgm:cxn modelId="{98139208-9419-4597-945E-836B02273B44}" srcId="{52116E40-189D-4864-913A-67CD8353692F}" destId="{0EF3D92B-3602-4C18-BF2D-394CE0E6655E}" srcOrd="4" destOrd="0" parTransId="{AB38DD1D-6FDD-4FBA-A3F7-DF03E0937902}" sibTransId="{D16550ED-26A4-4B1D-A7FC-F568E2F13475}"/>
    <dgm:cxn modelId="{7BDE390D-59DB-43AB-BF07-03FBFDAC6BC7}" type="presOf" srcId="{D61E5743-B7D7-430A-9009-900A2208B0D6}" destId="{12B7071B-8DEF-476A-B8D0-96C9490D6196}" srcOrd="0" destOrd="0" presId="urn:microsoft.com/office/officeart/2005/8/layout/vList5"/>
    <dgm:cxn modelId="{22946E89-2EC7-4D7F-AFA1-0E9E006398A8}" type="presOf" srcId="{FA3813B0-8594-47F7-BC22-DF6B4E99A853}" destId="{0B9027F1-592A-4F2E-A3D2-C683E3429CE7}" srcOrd="0" destOrd="0" presId="urn:microsoft.com/office/officeart/2005/8/layout/vList5"/>
    <dgm:cxn modelId="{FD6DDB30-8B21-467F-84A3-F4954E19384D}" srcId="{52116E40-189D-4864-913A-67CD8353692F}" destId="{C86D31BF-89F9-41CE-BA26-D5807AE4DD29}" srcOrd="6" destOrd="0" parTransId="{F8C91F4B-ECA1-4DF0-82AE-F986A0D4592E}" sibTransId="{837D5BE0-398D-4E37-89DD-3DE1B461AFB1}"/>
    <dgm:cxn modelId="{D446FB68-DDBB-4A27-8F0B-D0F4F61655E1}" srcId="{FA3813B0-8594-47F7-BC22-DF6B4E99A853}" destId="{1E226432-480A-48B2-9219-525A889F384A}" srcOrd="0" destOrd="0" parTransId="{479C1E6F-ACA4-459B-9DE6-8139E8C90852}" sibTransId="{6121A8CB-9A0B-4FEF-9328-DAD33A596ED7}"/>
    <dgm:cxn modelId="{9FCE934F-2032-455A-B4DE-17D411FCF175}" type="presOf" srcId="{96146816-3724-4A9B-B9F4-FEB1FF100E33}" destId="{42184081-B703-48A1-B3DD-0E9EC31732E5}" srcOrd="0" destOrd="0" presId="urn:microsoft.com/office/officeart/2005/8/layout/vList5"/>
    <dgm:cxn modelId="{2C6F10F3-AD68-4FC0-82A9-E478261B5D1B}" type="presOf" srcId="{EA59CF13-C579-43FB-AB71-A67507FF23F8}" destId="{FC48821B-A805-4B7D-8D33-6DDCAFDC59BB}" srcOrd="0" destOrd="0" presId="urn:microsoft.com/office/officeart/2005/8/layout/vList5"/>
    <dgm:cxn modelId="{D832B68B-6CDF-4043-9D2C-9EB4A608D773}" type="presOf" srcId="{8CCB3745-B839-42FA-8E94-5314FDE4C5E5}" destId="{F1349B64-76F0-4C6F-82F4-7196AA3AC19D}" srcOrd="0" destOrd="0" presId="urn:microsoft.com/office/officeart/2005/8/layout/vList5"/>
    <dgm:cxn modelId="{82F64E89-0663-43D9-BCB0-AEF36EF7E818}" srcId="{C86D31BF-89F9-41CE-BA26-D5807AE4DD29}" destId="{96146816-3724-4A9B-B9F4-FEB1FF100E33}" srcOrd="0" destOrd="0" parTransId="{271261AF-5499-4A5D-8C61-57513B11B4AC}" sibTransId="{F2C7A652-898F-4A26-B28E-2C0462016D0B}"/>
    <dgm:cxn modelId="{B8DFA5DE-3964-4709-B8CD-F4D4FCF47162}" srcId="{52116E40-189D-4864-913A-67CD8353692F}" destId="{FA3813B0-8594-47F7-BC22-DF6B4E99A853}" srcOrd="2" destOrd="0" parTransId="{F02FDC96-0612-4EC9-B675-981A9CC838A2}" sibTransId="{910C674A-31DC-4DB5-9C9C-F8EC22B2AAD3}"/>
    <dgm:cxn modelId="{04D57E11-3DF1-422F-8360-52B42B0600A9}" srcId="{B24DCBC3-EC5E-4D0F-93A9-6CA1653D6C17}" destId="{D61E5743-B7D7-430A-9009-900A2208B0D6}" srcOrd="0" destOrd="0" parTransId="{FE92EB43-DD12-441E-BF64-F7EF5AC17BE4}" sibTransId="{1B5187C5-88F0-4915-B994-B13B57B4952E}"/>
    <dgm:cxn modelId="{9E875BD2-6FAB-444E-BEC9-3EA39F74B9D8}" srcId="{EA59CF13-C579-43FB-AB71-A67507FF23F8}" destId="{20BE97AF-E13A-4A81-B09D-05AAACF626ED}" srcOrd="0" destOrd="0" parTransId="{AB2D298E-895C-49CB-9F41-E095FD391EB2}" sibTransId="{88DD8377-14DB-490F-814B-B60C391F4B13}"/>
    <dgm:cxn modelId="{D442084D-50A3-4856-9ED5-532CC8377510}" type="presOf" srcId="{1E226432-480A-48B2-9219-525A889F384A}" destId="{8B6616AE-9BA6-42E6-8368-92157C053B74}" srcOrd="0" destOrd="0" presId="urn:microsoft.com/office/officeart/2005/8/layout/vList5"/>
    <dgm:cxn modelId="{94C91081-321D-4DF7-99DD-0BDFCF30FE84}" type="presOf" srcId="{0EF3D92B-3602-4C18-BF2D-394CE0E6655E}" destId="{8C871809-46F7-489C-8322-91E6F3C7C33D}" srcOrd="0" destOrd="0" presId="urn:microsoft.com/office/officeart/2005/8/layout/vList5"/>
    <dgm:cxn modelId="{8AE73D68-08CE-41BF-BB14-A2FADF057FD8}" srcId="{9A70CB97-AF19-4CA0-ACDB-51979561D03B}" destId="{8ED4B54D-59E9-4EBD-8E39-5FB9210DA909}" srcOrd="0" destOrd="0" parTransId="{7A467C84-8B99-4979-9DB3-ACEB692AB043}" sibTransId="{3F2EA0DE-371E-4F57-954C-C1051951B134}"/>
    <dgm:cxn modelId="{92C14D83-5B8A-46BC-BF13-05137327C2F0}" type="presOf" srcId="{741F1EA7-4D20-4649-A6AA-75130A2A79C9}" destId="{DFA94ED6-4FE4-4E42-966F-BF1A651C5F59}" srcOrd="0" destOrd="0" presId="urn:microsoft.com/office/officeart/2005/8/layout/vList5"/>
    <dgm:cxn modelId="{F7FD3D6A-619B-4809-9B34-CAE77025F051}" type="presOf" srcId="{C86D31BF-89F9-41CE-BA26-D5807AE4DD29}" destId="{2BEDD279-7DEC-478C-AED3-D8EBF9B174EE}" srcOrd="0" destOrd="0" presId="urn:microsoft.com/office/officeart/2005/8/layout/vList5"/>
    <dgm:cxn modelId="{50BA58F7-F4B7-4B3B-BC04-FBDCC3CD773E}" type="presOf" srcId="{C94ACF8A-196C-4C2E-88A5-882940226F70}" destId="{894334F0-A857-4998-B872-5762D0921C21}" srcOrd="0" destOrd="0" presId="urn:microsoft.com/office/officeart/2005/8/layout/vList5"/>
    <dgm:cxn modelId="{735648AF-9A11-40BD-A114-BDB7E6A8A305}" type="presParOf" srcId="{3F0E4E04-B984-461F-BBD6-4C02E0F7860B}" destId="{0E0C75E8-5341-4499-83DF-C50B550A5D34}" srcOrd="0" destOrd="0" presId="urn:microsoft.com/office/officeart/2005/8/layout/vList5"/>
    <dgm:cxn modelId="{1479E5FA-AC68-4A02-AC6F-8D0936AED626}" type="presParOf" srcId="{0E0C75E8-5341-4499-83DF-C50B550A5D34}" destId="{894334F0-A857-4998-B872-5762D0921C21}" srcOrd="0" destOrd="0" presId="urn:microsoft.com/office/officeart/2005/8/layout/vList5"/>
    <dgm:cxn modelId="{8528B310-9CB9-4309-973A-D4D10642FBA7}" type="presParOf" srcId="{0E0C75E8-5341-4499-83DF-C50B550A5D34}" destId="{972D9591-AD7C-49D7-9094-77CEAC4F4FB6}" srcOrd="1" destOrd="0" presId="urn:microsoft.com/office/officeart/2005/8/layout/vList5"/>
    <dgm:cxn modelId="{38CC79F3-85C0-4B23-BF72-A9D167FF8C01}" type="presParOf" srcId="{3F0E4E04-B984-461F-BBD6-4C02E0F7860B}" destId="{68AEEF11-26AB-4110-8CC2-2CBA9E5BAF86}" srcOrd="1" destOrd="0" presId="urn:microsoft.com/office/officeart/2005/8/layout/vList5"/>
    <dgm:cxn modelId="{4DCF4A75-58A3-4C2E-81DD-9CAEA84522ED}" type="presParOf" srcId="{3F0E4E04-B984-461F-BBD6-4C02E0F7860B}" destId="{39447171-5C2F-4117-A6FC-5A0BB401A457}" srcOrd="2" destOrd="0" presId="urn:microsoft.com/office/officeart/2005/8/layout/vList5"/>
    <dgm:cxn modelId="{F989A21D-3EBD-4EC0-B9EE-63C4C52FF4B1}" type="presParOf" srcId="{39447171-5C2F-4117-A6FC-5A0BB401A457}" destId="{FC48821B-A805-4B7D-8D33-6DDCAFDC59BB}" srcOrd="0" destOrd="0" presId="urn:microsoft.com/office/officeart/2005/8/layout/vList5"/>
    <dgm:cxn modelId="{2971F132-8767-4B32-8C5D-03FBD913AF32}" type="presParOf" srcId="{39447171-5C2F-4117-A6FC-5A0BB401A457}" destId="{73204E57-0164-4968-A5B5-1B9D047DDF6E}" srcOrd="1" destOrd="0" presId="urn:microsoft.com/office/officeart/2005/8/layout/vList5"/>
    <dgm:cxn modelId="{402E890C-C7AE-40A2-8625-4495A2AE28A4}" type="presParOf" srcId="{3F0E4E04-B984-461F-BBD6-4C02E0F7860B}" destId="{4E0020B9-3134-4620-A6E3-B60697D1CAB8}" srcOrd="3" destOrd="0" presId="urn:microsoft.com/office/officeart/2005/8/layout/vList5"/>
    <dgm:cxn modelId="{BFB83147-CD28-44AA-86C7-79739C66A628}" type="presParOf" srcId="{3F0E4E04-B984-461F-BBD6-4C02E0F7860B}" destId="{B16D79E9-F159-4E9B-AA03-B5FC8B7E0055}" srcOrd="4" destOrd="0" presId="urn:microsoft.com/office/officeart/2005/8/layout/vList5"/>
    <dgm:cxn modelId="{92CE86DD-9982-4AA0-B635-1458548E5AE6}" type="presParOf" srcId="{B16D79E9-F159-4E9B-AA03-B5FC8B7E0055}" destId="{0B9027F1-592A-4F2E-A3D2-C683E3429CE7}" srcOrd="0" destOrd="0" presId="urn:microsoft.com/office/officeart/2005/8/layout/vList5"/>
    <dgm:cxn modelId="{FE96CB88-C3FC-48E6-B42C-898945F2B086}" type="presParOf" srcId="{B16D79E9-F159-4E9B-AA03-B5FC8B7E0055}" destId="{8B6616AE-9BA6-42E6-8368-92157C053B74}" srcOrd="1" destOrd="0" presId="urn:microsoft.com/office/officeart/2005/8/layout/vList5"/>
    <dgm:cxn modelId="{E6936854-E8B3-4335-988D-6DF1980F41D0}" type="presParOf" srcId="{3F0E4E04-B984-461F-BBD6-4C02E0F7860B}" destId="{CB7EB1C3-14C5-484B-912A-749449CAA5E0}" srcOrd="5" destOrd="0" presId="urn:microsoft.com/office/officeart/2005/8/layout/vList5"/>
    <dgm:cxn modelId="{D983698E-8476-4F55-B071-01067E3B90E1}" type="presParOf" srcId="{3F0E4E04-B984-461F-BBD6-4C02E0F7860B}" destId="{260A0209-C791-4E23-BA7A-74714FF68851}" srcOrd="6" destOrd="0" presId="urn:microsoft.com/office/officeart/2005/8/layout/vList5"/>
    <dgm:cxn modelId="{18D51BF2-1068-470D-8BA6-EA078CAE46D5}" type="presParOf" srcId="{260A0209-C791-4E23-BA7A-74714FF68851}" destId="{F1349B64-76F0-4C6F-82F4-7196AA3AC19D}" srcOrd="0" destOrd="0" presId="urn:microsoft.com/office/officeart/2005/8/layout/vList5"/>
    <dgm:cxn modelId="{91E6E360-56F8-41F9-8F09-BBD320049C25}" type="presParOf" srcId="{260A0209-C791-4E23-BA7A-74714FF68851}" destId="{DFA94ED6-4FE4-4E42-966F-BF1A651C5F59}" srcOrd="1" destOrd="0" presId="urn:microsoft.com/office/officeart/2005/8/layout/vList5"/>
    <dgm:cxn modelId="{729E58B7-B861-4087-B55D-0D146D3FA1A0}" type="presParOf" srcId="{3F0E4E04-B984-461F-BBD6-4C02E0F7860B}" destId="{A460A106-BD0C-403B-AD4F-AE45903CFC7C}" srcOrd="7" destOrd="0" presId="urn:microsoft.com/office/officeart/2005/8/layout/vList5"/>
    <dgm:cxn modelId="{187FF966-5152-4345-A6D0-CA8CC096B85E}" type="presParOf" srcId="{3F0E4E04-B984-461F-BBD6-4C02E0F7860B}" destId="{9439BBC8-BF6D-4A03-8276-575271633E73}" srcOrd="8" destOrd="0" presId="urn:microsoft.com/office/officeart/2005/8/layout/vList5"/>
    <dgm:cxn modelId="{31A89C52-A0EB-4A40-8E00-6C93F31DBF06}" type="presParOf" srcId="{9439BBC8-BF6D-4A03-8276-575271633E73}" destId="{8C871809-46F7-489C-8322-91E6F3C7C33D}" srcOrd="0" destOrd="0" presId="urn:microsoft.com/office/officeart/2005/8/layout/vList5"/>
    <dgm:cxn modelId="{03E9BB9A-E1E1-46CD-AE60-74E05C0D6E8C}" type="presParOf" srcId="{9439BBC8-BF6D-4A03-8276-575271633E73}" destId="{7B89F309-80DC-46FA-8E0A-2DBDDB49DA1D}" srcOrd="1" destOrd="0" presId="urn:microsoft.com/office/officeart/2005/8/layout/vList5"/>
    <dgm:cxn modelId="{87FCB0AB-3A94-4F0C-9010-88FDDEC7E6F5}" type="presParOf" srcId="{3F0E4E04-B984-461F-BBD6-4C02E0F7860B}" destId="{C4BF4F2A-5712-4241-A93E-6F3F6608874D}" srcOrd="9" destOrd="0" presId="urn:microsoft.com/office/officeart/2005/8/layout/vList5"/>
    <dgm:cxn modelId="{D8E4B5E0-6593-4B4F-8593-0D4EB57C99D6}" type="presParOf" srcId="{3F0E4E04-B984-461F-BBD6-4C02E0F7860B}" destId="{C8E5D18C-CAD0-474A-8BDA-A4B25BA2080A}" srcOrd="10" destOrd="0" presId="urn:microsoft.com/office/officeart/2005/8/layout/vList5"/>
    <dgm:cxn modelId="{0A809D87-9901-4498-8534-8AEEF463B14B}" type="presParOf" srcId="{C8E5D18C-CAD0-474A-8BDA-A4B25BA2080A}" destId="{DA86242C-033E-4625-9293-D21AD9F393C1}" srcOrd="0" destOrd="0" presId="urn:microsoft.com/office/officeart/2005/8/layout/vList5"/>
    <dgm:cxn modelId="{6EA5A3BB-D447-4A27-9E94-44ADDBBDF811}" type="presParOf" srcId="{C8E5D18C-CAD0-474A-8BDA-A4B25BA2080A}" destId="{12B7071B-8DEF-476A-B8D0-96C9490D6196}" srcOrd="1" destOrd="0" presId="urn:microsoft.com/office/officeart/2005/8/layout/vList5"/>
    <dgm:cxn modelId="{A88DAB06-81DA-49AA-86C0-164A3103BB67}" type="presParOf" srcId="{3F0E4E04-B984-461F-BBD6-4C02E0F7860B}" destId="{6B7A3918-B667-4993-93B5-A74513BC31E0}" srcOrd="11" destOrd="0" presId="urn:microsoft.com/office/officeart/2005/8/layout/vList5"/>
    <dgm:cxn modelId="{6D101339-ACEB-4601-9B92-FBED81CD0412}" type="presParOf" srcId="{3F0E4E04-B984-461F-BBD6-4C02E0F7860B}" destId="{677F4B25-24E8-4809-89C8-1CF9AE183428}" srcOrd="12" destOrd="0" presId="urn:microsoft.com/office/officeart/2005/8/layout/vList5"/>
    <dgm:cxn modelId="{9C7624EE-4FA5-45E4-9229-9C747BE81718}" type="presParOf" srcId="{677F4B25-24E8-4809-89C8-1CF9AE183428}" destId="{2BEDD279-7DEC-478C-AED3-D8EBF9B174EE}" srcOrd="0" destOrd="0" presId="urn:microsoft.com/office/officeart/2005/8/layout/vList5"/>
    <dgm:cxn modelId="{26A7A228-7625-4CA3-9046-5424BC1FC8D1}" type="presParOf" srcId="{677F4B25-24E8-4809-89C8-1CF9AE183428}" destId="{42184081-B703-48A1-B3DD-0E9EC31732E5}" srcOrd="1" destOrd="0" presId="urn:microsoft.com/office/officeart/2005/8/layout/vList5"/>
    <dgm:cxn modelId="{23AF2E50-8E23-49C7-BE5A-6A782419CD8F}" type="presParOf" srcId="{3F0E4E04-B984-461F-BBD6-4C02E0F7860B}" destId="{3FDD0C05-21A2-432F-B0CA-D37A38525FF6}" srcOrd="13" destOrd="0" presId="urn:microsoft.com/office/officeart/2005/8/layout/vList5"/>
    <dgm:cxn modelId="{09D55288-C13D-4053-86FB-D723B439F2DE}" type="presParOf" srcId="{3F0E4E04-B984-461F-BBD6-4C02E0F7860B}" destId="{BA868507-6ABF-4428-A222-B4D877FEAC58}" srcOrd="14" destOrd="0" presId="urn:microsoft.com/office/officeart/2005/8/layout/vList5"/>
    <dgm:cxn modelId="{05D316A8-621C-4190-91AB-718B412836D4}" type="presParOf" srcId="{BA868507-6ABF-4428-A222-B4D877FEAC58}" destId="{DCBA8994-BB08-49E3-80DD-D15682CC5F50}" srcOrd="0" destOrd="0" presId="urn:microsoft.com/office/officeart/2005/8/layout/vList5"/>
    <dgm:cxn modelId="{4CA1B0AF-C0F8-4188-8045-DE61E19F344E}" type="presParOf" srcId="{BA868507-6ABF-4428-A222-B4D877FEAC58}" destId="{56108021-3534-4378-BB36-E49A42D11245}" srcOrd="1" destOrd="0" presId="urn:microsoft.com/office/officeart/2005/8/layout/vList5"/>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72D9591-AD7C-49D7-9094-77CEAC4F4FB6}">
      <dsp:nvSpPr>
        <dsp:cNvPr id="0" name=""/>
        <dsp:cNvSpPr/>
      </dsp:nvSpPr>
      <dsp:spPr>
        <a:xfrm rot="5400000">
          <a:off x="4454736" y="-3421623"/>
          <a:ext cx="733978" cy="7577567"/>
        </a:xfrm>
        <a:prstGeom prst="round2SameRect">
          <a:avLst/>
        </a:prstGeom>
        <a:solidFill>
          <a:schemeClr val="accent2">
            <a:alpha val="90000"/>
            <a:tint val="40000"/>
            <a:hueOff val="0"/>
            <a:satOff val="0"/>
            <a:lumOff val="0"/>
            <a:alphaOff val="0"/>
          </a:schemeClr>
        </a:solidFill>
        <a:ln w="9525" cap="flat" cmpd="sng" algn="ctr">
          <a:solidFill>
            <a:schemeClr val="accent2">
              <a:alpha val="90000"/>
              <a:tint val="40000"/>
              <a:hueOff val="0"/>
              <a:satOff val="0"/>
              <a:lumOff val="0"/>
              <a:alphaOff val="0"/>
            </a:schemeClr>
          </a:solidFill>
          <a:prstDash val="solid"/>
        </a:ln>
        <a:effectLst>
          <a:outerShdw blurRad="40000" dist="23000" dir="5400000" rotWithShape="0">
            <a:srgbClr val="000000">
              <a:alpha val="35000"/>
            </a:srgbClr>
          </a:outerShdw>
        </a:effectLst>
        <a:scene3d>
          <a:camera prst="orthographicFront"/>
          <a:lightRig rig="threePt" dir="t">
            <a:rot lat="0" lon="0" rev="7500000"/>
          </a:lightRig>
        </a:scene3d>
        <a:sp3d extrusionH="190500" prstMaterial="dkEdge">
          <a:bevelT w="120650" h="38100" prst="relaxedInset"/>
          <a:bevelB w="120650" h="57150" prst="relaxedInset"/>
          <a:contourClr>
            <a:schemeClr val="bg1"/>
          </a:contourClr>
        </a:sp3d>
      </dsp:spPr>
      <dsp:style>
        <a:lnRef idx="1">
          <a:scrgbClr r="0" g="0" b="0"/>
        </a:lnRef>
        <a:fillRef idx="1">
          <a:scrgbClr r="0" g="0" b="0"/>
        </a:fillRef>
        <a:effectRef idx="2">
          <a:scrgbClr r="0" g="0" b="0"/>
        </a:effectRef>
        <a:fontRef idx="minor"/>
      </dsp:style>
      <dsp:txBody>
        <a:bodyPr spcFirstLastPara="0" vert="horz" wrap="square" lIns="247650" tIns="123825" rIns="247650" bIns="123825" numCol="1" spcCol="1270" anchor="ctr" anchorCtr="0">
          <a:noAutofit/>
        </a:bodyPr>
        <a:lstStyle/>
        <a:p>
          <a:pPr marL="114300" lvl="1" indent="-114300" algn="l" defTabSz="533400">
            <a:lnSpc>
              <a:spcPct val="90000"/>
            </a:lnSpc>
            <a:spcBef>
              <a:spcPct val="0"/>
            </a:spcBef>
            <a:spcAft>
              <a:spcPct val="15000"/>
            </a:spcAft>
            <a:buChar char="••"/>
          </a:pPr>
          <a:r>
            <a:rPr lang="en-US" sz="1200" kern="1200" dirty="0"/>
            <a:t>What is ESRM?</a:t>
          </a:r>
          <a:r>
            <a:rPr lang="en-US" sz="1200" i="0" kern="1200" dirty="0"/>
            <a:t> W</a:t>
          </a:r>
          <a:r>
            <a:rPr lang="en-US" sz="1200" kern="1200" dirty="0"/>
            <a:t>hy Are They Important?, The Engineer’s Survival Guide, Hazard Identification, The Incident Pyramid, The Discovery Approach, Occupational </a:t>
          </a:r>
          <a:r>
            <a:rPr lang="en-US" sz="1200" i="0" kern="1200" dirty="0"/>
            <a:t>Safety and Process (Technical) Safety, Risk as a Function of Likelihood and Consequence, Metrics, Health and Hygiene</a:t>
          </a:r>
        </a:p>
      </dsp:txBody>
      <dsp:txXfrm rot="-5400000">
        <a:off x="1032942" y="36001"/>
        <a:ext cx="7541737" cy="662318"/>
      </dsp:txXfrm>
    </dsp:sp>
    <dsp:sp modelId="{894334F0-A857-4998-B872-5762D0921C21}">
      <dsp:nvSpPr>
        <dsp:cNvPr id="0" name=""/>
        <dsp:cNvSpPr/>
      </dsp:nvSpPr>
      <dsp:spPr>
        <a:xfrm>
          <a:off x="203" y="22373"/>
          <a:ext cx="1032739" cy="689571"/>
        </a:xfrm>
        <a:prstGeom prst="round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38100" tIns="19050" rIns="38100" bIns="19050" numCol="1" spcCol="1270" anchor="ctr" anchorCtr="0">
          <a:noAutofit/>
        </a:bodyPr>
        <a:lstStyle/>
        <a:p>
          <a:pPr lvl="0" algn="ctr" defTabSz="444500">
            <a:lnSpc>
              <a:spcPct val="90000"/>
            </a:lnSpc>
            <a:spcBef>
              <a:spcPct val="0"/>
            </a:spcBef>
            <a:spcAft>
              <a:spcPct val="35000"/>
            </a:spcAft>
          </a:pPr>
          <a:r>
            <a:rPr lang="en-US" sz="1000" b="1" kern="1200"/>
            <a:t>Fundamentals</a:t>
          </a:r>
          <a:endParaRPr lang="en-US" sz="1000" b="1" kern="1200" dirty="0"/>
        </a:p>
      </dsp:txBody>
      <dsp:txXfrm>
        <a:off x="33865" y="56035"/>
        <a:ext cx="965415" cy="622247"/>
      </dsp:txXfrm>
    </dsp:sp>
    <dsp:sp modelId="{73204E57-0164-4968-A5B5-1B9D047DDF6E}">
      <dsp:nvSpPr>
        <dsp:cNvPr id="0" name=""/>
        <dsp:cNvSpPr/>
      </dsp:nvSpPr>
      <dsp:spPr>
        <a:xfrm rot="5400000">
          <a:off x="4545676" y="-2661187"/>
          <a:ext cx="608473" cy="7523439"/>
        </a:xfrm>
        <a:prstGeom prst="round2SameRect">
          <a:avLst/>
        </a:prstGeom>
        <a:solidFill>
          <a:schemeClr val="accent2">
            <a:alpha val="90000"/>
            <a:tint val="40000"/>
            <a:hueOff val="0"/>
            <a:satOff val="0"/>
            <a:lumOff val="0"/>
            <a:alphaOff val="0"/>
          </a:schemeClr>
        </a:solidFill>
        <a:ln w="9525" cap="flat" cmpd="sng" algn="ctr">
          <a:solidFill>
            <a:schemeClr val="accent2">
              <a:alpha val="90000"/>
              <a:tint val="40000"/>
              <a:hueOff val="0"/>
              <a:satOff val="0"/>
              <a:lumOff val="0"/>
              <a:alphaOff val="0"/>
            </a:schemeClr>
          </a:solidFill>
          <a:prstDash val="solid"/>
        </a:ln>
        <a:effectLst>
          <a:outerShdw blurRad="40000" dist="23000" dir="5400000" rotWithShape="0">
            <a:srgbClr val="000000">
              <a:alpha val="35000"/>
            </a:srgbClr>
          </a:outerShdw>
        </a:effectLst>
        <a:scene3d>
          <a:camera prst="orthographicFront"/>
          <a:lightRig rig="threePt" dir="t">
            <a:rot lat="0" lon="0" rev="7500000"/>
          </a:lightRig>
        </a:scene3d>
        <a:sp3d extrusionH="190500" prstMaterial="dkEdge">
          <a:bevelT w="120650" h="38100" prst="relaxedInset"/>
          <a:bevelB w="120650" h="57150" prst="relaxedInset"/>
          <a:contourClr>
            <a:schemeClr val="bg1"/>
          </a:contourClr>
        </a:sp3d>
      </dsp:spPr>
      <dsp:style>
        <a:lnRef idx="1">
          <a:scrgbClr r="0" g="0" b="0"/>
        </a:lnRef>
        <a:fillRef idx="1">
          <a:scrgbClr r="0" g="0" b="0"/>
        </a:fillRef>
        <a:effectRef idx="2">
          <a:scrgbClr r="0" g="0" b="0"/>
        </a:effectRef>
        <a:fontRef idx="minor"/>
      </dsp:style>
      <dsp:txBody>
        <a:bodyPr spcFirstLastPara="0" vert="horz" wrap="square" lIns="247650" tIns="123825" rIns="247650" bIns="123825" numCol="1" spcCol="1270" anchor="ctr" anchorCtr="0">
          <a:noAutofit/>
        </a:bodyPr>
        <a:lstStyle/>
        <a:p>
          <a:pPr marL="114300" lvl="1" indent="-114300" algn="l" defTabSz="533400">
            <a:lnSpc>
              <a:spcPct val="90000"/>
            </a:lnSpc>
            <a:spcBef>
              <a:spcPct val="0"/>
            </a:spcBef>
            <a:spcAft>
              <a:spcPct val="15000"/>
            </a:spcAft>
            <a:buChar char="••"/>
          </a:pPr>
          <a:r>
            <a:rPr lang="en-US" sz="1200" kern="1200" dirty="0"/>
            <a:t>RM System Elements, Administrative Controls and Work Practices, Engineering Controls, The Business Case for a RM Program</a:t>
          </a:r>
        </a:p>
      </dsp:txBody>
      <dsp:txXfrm rot="-5400000">
        <a:off x="1088194" y="825998"/>
        <a:ext cx="7493736" cy="549067"/>
      </dsp:txXfrm>
    </dsp:sp>
    <dsp:sp modelId="{FC48821B-A805-4B7D-8D33-6DDCAFDC59BB}">
      <dsp:nvSpPr>
        <dsp:cNvPr id="0" name=""/>
        <dsp:cNvSpPr/>
      </dsp:nvSpPr>
      <dsp:spPr>
        <a:xfrm>
          <a:off x="203" y="808073"/>
          <a:ext cx="1087990" cy="584917"/>
        </a:xfrm>
        <a:prstGeom prst="round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38100" tIns="19050" rIns="38100" bIns="19050" numCol="1" spcCol="1270" anchor="ctr" anchorCtr="0">
          <a:noAutofit/>
        </a:bodyPr>
        <a:lstStyle/>
        <a:p>
          <a:pPr lvl="0" algn="ctr" defTabSz="444500">
            <a:lnSpc>
              <a:spcPct val="90000"/>
            </a:lnSpc>
            <a:spcBef>
              <a:spcPct val="0"/>
            </a:spcBef>
            <a:spcAft>
              <a:spcPct val="35000"/>
            </a:spcAft>
          </a:pPr>
          <a:r>
            <a:rPr lang="en-US" sz="1000" b="1" kern="1200" dirty="0"/>
            <a:t>RM Program Elements</a:t>
          </a:r>
        </a:p>
      </dsp:txBody>
      <dsp:txXfrm>
        <a:off x="28756" y="836626"/>
        <a:ext cx="1030884" cy="527811"/>
      </dsp:txXfrm>
    </dsp:sp>
    <dsp:sp modelId="{8B6616AE-9BA6-42E6-8368-92157C053B74}">
      <dsp:nvSpPr>
        <dsp:cNvPr id="0" name=""/>
        <dsp:cNvSpPr/>
      </dsp:nvSpPr>
      <dsp:spPr>
        <a:xfrm rot="5400000">
          <a:off x="4513795" y="-1975449"/>
          <a:ext cx="655823" cy="7540551"/>
        </a:xfrm>
        <a:prstGeom prst="round2SameRect">
          <a:avLst/>
        </a:prstGeom>
        <a:solidFill>
          <a:schemeClr val="accent2">
            <a:alpha val="90000"/>
            <a:tint val="40000"/>
            <a:hueOff val="0"/>
            <a:satOff val="0"/>
            <a:lumOff val="0"/>
            <a:alphaOff val="0"/>
          </a:schemeClr>
        </a:solidFill>
        <a:ln w="9525" cap="flat" cmpd="sng" algn="ctr">
          <a:solidFill>
            <a:schemeClr val="accent2">
              <a:alpha val="90000"/>
              <a:tint val="40000"/>
              <a:hueOff val="0"/>
              <a:satOff val="0"/>
              <a:lumOff val="0"/>
              <a:alphaOff val="0"/>
            </a:schemeClr>
          </a:solidFill>
          <a:prstDash val="solid"/>
        </a:ln>
        <a:effectLst>
          <a:outerShdw blurRad="40000" dist="23000" dir="5400000" rotWithShape="0">
            <a:srgbClr val="000000">
              <a:alpha val="35000"/>
            </a:srgbClr>
          </a:outerShdw>
        </a:effectLst>
        <a:scene3d>
          <a:camera prst="orthographicFront"/>
          <a:lightRig rig="threePt" dir="t">
            <a:rot lat="0" lon="0" rev="7500000"/>
          </a:lightRig>
        </a:scene3d>
        <a:sp3d extrusionH="190500" prstMaterial="dkEdge">
          <a:bevelT w="120650" h="38100" prst="relaxedInset"/>
          <a:bevelB w="120650" h="57150" prst="relaxedInset"/>
          <a:contourClr>
            <a:schemeClr val="bg1"/>
          </a:contourClr>
        </a:sp3d>
      </dsp:spPr>
      <dsp:style>
        <a:lnRef idx="1">
          <a:scrgbClr r="0" g="0" b="0"/>
        </a:lnRef>
        <a:fillRef idx="1">
          <a:scrgbClr r="0" g="0" b="0"/>
        </a:fillRef>
        <a:effectRef idx="2">
          <a:scrgbClr r="0" g="0" b="0"/>
        </a:effectRef>
        <a:fontRef idx="minor"/>
      </dsp:style>
      <dsp:txBody>
        <a:bodyPr spcFirstLastPara="0" vert="horz" wrap="square" lIns="247650" tIns="123825" rIns="247650" bIns="123825" numCol="1" spcCol="1270" anchor="ctr" anchorCtr="0">
          <a:noAutofit/>
        </a:bodyPr>
        <a:lstStyle/>
        <a:p>
          <a:pPr marL="114300" lvl="1" indent="-114300" algn="l" defTabSz="533400">
            <a:lnSpc>
              <a:spcPct val="90000"/>
            </a:lnSpc>
            <a:spcBef>
              <a:spcPct val="0"/>
            </a:spcBef>
            <a:spcAft>
              <a:spcPct val="15000"/>
            </a:spcAft>
            <a:buChar char="••"/>
          </a:pPr>
          <a:r>
            <a:rPr lang="en-US" sz="1200" kern="1200" dirty="0"/>
            <a:t>How Do We Manage Risk?, The RM Work Process, Substandard Practices and Conditions, The Hierarchy of Controls, Risk Matrices, FLRAs, JSAs, SQRAs, Checklists, Bow Tie Analysis, Job Observations, Planned Inspections, Audits, Prevention Through Design, </a:t>
          </a:r>
          <a:r>
            <a:rPr lang="en-US" sz="1200" i="0" kern="1200" dirty="0"/>
            <a:t>What If Analysis</a:t>
          </a:r>
          <a:endParaRPr lang="en-US" sz="1200" kern="1200" dirty="0"/>
        </a:p>
      </dsp:txBody>
      <dsp:txXfrm rot="-5400000">
        <a:off x="1071432" y="1498929"/>
        <a:ext cx="7508536" cy="591793"/>
      </dsp:txXfrm>
    </dsp:sp>
    <dsp:sp modelId="{0B9027F1-592A-4F2E-A3D2-C683E3429CE7}">
      <dsp:nvSpPr>
        <dsp:cNvPr id="0" name=""/>
        <dsp:cNvSpPr/>
      </dsp:nvSpPr>
      <dsp:spPr>
        <a:xfrm>
          <a:off x="0" y="1518413"/>
          <a:ext cx="1071227" cy="579747"/>
        </a:xfrm>
        <a:prstGeom prst="round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38100" tIns="19050" rIns="38100" bIns="19050" numCol="1" spcCol="1270" anchor="ctr" anchorCtr="0">
          <a:noAutofit/>
        </a:bodyPr>
        <a:lstStyle/>
        <a:p>
          <a:pPr lvl="0" algn="ctr" defTabSz="444500">
            <a:lnSpc>
              <a:spcPct val="90000"/>
            </a:lnSpc>
            <a:spcBef>
              <a:spcPct val="0"/>
            </a:spcBef>
            <a:spcAft>
              <a:spcPct val="35000"/>
            </a:spcAft>
          </a:pPr>
          <a:r>
            <a:rPr lang="en-US" sz="1000" b="1" kern="1200" dirty="0"/>
            <a:t>RM Tools</a:t>
          </a:r>
        </a:p>
      </dsp:txBody>
      <dsp:txXfrm>
        <a:off x="28301" y="1546714"/>
        <a:ext cx="1014625" cy="523145"/>
      </dsp:txXfrm>
    </dsp:sp>
    <dsp:sp modelId="{DFA94ED6-4FE4-4E42-966F-BF1A651C5F59}">
      <dsp:nvSpPr>
        <dsp:cNvPr id="0" name=""/>
        <dsp:cNvSpPr/>
      </dsp:nvSpPr>
      <dsp:spPr>
        <a:xfrm rot="5400000">
          <a:off x="4603037" y="-1224699"/>
          <a:ext cx="544358" cy="7473940"/>
        </a:xfrm>
        <a:prstGeom prst="round2SameRect">
          <a:avLst/>
        </a:prstGeom>
        <a:solidFill>
          <a:schemeClr val="accent2">
            <a:alpha val="90000"/>
            <a:tint val="40000"/>
            <a:hueOff val="0"/>
            <a:satOff val="0"/>
            <a:lumOff val="0"/>
            <a:alphaOff val="0"/>
          </a:schemeClr>
        </a:solidFill>
        <a:ln w="9525" cap="flat" cmpd="sng" algn="ctr">
          <a:solidFill>
            <a:schemeClr val="accent2">
              <a:alpha val="90000"/>
              <a:tint val="40000"/>
              <a:hueOff val="0"/>
              <a:satOff val="0"/>
              <a:lumOff val="0"/>
              <a:alphaOff val="0"/>
            </a:schemeClr>
          </a:solidFill>
          <a:prstDash val="solid"/>
        </a:ln>
        <a:effectLst>
          <a:outerShdw blurRad="40000" dist="23000" dir="5400000" rotWithShape="0">
            <a:srgbClr val="000000">
              <a:alpha val="35000"/>
            </a:srgbClr>
          </a:outerShdw>
        </a:effectLst>
        <a:scene3d>
          <a:camera prst="orthographicFront"/>
          <a:lightRig rig="threePt" dir="t">
            <a:rot lat="0" lon="0" rev="7500000"/>
          </a:lightRig>
        </a:scene3d>
        <a:sp3d extrusionH="190500" prstMaterial="dkEdge">
          <a:bevelT w="120650" h="38100" prst="relaxedInset"/>
          <a:bevelB w="120650" h="57150" prst="relaxedInset"/>
          <a:contourClr>
            <a:schemeClr val="bg1"/>
          </a:contourClr>
        </a:sp3d>
      </dsp:spPr>
      <dsp:style>
        <a:lnRef idx="1">
          <a:scrgbClr r="0" g="0" b="0"/>
        </a:lnRef>
        <a:fillRef idx="1">
          <a:scrgbClr r="0" g="0" b="0"/>
        </a:fillRef>
        <a:effectRef idx="2">
          <a:scrgbClr r="0" g="0" b="0"/>
        </a:effectRef>
        <a:fontRef idx="minor"/>
      </dsp:style>
      <dsp:txBody>
        <a:bodyPr spcFirstLastPara="0" vert="horz" wrap="square" lIns="247650" tIns="123825" rIns="247650" bIns="123825" numCol="1" spcCol="1270" anchor="ctr" anchorCtr="0">
          <a:noAutofit/>
        </a:bodyPr>
        <a:lstStyle/>
        <a:p>
          <a:pPr marL="114300" lvl="1" indent="-114300" algn="l" defTabSz="533400">
            <a:lnSpc>
              <a:spcPct val="90000"/>
            </a:lnSpc>
            <a:spcBef>
              <a:spcPct val="0"/>
            </a:spcBef>
            <a:spcAft>
              <a:spcPct val="15000"/>
            </a:spcAft>
            <a:buChar char="••"/>
          </a:pPr>
          <a:r>
            <a:rPr lang="en-US" sz="1200" kern="1200" dirty="0"/>
            <a:t>Why is II important?, PEAP, Cause and Effect Model, Root Cause Analysis, Incident and Near Miss Reporting, Follow Up, Student Team Project &amp; Report</a:t>
          </a:r>
        </a:p>
      </dsp:txBody>
      <dsp:txXfrm rot="-5400000">
        <a:off x="1138247" y="2266664"/>
        <a:ext cx="7447367" cy="491212"/>
      </dsp:txXfrm>
    </dsp:sp>
    <dsp:sp modelId="{F1349B64-76F0-4C6F-82F4-7196AA3AC19D}">
      <dsp:nvSpPr>
        <dsp:cNvPr id="0" name=""/>
        <dsp:cNvSpPr/>
      </dsp:nvSpPr>
      <dsp:spPr>
        <a:xfrm>
          <a:off x="203" y="2184884"/>
          <a:ext cx="1132641" cy="610783"/>
        </a:xfrm>
        <a:prstGeom prst="round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38100" tIns="19050" rIns="38100" bIns="19050" numCol="1" spcCol="1270" anchor="ctr" anchorCtr="0">
          <a:noAutofit/>
        </a:bodyPr>
        <a:lstStyle/>
        <a:p>
          <a:pPr lvl="0" algn="ctr" defTabSz="444500">
            <a:lnSpc>
              <a:spcPct val="90000"/>
            </a:lnSpc>
            <a:spcBef>
              <a:spcPct val="0"/>
            </a:spcBef>
            <a:spcAft>
              <a:spcPct val="35000"/>
            </a:spcAft>
          </a:pPr>
          <a:r>
            <a:rPr lang="en-US" sz="1000" b="1" kern="1200" dirty="0"/>
            <a:t>Incident Investigation</a:t>
          </a:r>
        </a:p>
      </dsp:txBody>
      <dsp:txXfrm>
        <a:off x="30019" y="2214700"/>
        <a:ext cx="1073009" cy="551151"/>
      </dsp:txXfrm>
    </dsp:sp>
    <dsp:sp modelId="{7B89F309-80DC-46FA-8E0A-2DBDDB49DA1D}">
      <dsp:nvSpPr>
        <dsp:cNvPr id="0" name=""/>
        <dsp:cNvSpPr/>
      </dsp:nvSpPr>
      <dsp:spPr>
        <a:xfrm rot="5400000">
          <a:off x="4570911" y="-580567"/>
          <a:ext cx="588716" cy="7492976"/>
        </a:xfrm>
        <a:prstGeom prst="round2SameRect">
          <a:avLst/>
        </a:prstGeom>
        <a:solidFill>
          <a:schemeClr val="accent2">
            <a:alpha val="90000"/>
            <a:tint val="40000"/>
            <a:hueOff val="0"/>
            <a:satOff val="0"/>
            <a:lumOff val="0"/>
            <a:alphaOff val="0"/>
          </a:schemeClr>
        </a:solidFill>
        <a:ln w="9525" cap="flat" cmpd="sng" algn="ctr">
          <a:solidFill>
            <a:schemeClr val="accent2">
              <a:alpha val="90000"/>
              <a:tint val="40000"/>
              <a:hueOff val="0"/>
              <a:satOff val="0"/>
              <a:lumOff val="0"/>
              <a:alphaOff val="0"/>
            </a:schemeClr>
          </a:solidFill>
          <a:prstDash val="solid"/>
        </a:ln>
        <a:effectLst>
          <a:outerShdw blurRad="40000" dist="23000" dir="5400000" rotWithShape="0">
            <a:srgbClr val="000000">
              <a:alpha val="35000"/>
            </a:srgbClr>
          </a:outerShdw>
        </a:effectLst>
        <a:scene3d>
          <a:camera prst="orthographicFront"/>
          <a:lightRig rig="threePt" dir="t">
            <a:rot lat="0" lon="0" rev="7500000"/>
          </a:lightRig>
        </a:scene3d>
        <a:sp3d extrusionH="190500" prstMaterial="dkEdge">
          <a:bevelT w="120650" h="38100" prst="relaxedInset"/>
          <a:bevelB w="120650" h="57150" prst="relaxedInset"/>
          <a:contourClr>
            <a:schemeClr val="bg1"/>
          </a:contourClr>
        </a:sp3d>
      </dsp:spPr>
      <dsp:style>
        <a:lnRef idx="1">
          <a:scrgbClr r="0" g="0" b="0"/>
        </a:lnRef>
        <a:fillRef idx="1">
          <a:scrgbClr r="0" g="0" b="0"/>
        </a:fillRef>
        <a:effectRef idx="2">
          <a:scrgbClr r="0" g="0" b="0"/>
        </a:effectRef>
        <a:fontRef idx="minor"/>
      </dsp:style>
      <dsp:txBody>
        <a:bodyPr spcFirstLastPara="0" vert="horz" wrap="square" lIns="247650" tIns="123825" rIns="247650" bIns="123825" numCol="1" spcCol="1270" anchor="ctr" anchorCtr="0">
          <a:noAutofit/>
        </a:bodyPr>
        <a:lstStyle/>
        <a:p>
          <a:pPr marL="114300" lvl="1" indent="-114300" algn="l" defTabSz="533400">
            <a:lnSpc>
              <a:spcPct val="90000"/>
            </a:lnSpc>
            <a:spcBef>
              <a:spcPct val="0"/>
            </a:spcBef>
            <a:spcAft>
              <a:spcPct val="15000"/>
            </a:spcAft>
            <a:buChar char="••"/>
          </a:pPr>
          <a:r>
            <a:rPr lang="en-CA" sz="1200" b="0" kern="1200" dirty="0"/>
            <a:t>Sunrise Propane, Hub Oil, </a:t>
          </a:r>
          <a:r>
            <a:rPr lang="en-CA" sz="1200" b="0" kern="1200" dirty="0" smtClean="0"/>
            <a:t>Imperial </a:t>
          </a:r>
          <a:r>
            <a:rPr lang="en-CA" sz="1200" b="0" kern="1200" dirty="0"/>
            <a:t>Metals Mount </a:t>
          </a:r>
          <a:r>
            <a:rPr lang="en-CA" sz="1200" b="0" kern="1200" dirty="0" err="1"/>
            <a:t>Polley</a:t>
          </a:r>
          <a:r>
            <a:rPr lang="en-CA" sz="1200" b="0" kern="1200" dirty="0"/>
            <a:t>, MMA Lac </a:t>
          </a:r>
          <a:r>
            <a:rPr lang="en-CA" sz="1200" b="0" kern="1200" dirty="0" err="1"/>
            <a:t>Megantic</a:t>
          </a:r>
          <a:r>
            <a:rPr lang="en-CA" sz="1200" b="0" kern="1200" dirty="0"/>
            <a:t>, </a:t>
          </a:r>
          <a:r>
            <a:rPr lang="en-CA" sz="1200" b="0" kern="1200" dirty="0" smtClean="0"/>
            <a:t>UCIL Bhopal, </a:t>
          </a:r>
          <a:r>
            <a:rPr lang="en-CA" sz="1200" b="0" kern="1200" dirty="0" err="1" smtClean="0"/>
            <a:t>Nypro</a:t>
          </a:r>
          <a:r>
            <a:rPr lang="en-CA" sz="1200" b="0" kern="1200" dirty="0" smtClean="0"/>
            <a:t> Works </a:t>
          </a:r>
          <a:r>
            <a:rPr lang="en-CA" sz="1200" b="0" kern="1200" dirty="0" err="1" smtClean="0"/>
            <a:t>Flixborough</a:t>
          </a:r>
          <a:r>
            <a:rPr lang="en-CA" sz="1200" b="0" kern="1200" dirty="0" smtClean="0"/>
            <a:t>, BP </a:t>
          </a:r>
          <a:r>
            <a:rPr lang="en-CA" sz="1200" b="0" kern="1200" dirty="0" err="1" smtClean="0"/>
            <a:t>Macondo</a:t>
          </a:r>
          <a:r>
            <a:rPr lang="en-CA" sz="1200" b="0" kern="1200" dirty="0" smtClean="0"/>
            <a:t> DWH, Boeing 737 Max 8, ALCOA</a:t>
          </a:r>
          <a:endParaRPr lang="en-US" sz="1200" b="0" kern="1200" dirty="0"/>
        </a:p>
      </dsp:txBody>
      <dsp:txXfrm rot="-5400000">
        <a:off x="1118782" y="2900301"/>
        <a:ext cx="7464237" cy="531238"/>
      </dsp:txXfrm>
    </dsp:sp>
    <dsp:sp modelId="{8C871809-46F7-489C-8322-91E6F3C7C33D}">
      <dsp:nvSpPr>
        <dsp:cNvPr id="0" name=""/>
        <dsp:cNvSpPr/>
      </dsp:nvSpPr>
      <dsp:spPr>
        <a:xfrm>
          <a:off x="203" y="2857813"/>
          <a:ext cx="1118577" cy="616214"/>
        </a:xfrm>
        <a:prstGeom prst="round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38100" tIns="19050" rIns="38100" bIns="19050" numCol="1" spcCol="1270" anchor="ctr" anchorCtr="0">
          <a:noAutofit/>
        </a:bodyPr>
        <a:lstStyle/>
        <a:p>
          <a:pPr lvl="0" algn="ctr" defTabSz="444500">
            <a:lnSpc>
              <a:spcPct val="90000"/>
            </a:lnSpc>
            <a:spcBef>
              <a:spcPct val="0"/>
            </a:spcBef>
            <a:spcAft>
              <a:spcPct val="35000"/>
            </a:spcAft>
          </a:pPr>
          <a:r>
            <a:rPr lang="en-US" sz="1000" b="1" kern="1200" dirty="0"/>
            <a:t>Case Studies</a:t>
          </a:r>
        </a:p>
      </dsp:txBody>
      <dsp:txXfrm>
        <a:off x="30284" y="2887894"/>
        <a:ext cx="1058415" cy="556052"/>
      </dsp:txXfrm>
    </dsp:sp>
    <dsp:sp modelId="{12B7071B-8DEF-476A-B8D0-96C9490D6196}">
      <dsp:nvSpPr>
        <dsp:cNvPr id="0" name=""/>
        <dsp:cNvSpPr/>
      </dsp:nvSpPr>
      <dsp:spPr>
        <a:xfrm rot="5400000">
          <a:off x="4608222" y="94346"/>
          <a:ext cx="555425" cy="7439082"/>
        </a:xfrm>
        <a:prstGeom prst="round2SameRect">
          <a:avLst/>
        </a:prstGeom>
        <a:solidFill>
          <a:schemeClr val="accent2">
            <a:alpha val="90000"/>
            <a:tint val="40000"/>
            <a:hueOff val="0"/>
            <a:satOff val="0"/>
            <a:lumOff val="0"/>
            <a:alphaOff val="0"/>
          </a:schemeClr>
        </a:solidFill>
        <a:ln w="9525" cap="flat" cmpd="sng" algn="ctr">
          <a:solidFill>
            <a:schemeClr val="accent2">
              <a:alpha val="90000"/>
              <a:tint val="40000"/>
              <a:hueOff val="0"/>
              <a:satOff val="0"/>
              <a:lumOff val="0"/>
              <a:alphaOff val="0"/>
            </a:schemeClr>
          </a:solidFill>
          <a:prstDash val="solid"/>
        </a:ln>
        <a:effectLst>
          <a:outerShdw blurRad="40000" dist="23000" dir="5400000" rotWithShape="0">
            <a:srgbClr val="000000">
              <a:alpha val="35000"/>
            </a:srgbClr>
          </a:outerShdw>
        </a:effectLst>
        <a:scene3d>
          <a:camera prst="orthographicFront"/>
          <a:lightRig rig="threePt" dir="t">
            <a:rot lat="0" lon="0" rev="7500000"/>
          </a:lightRig>
        </a:scene3d>
        <a:sp3d extrusionH="190500" prstMaterial="dkEdge">
          <a:bevelT w="120650" h="38100" prst="relaxedInset"/>
          <a:bevelB w="120650" h="57150" prst="relaxedInset"/>
          <a:contourClr>
            <a:schemeClr val="bg1"/>
          </a:contourClr>
        </a:sp3d>
      </dsp:spPr>
      <dsp:style>
        <a:lnRef idx="1">
          <a:scrgbClr r="0" g="0" b="0"/>
        </a:lnRef>
        <a:fillRef idx="1">
          <a:scrgbClr r="0" g="0" b="0"/>
        </a:fillRef>
        <a:effectRef idx="2">
          <a:scrgbClr r="0" g="0" b="0"/>
        </a:effectRef>
        <a:fontRef idx="minor"/>
      </dsp:style>
      <dsp:txBody>
        <a:bodyPr spcFirstLastPara="0" vert="horz" wrap="square" lIns="247650" tIns="123825" rIns="247650" bIns="123825" numCol="1" spcCol="1270" anchor="ctr" anchorCtr="0">
          <a:noAutofit/>
        </a:bodyPr>
        <a:lstStyle/>
        <a:p>
          <a:pPr marL="114300" lvl="1" indent="-114300" algn="l" defTabSz="533400">
            <a:lnSpc>
              <a:spcPct val="90000"/>
            </a:lnSpc>
            <a:spcBef>
              <a:spcPct val="0"/>
            </a:spcBef>
            <a:spcAft>
              <a:spcPct val="15000"/>
            </a:spcAft>
            <a:buChar char="••"/>
          </a:pPr>
          <a:r>
            <a:rPr lang="en-US" sz="1200" kern="1200" dirty="0"/>
            <a:t>Why is Leadership Important?, Safety Culture, Personal Iceberg, ABC, and Training Models, Plan-Do-Check-Act, Application of the ESG, </a:t>
          </a:r>
          <a:r>
            <a:rPr lang="en-US" sz="1200" b="0" i="0" kern="1200" dirty="0"/>
            <a:t>Risk Communication</a:t>
          </a:r>
        </a:p>
      </dsp:txBody>
      <dsp:txXfrm rot="-5400000">
        <a:off x="1166394" y="3563288"/>
        <a:ext cx="7411968" cy="501197"/>
      </dsp:txXfrm>
    </dsp:sp>
    <dsp:sp modelId="{DA86242C-033E-4625-9293-D21AD9F393C1}">
      <dsp:nvSpPr>
        <dsp:cNvPr id="0" name=""/>
        <dsp:cNvSpPr/>
      </dsp:nvSpPr>
      <dsp:spPr>
        <a:xfrm>
          <a:off x="203" y="3536567"/>
          <a:ext cx="1166190" cy="554640"/>
        </a:xfrm>
        <a:prstGeom prst="round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38100" tIns="19050" rIns="38100" bIns="19050" numCol="1" spcCol="1270" anchor="ctr" anchorCtr="0">
          <a:noAutofit/>
        </a:bodyPr>
        <a:lstStyle/>
        <a:p>
          <a:pPr lvl="0" algn="ctr" defTabSz="444500">
            <a:lnSpc>
              <a:spcPct val="90000"/>
            </a:lnSpc>
            <a:spcBef>
              <a:spcPct val="0"/>
            </a:spcBef>
            <a:spcAft>
              <a:spcPct val="35000"/>
            </a:spcAft>
          </a:pPr>
          <a:r>
            <a:rPr lang="en-US" sz="1000" b="1" kern="1200" dirty="0"/>
            <a:t>Leadership in RM</a:t>
          </a:r>
        </a:p>
      </dsp:txBody>
      <dsp:txXfrm>
        <a:off x="27278" y="3563642"/>
        <a:ext cx="1112040" cy="500490"/>
      </dsp:txXfrm>
    </dsp:sp>
    <dsp:sp modelId="{42184081-B703-48A1-B3DD-0E9EC31732E5}">
      <dsp:nvSpPr>
        <dsp:cNvPr id="0" name=""/>
        <dsp:cNvSpPr/>
      </dsp:nvSpPr>
      <dsp:spPr>
        <a:xfrm rot="5400000">
          <a:off x="4613868" y="711569"/>
          <a:ext cx="528698" cy="7457289"/>
        </a:xfrm>
        <a:prstGeom prst="round2SameRect">
          <a:avLst/>
        </a:prstGeom>
        <a:solidFill>
          <a:schemeClr val="accent2">
            <a:alpha val="90000"/>
            <a:tint val="40000"/>
            <a:hueOff val="0"/>
            <a:satOff val="0"/>
            <a:lumOff val="0"/>
            <a:alphaOff val="0"/>
          </a:schemeClr>
        </a:solidFill>
        <a:ln w="9525" cap="flat" cmpd="sng" algn="ctr">
          <a:solidFill>
            <a:schemeClr val="accent2">
              <a:alpha val="90000"/>
              <a:tint val="40000"/>
              <a:hueOff val="0"/>
              <a:satOff val="0"/>
              <a:lumOff val="0"/>
              <a:alphaOff val="0"/>
            </a:schemeClr>
          </a:solidFill>
          <a:prstDash val="solid"/>
        </a:ln>
        <a:effectLst>
          <a:outerShdw blurRad="40000" dist="23000" dir="5400000" rotWithShape="0">
            <a:srgbClr val="000000">
              <a:alpha val="35000"/>
            </a:srgbClr>
          </a:outerShdw>
        </a:effectLst>
        <a:scene3d>
          <a:camera prst="orthographicFront"/>
          <a:lightRig rig="threePt" dir="t">
            <a:rot lat="0" lon="0" rev="7500000"/>
          </a:lightRig>
        </a:scene3d>
        <a:sp3d extrusionH="190500" prstMaterial="dkEdge">
          <a:bevelT w="120650" h="38100" prst="relaxedInset"/>
          <a:bevelB w="120650" h="57150" prst="relaxedInset"/>
          <a:contourClr>
            <a:schemeClr val="bg1"/>
          </a:contourClr>
        </a:sp3d>
      </dsp:spPr>
      <dsp:style>
        <a:lnRef idx="1">
          <a:scrgbClr r="0" g="0" b="0"/>
        </a:lnRef>
        <a:fillRef idx="1">
          <a:scrgbClr r="0" g="0" b="0"/>
        </a:fillRef>
        <a:effectRef idx="2">
          <a:scrgbClr r="0" g="0" b="0"/>
        </a:effectRef>
        <a:fontRef idx="minor"/>
      </dsp:style>
      <dsp:txBody>
        <a:bodyPr spcFirstLastPara="0" vert="horz" wrap="square" lIns="247650" tIns="123825" rIns="247650" bIns="123825" numCol="1" spcCol="1270" anchor="ctr" anchorCtr="0">
          <a:noAutofit/>
        </a:bodyPr>
        <a:lstStyle/>
        <a:p>
          <a:pPr marL="114300" lvl="1" indent="-114300" algn="l" defTabSz="533400">
            <a:lnSpc>
              <a:spcPct val="90000"/>
            </a:lnSpc>
            <a:spcBef>
              <a:spcPct val="0"/>
            </a:spcBef>
            <a:spcAft>
              <a:spcPct val="15000"/>
            </a:spcAft>
            <a:buChar char="••"/>
          </a:pPr>
          <a:r>
            <a:rPr lang="en-US" sz="1200" kern="1200" dirty="0"/>
            <a:t>Occupational Health and Safety in Canada and Alberta, WCB in Alberta, Due Diligence for Engineers, Professionalism and Ethics </a:t>
          </a:r>
        </a:p>
      </dsp:txBody>
      <dsp:txXfrm rot="-5400000">
        <a:off x="1149573" y="4201674"/>
        <a:ext cx="7431480" cy="477080"/>
      </dsp:txXfrm>
    </dsp:sp>
    <dsp:sp modelId="{2BEDD279-7DEC-478C-AED3-D8EBF9B174EE}">
      <dsp:nvSpPr>
        <dsp:cNvPr id="0" name=""/>
        <dsp:cNvSpPr/>
      </dsp:nvSpPr>
      <dsp:spPr>
        <a:xfrm>
          <a:off x="203" y="4153746"/>
          <a:ext cx="1149369" cy="572936"/>
        </a:xfrm>
        <a:prstGeom prst="round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38100" tIns="19050" rIns="38100" bIns="19050" numCol="1" spcCol="1270" anchor="ctr" anchorCtr="0">
          <a:noAutofit/>
        </a:bodyPr>
        <a:lstStyle/>
        <a:p>
          <a:pPr lvl="0" algn="ctr" defTabSz="444500">
            <a:lnSpc>
              <a:spcPct val="90000"/>
            </a:lnSpc>
            <a:spcBef>
              <a:spcPct val="0"/>
            </a:spcBef>
            <a:spcAft>
              <a:spcPct val="35000"/>
            </a:spcAft>
          </a:pPr>
          <a:r>
            <a:rPr lang="en-US" sz="1000" b="1" kern="1200" dirty="0"/>
            <a:t>Legal &amp; Ethical Aspects</a:t>
          </a:r>
        </a:p>
      </dsp:txBody>
      <dsp:txXfrm>
        <a:off x="28171" y="4181714"/>
        <a:ext cx="1093433" cy="517000"/>
      </dsp:txXfrm>
    </dsp:sp>
    <dsp:sp modelId="{56108021-3534-4378-BB36-E49A42D11245}">
      <dsp:nvSpPr>
        <dsp:cNvPr id="0" name=""/>
        <dsp:cNvSpPr/>
      </dsp:nvSpPr>
      <dsp:spPr>
        <a:xfrm rot="5400000">
          <a:off x="4497773" y="1403243"/>
          <a:ext cx="621201" cy="7392370"/>
        </a:xfrm>
        <a:prstGeom prst="round2SameRect">
          <a:avLst/>
        </a:prstGeom>
        <a:solidFill>
          <a:schemeClr val="accent2">
            <a:alpha val="90000"/>
            <a:tint val="40000"/>
            <a:hueOff val="0"/>
            <a:satOff val="0"/>
            <a:lumOff val="0"/>
            <a:alphaOff val="0"/>
          </a:schemeClr>
        </a:solidFill>
        <a:ln w="9525" cap="flat" cmpd="sng" algn="ctr">
          <a:solidFill>
            <a:schemeClr val="accent2">
              <a:alpha val="90000"/>
              <a:tint val="40000"/>
              <a:hueOff val="0"/>
              <a:satOff val="0"/>
              <a:lumOff val="0"/>
              <a:alphaOff val="0"/>
            </a:schemeClr>
          </a:solidFill>
          <a:prstDash val="solid"/>
        </a:ln>
        <a:effectLst>
          <a:outerShdw blurRad="40000" dist="23000" dir="5400000" rotWithShape="0">
            <a:srgbClr val="000000">
              <a:alpha val="35000"/>
            </a:srgbClr>
          </a:outerShdw>
        </a:effectLst>
        <a:scene3d>
          <a:camera prst="orthographicFront"/>
          <a:lightRig rig="threePt" dir="t">
            <a:rot lat="0" lon="0" rev="7500000"/>
          </a:lightRig>
        </a:scene3d>
        <a:sp3d extrusionH="190500" prstMaterial="dkEdge">
          <a:bevelT w="120650" h="38100" prst="relaxedInset"/>
          <a:bevelB w="120650" h="57150" prst="relaxedInset"/>
          <a:contourClr>
            <a:schemeClr val="bg1"/>
          </a:contourClr>
        </a:sp3d>
      </dsp:spPr>
      <dsp:style>
        <a:lnRef idx="1">
          <a:scrgbClr r="0" g="0" b="0"/>
        </a:lnRef>
        <a:fillRef idx="1">
          <a:scrgbClr r="0" g="0" b="0"/>
        </a:fillRef>
        <a:effectRef idx="2">
          <a:scrgbClr r="0" g="0" b="0"/>
        </a:effectRef>
        <a:fontRef idx="minor"/>
      </dsp:style>
      <dsp:txBody>
        <a:bodyPr spcFirstLastPara="0" vert="horz" wrap="square" lIns="247650" tIns="123825" rIns="247650" bIns="123825" numCol="1" spcCol="1270" anchor="ctr" anchorCtr="0">
          <a:noAutofit/>
        </a:bodyPr>
        <a:lstStyle/>
        <a:p>
          <a:pPr marL="114300" lvl="1" indent="-114300" algn="l" defTabSz="533400">
            <a:lnSpc>
              <a:spcPct val="90000"/>
            </a:lnSpc>
            <a:spcBef>
              <a:spcPct val="0"/>
            </a:spcBef>
            <a:spcAft>
              <a:spcPct val="15000"/>
            </a:spcAft>
            <a:buChar char="••"/>
          </a:pPr>
          <a:r>
            <a:rPr lang="en-US" sz="1200" b="0" kern="1200" dirty="0"/>
            <a:t>Guest Lectures from Magna IV Engineering, PCL Construction, AB Justice, WCB, Imperial Oil, BBA Engineering, Director of the School of ESRM</a:t>
          </a:r>
        </a:p>
      </dsp:txBody>
      <dsp:txXfrm rot="-5400000">
        <a:off x="1112189" y="4819153"/>
        <a:ext cx="7362045" cy="560551"/>
      </dsp:txXfrm>
    </dsp:sp>
    <dsp:sp modelId="{DCBA8994-BB08-49E3-80DD-D15682CC5F50}">
      <dsp:nvSpPr>
        <dsp:cNvPr id="0" name=""/>
        <dsp:cNvSpPr/>
      </dsp:nvSpPr>
      <dsp:spPr>
        <a:xfrm>
          <a:off x="203" y="4855736"/>
          <a:ext cx="1111984" cy="487386"/>
        </a:xfrm>
        <a:prstGeom prst="round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38100" tIns="19050" rIns="38100" bIns="19050" numCol="1" spcCol="1270" anchor="ctr" anchorCtr="0">
          <a:noAutofit/>
        </a:bodyPr>
        <a:lstStyle/>
        <a:p>
          <a:pPr lvl="0" algn="ctr" defTabSz="444500">
            <a:lnSpc>
              <a:spcPct val="90000"/>
            </a:lnSpc>
            <a:spcBef>
              <a:spcPct val="0"/>
            </a:spcBef>
            <a:spcAft>
              <a:spcPct val="35000"/>
            </a:spcAft>
          </a:pPr>
          <a:r>
            <a:rPr lang="en-US" sz="1000" b="1" kern="1200" dirty="0"/>
            <a:t>Industry &amp; Gov’t Engagement</a:t>
          </a:r>
        </a:p>
      </dsp:txBody>
      <dsp:txXfrm>
        <a:off x="23995" y="4879528"/>
        <a:ext cx="1064400" cy="439802"/>
      </dsp:txXfrm>
    </dsp:sp>
  </dsp:spTree>
</dsp:drawing>
</file>

<file path=ppt/diagrams/layout1.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3d2">
  <dgm:title val=""/>
  <dgm:desc val=""/>
  <dgm:catLst>
    <dgm:cat type="3D" pri="11200"/>
  </dgm:catLst>
  <dgm:scene3d>
    <a:camera prst="orthographicFront"/>
    <a:lightRig rig="threePt" dir="t"/>
  </dgm:scene3d>
  <dgm:styleLbl name="node0">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a:rot lat="0" lon="0" rev="7500000"/>
      </a:lightRig>
    </dgm:scene3d>
    <dgm:sp3d prstMaterial="plastic">
      <a:bevelT w="127000" h="25400" prst="relaxedInset"/>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tx1"/>
      </a:fontRef>
    </dgm:style>
  </dgm:styleLbl>
  <dgm:styleLbl name="aling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a:rot lat="0" lon="0" rev="7500000"/>
      </a:lightRig>
    </dgm:scene3d>
    <dgm:sp3d z="152400" extrusionH="63500" prstMaterial="matte">
      <a:bevelT w="50800" h="19050" prst="relaxedInset"/>
      <a:contourClr>
        <a:schemeClr val="bg1"/>
      </a:contourClr>
    </dgm:sp3d>
    <dgm:txPr/>
    <dgm:style>
      <a:lnRef idx="0">
        <a:scrgbClr r="0" g="0" b="0"/>
      </a:lnRef>
      <a:fillRef idx="1">
        <a:scrgbClr r="0" g="0" b="0"/>
      </a:fillRef>
      <a:effectRef idx="0">
        <a:scrgbClr r="0" g="0" b="0"/>
      </a:effectRef>
      <a:fontRef idx="minor"/>
    </dgm:style>
  </dgm:styleLbl>
  <dgm:styleLbl name="alignImgPlace1">
    <dgm:scene3d>
      <a:camera prst="orthographicFront"/>
      <a:lightRig rig="threePt" dir="t">
        <a:rot lat="0" lon="0" rev="7500000"/>
      </a:lightRig>
    </dgm:scene3d>
    <dgm:sp3d z="2540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bgImgPlace1">
    <dgm:scene3d>
      <a:camera prst="orthographicFront"/>
      <a:lightRig rig="threePt" dir="t">
        <a:rot lat="0" lon="0" rev="7500000"/>
      </a:lightRig>
    </dgm:scene3d>
    <dgm:sp3d z="-1524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sibTrans2D1">
    <dgm:scene3d>
      <a:camera prst="orthographicFront"/>
      <a:lightRig rig="threePt" dir="t">
        <a:rot lat="0" lon="0" rev="7500000"/>
      </a:lightRig>
    </dgm:scene3d>
    <dgm:sp3d z="-700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fgSibTrans2D1">
    <dgm:scene3d>
      <a:camera prst="orthographicFront"/>
      <a:lightRig rig="threePt" dir="t">
        <a:rot lat="0" lon="0" rev="7500000"/>
      </a:lightRig>
    </dgm:scene3d>
    <dgm:sp3d z="1524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bgSibTrans2D1">
    <dgm:scene3d>
      <a:camera prst="orthographicFront"/>
      <a:lightRig rig="threePt" dir="t">
        <a:rot lat="0" lon="0" rev="7500000"/>
      </a:lightRig>
    </dgm:scene3d>
    <dgm:sp3d z="-1524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sibTrans1D1">
    <dgm:scene3d>
      <a:camera prst="orthographicFront"/>
      <a:lightRig rig="threePt" dir="t">
        <a:rot lat="0" lon="0" rev="7500000"/>
      </a:lightRig>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a:rot lat="0" lon="0" rev="7500000"/>
      </a:lightRig>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a:rot lat="0" lon="0" rev="7500000"/>
      </a:lightRig>
    </dgm:scene3d>
    <dgm:sp3d extrusionH="63500" prstMaterial="matte">
      <a:bevelT w="50800" h="190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parChTrans2D2">
    <dgm:scene3d>
      <a:camera prst="orthographicFront"/>
      <a:lightRig rig="threePt" dir="t">
        <a:rot lat="0" lon="0" rev="7500000"/>
      </a:lightRig>
    </dgm:scene3d>
    <dgm:sp3d extrusionH="63500" prstMaterial="matte">
      <a:bevelT w="50800" h="19050" prst="relaxedInset"/>
      <a:contourClr>
        <a:schemeClr val="bg1"/>
      </a:contourClr>
    </dgm:sp3d>
    <dgm:txPr/>
    <dgm:style>
      <a:lnRef idx="0">
        <a:scrgbClr r="0" g="0" b="0"/>
      </a:lnRef>
      <a:fillRef idx="1">
        <a:scrgbClr r="0" g="0" b="0"/>
      </a:fillRef>
      <a:effectRef idx="0">
        <a:scrgbClr r="0" g="0" b="0"/>
      </a:effectRef>
      <a:fontRef idx="minor">
        <a:schemeClr val="lt1"/>
      </a:fontRef>
    </dgm:style>
  </dgm:styleLbl>
  <dgm:styleLbl name="parChTrans2D3">
    <dgm:scene3d>
      <a:camera prst="orthographicFront"/>
      <a:lightRig rig="threePt" dir="t">
        <a:rot lat="0" lon="0" rev="7500000"/>
      </a:lightRig>
    </dgm:scene3d>
    <dgm:sp3d z="60000" prstMaterial="flat">
      <a:bevelT w="120900" h="88900"/>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threePt" dir="t">
        <a:rot lat="0" lon="0" rev="7500000"/>
      </a:lightRig>
    </dgm:scene3d>
    <dgm:sp3d z="60000" prstMaterial="flat">
      <a:bevelT w="120900" h="88900"/>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fgAcc1">
    <dgm:scene3d>
      <a:camera prst="orthographicFront"/>
      <a:lightRig rig="threePt" dir="t">
        <a:rot lat="0" lon="0" rev="7500000"/>
      </a:lightRig>
    </dgm:scene3d>
    <dgm:sp3d z="152400" extrusionH="63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a:rot lat="0" lon="0" rev="7500000"/>
      </a:lightRig>
    </dgm:scene3d>
    <dgm:sp3d z="152400" extrusionH="63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a:rot lat="0" lon="0" rev="7500000"/>
      </a:lightRig>
    </dgm:scene3d>
    <dgm:sp3d extrusionH="190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a:rot lat="0" lon="0" rev="7500000"/>
      </a:lightRig>
    </dgm:scene3d>
    <dgm:sp3d prstMaterial="plastic">
      <a:bevelT w="127000" h="35400"/>
    </dgm:sp3d>
    <dgm:txPr/>
    <dgm:style>
      <a:lnRef idx="1">
        <a:scrgbClr r="0" g="0" b="0"/>
      </a:lnRef>
      <a:fillRef idx="1">
        <a:scrgbClr r="0" g="0" b="0"/>
      </a:fillRef>
      <a:effectRef idx="2">
        <a:scrgbClr r="0" g="0" b="0"/>
      </a:effectRef>
      <a:fontRef idx="minor">
        <a:schemeClr val="lt1"/>
      </a:fontRef>
    </dgm:style>
  </dgm:styleLbl>
  <dgm:styleLbl name="bgAcc1">
    <dgm:scene3d>
      <a:camera prst="orthographicFront"/>
      <a:lightRig rig="threePt" dir="t">
        <a:rot lat="0" lon="0" rev="7500000"/>
      </a:lightRig>
    </dgm:scene3d>
    <dgm:sp3d z="-152400" extrusionH="63500" prstMaterial="dkEdge">
      <a:bevelT w="124450" h="16350" prst="relaxedInset"/>
      <a:contourClr>
        <a:schemeClr val="bg1"/>
      </a:contourClr>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a:rot lat="0" lon="0" rev="7500000"/>
      </a:lightRig>
    </dgm:scene3d>
    <dgm:sp3d z="152400" extrusionH="63500" prstMaterial="dkEdge">
      <a:bevelT w="120800" h="19050" prst="relaxedInset"/>
      <a:contourClr>
        <a:schemeClr val="bg1"/>
      </a:contourClr>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a:rot lat="0" lon="0" rev="7500000"/>
      </a:lightRig>
    </dgm:scene3d>
    <dgm:sp3d extrusionH="190500" prstMaterial="dkEdge">
      <a:bevelT w="120650" h="38100" prst="relaxedInset"/>
      <a:contourClr>
        <a:schemeClr val="bg1"/>
      </a:contourClr>
    </dgm:sp3d>
    <dgm:txPr/>
    <dgm:style>
      <a:lnRef idx="1">
        <a:scrgbClr r="0" g="0" b="0"/>
      </a:lnRef>
      <a:fillRef idx="1">
        <a:scrgbClr r="0" g="0" b="0"/>
      </a:fillRef>
      <a:effectRef idx="2">
        <a:scrgbClr r="0" g="0" b="0"/>
      </a:effectRef>
      <a:fontRef idx="minor"/>
    </dgm:style>
  </dgm:styleLbl>
  <dgm:styleLbl name="solidBgAcc1">
    <dgm:scene3d>
      <a:camera prst="orthographicFront"/>
      <a:lightRig rig="threePt" dir="t">
        <a:rot lat="0" lon="0" rev="7500000"/>
      </a:lightRig>
    </dgm:scene3d>
    <dgm:sp3d z="-152400" extrusionH="63500" prstMaterial="dkEdge">
      <a:bevelT w="144450" h="36350" prst="relaxedInset"/>
      <a:contourClr>
        <a:schemeClr val="bg1"/>
      </a:contourClr>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a:rot lat="0" lon="0" rev="7500000"/>
      </a:lightRig>
    </dgm:scene3d>
    <dgm:sp3d extrusionH="190500" prstMaterial="dkEdge">
      <a:bevelT w="120650" h="38100" prst="relaxedInset"/>
      <a:bevelB w="120650" h="57150" prst="relaxedInset"/>
      <a:contourClr>
        <a:schemeClr val="bg1"/>
      </a:contourClr>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a:rot lat="0" lon="0" rev="7500000"/>
      </a:lightRig>
    </dgm:scene3d>
    <dgm:sp3d z="-152400" extrusionH="63500" prstMaterial="dkEdge">
      <a:bevelT w="144450" h="36350" prst="relaxedInset"/>
      <a:contourClr>
        <a:schemeClr val="bg1"/>
      </a:contourClr>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a:rot lat="0" lon="0" rev="7500000"/>
      </a:lightRig>
    </dgm:scene3d>
    <dgm:sp3d z="-152400" extrusionH="63500" prstMaterial="matte">
      <a:bevelT w="144450" h="6350" prst="relaxedInset"/>
      <a:contourClr>
        <a:schemeClr val="bg1"/>
      </a:contourClr>
    </dgm:sp3d>
    <dgm:txPr/>
    <dgm:style>
      <a:lnRef idx="0">
        <a:scrgbClr r="0" g="0" b="0"/>
      </a:lnRef>
      <a:fillRef idx="3">
        <a:scrgbClr r="0" g="0" b="0"/>
      </a:fillRef>
      <a:effectRef idx="0">
        <a:scrgbClr r="0" g="0" b="0"/>
      </a:effectRef>
      <a:fontRef idx="minor"/>
    </dgm:style>
  </dgm:styleLbl>
  <dgm:styleLbl name="dkBgShp">
    <dgm:scene3d>
      <a:camera prst="orthographicFront"/>
      <a:lightRig rig="threePt" dir="t">
        <a:rot lat="0" lon="0" rev="7500000"/>
      </a:lightRig>
    </dgm:scene3d>
    <dgm:sp3d prstMaterial="plastic">
      <a:bevelT w="127000" h="25400" prst="relaxedInset"/>
      <a:bevelB w="88900" h="121750" prst="angle"/>
    </dgm:sp3d>
    <dgm:txPr/>
    <dgm:style>
      <a:lnRef idx="0">
        <a:scrgbClr r="0" g="0" b="0"/>
      </a:lnRef>
      <a:fillRef idx="1">
        <a:scrgbClr r="0" g="0" b="0"/>
      </a:fillRef>
      <a:effectRef idx="2">
        <a:scrgbClr r="0" g="0" b="0"/>
      </a:effectRef>
      <a:fontRef idx="minor">
        <a:schemeClr val="lt1"/>
      </a:fontRef>
    </dgm:style>
  </dgm:styleLbl>
  <dgm:styleLbl name="trBgShp">
    <dgm:scene3d>
      <a:camera prst="orthographicFront"/>
      <a:lightRig rig="threePt" dir="t"/>
    </dgm:scene3d>
    <dgm:sp3d z="-152400" prstMaterial="matte"/>
    <dgm:txPr/>
    <dgm:style>
      <a:lnRef idx="0">
        <a:scrgbClr r="0" g="0" b="0"/>
      </a:lnRef>
      <a:fillRef idx="1">
        <a:scrgbClr r="0" g="0" b="0"/>
      </a:fillRef>
      <a:effectRef idx="0">
        <a:scrgbClr r="0" g="0" b="0"/>
      </a:effectRef>
      <a:fontRef idx="minor"/>
    </dgm:style>
  </dgm:styleLbl>
  <dgm:styleLbl name="fgShp">
    <dgm:scene3d>
      <a:camera prst="orthographicFront"/>
      <a:lightRig rig="threePt" dir="t">
        <a:rot lat="0" lon="0" rev="7500000"/>
      </a:lightRig>
    </dgm:scene3d>
    <dgm:sp3d z="152400" extrusionH="63500" prstMaterial="matte">
      <a:bevelT w="50800" h="190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20162" name="Rectangle 2"/>
          <p:cNvSpPr>
            <a:spLocks noGrp="1" noChangeArrowheads="1"/>
          </p:cNvSpPr>
          <p:nvPr>
            <p:ph type="hdr" sz="quarter"/>
          </p:nvPr>
        </p:nvSpPr>
        <p:spPr bwMode="auto">
          <a:xfrm>
            <a:off x="1" y="1"/>
            <a:ext cx="3037146" cy="464504"/>
          </a:xfrm>
          <a:prstGeom prst="rect">
            <a:avLst/>
          </a:prstGeom>
          <a:noFill/>
          <a:ln w="9525">
            <a:noFill/>
            <a:miter lim="800000"/>
            <a:headEnd/>
            <a:tailEnd/>
          </a:ln>
          <a:effectLst/>
        </p:spPr>
        <p:txBody>
          <a:bodyPr vert="horz" wrap="square" lIns="93136" tIns="46568" rIns="93136" bIns="46568" numCol="1" anchor="t" anchorCtr="0" compatLnSpc="1">
            <a:prstTxWarp prst="textNoShape">
              <a:avLst/>
            </a:prstTxWarp>
          </a:bodyPr>
          <a:lstStyle>
            <a:lvl1pPr eaLnBrk="0" hangingPunct="0">
              <a:defRPr sz="1200" b="0">
                <a:latin typeface="Arial" charset="0"/>
              </a:defRPr>
            </a:lvl1pPr>
          </a:lstStyle>
          <a:p>
            <a:pPr>
              <a:defRPr/>
            </a:pPr>
            <a:endParaRPr lang="en-US"/>
          </a:p>
        </p:txBody>
      </p:sp>
      <p:sp>
        <p:nvSpPr>
          <p:cNvPr id="220163" name="Rectangle 3"/>
          <p:cNvSpPr>
            <a:spLocks noGrp="1" noChangeArrowheads="1"/>
          </p:cNvSpPr>
          <p:nvPr>
            <p:ph type="dt" sz="quarter" idx="1"/>
          </p:nvPr>
        </p:nvSpPr>
        <p:spPr bwMode="auto">
          <a:xfrm>
            <a:off x="3971654" y="1"/>
            <a:ext cx="3037146" cy="464504"/>
          </a:xfrm>
          <a:prstGeom prst="rect">
            <a:avLst/>
          </a:prstGeom>
          <a:noFill/>
          <a:ln w="9525">
            <a:noFill/>
            <a:miter lim="800000"/>
            <a:headEnd/>
            <a:tailEnd/>
          </a:ln>
          <a:effectLst/>
        </p:spPr>
        <p:txBody>
          <a:bodyPr vert="horz" wrap="square" lIns="93136" tIns="46568" rIns="93136" bIns="46568" numCol="1" anchor="t" anchorCtr="0" compatLnSpc="1">
            <a:prstTxWarp prst="textNoShape">
              <a:avLst/>
            </a:prstTxWarp>
          </a:bodyPr>
          <a:lstStyle>
            <a:lvl1pPr algn="r" eaLnBrk="0" hangingPunct="0">
              <a:defRPr sz="1200" b="0">
                <a:latin typeface="Arial" charset="0"/>
              </a:defRPr>
            </a:lvl1pPr>
          </a:lstStyle>
          <a:p>
            <a:pPr>
              <a:defRPr/>
            </a:pPr>
            <a:fld id="{25E55AEC-8BF8-47AA-8A9C-C1CC4D3D3CD7}" type="datetimeFigureOut">
              <a:rPr lang="en-US"/>
              <a:pPr>
                <a:defRPr/>
              </a:pPr>
              <a:t>5/7/2022</a:t>
            </a:fld>
            <a:endParaRPr lang="en-US"/>
          </a:p>
        </p:txBody>
      </p:sp>
      <p:sp>
        <p:nvSpPr>
          <p:cNvPr id="220164" name="Rectangle 4"/>
          <p:cNvSpPr>
            <a:spLocks noGrp="1" noChangeArrowheads="1"/>
          </p:cNvSpPr>
          <p:nvPr>
            <p:ph type="ftr" sz="quarter" idx="2"/>
          </p:nvPr>
        </p:nvSpPr>
        <p:spPr bwMode="auto">
          <a:xfrm>
            <a:off x="1" y="8830312"/>
            <a:ext cx="3037146" cy="464504"/>
          </a:xfrm>
          <a:prstGeom prst="rect">
            <a:avLst/>
          </a:prstGeom>
          <a:noFill/>
          <a:ln w="9525">
            <a:noFill/>
            <a:miter lim="800000"/>
            <a:headEnd/>
            <a:tailEnd/>
          </a:ln>
          <a:effectLst/>
        </p:spPr>
        <p:txBody>
          <a:bodyPr vert="horz" wrap="square" lIns="93136" tIns="46568" rIns="93136" bIns="46568" numCol="1" anchor="b" anchorCtr="0" compatLnSpc="1">
            <a:prstTxWarp prst="textNoShape">
              <a:avLst/>
            </a:prstTxWarp>
          </a:bodyPr>
          <a:lstStyle>
            <a:lvl1pPr eaLnBrk="0" hangingPunct="0">
              <a:defRPr sz="1200" b="0">
                <a:latin typeface="Arial" charset="0"/>
              </a:defRPr>
            </a:lvl1pPr>
          </a:lstStyle>
          <a:p>
            <a:pPr>
              <a:defRPr/>
            </a:pPr>
            <a:endParaRPr lang="en-US"/>
          </a:p>
        </p:txBody>
      </p:sp>
      <p:sp>
        <p:nvSpPr>
          <p:cNvPr id="220165" name="Rectangle 5"/>
          <p:cNvSpPr>
            <a:spLocks noGrp="1" noChangeArrowheads="1"/>
          </p:cNvSpPr>
          <p:nvPr>
            <p:ph type="sldNum" sz="quarter" idx="3"/>
          </p:nvPr>
        </p:nvSpPr>
        <p:spPr bwMode="auto">
          <a:xfrm>
            <a:off x="3971654" y="8830312"/>
            <a:ext cx="3037146" cy="464504"/>
          </a:xfrm>
          <a:prstGeom prst="rect">
            <a:avLst/>
          </a:prstGeom>
          <a:noFill/>
          <a:ln w="9525">
            <a:noFill/>
            <a:miter lim="800000"/>
            <a:headEnd/>
            <a:tailEnd/>
          </a:ln>
          <a:effectLst/>
        </p:spPr>
        <p:txBody>
          <a:bodyPr vert="horz" wrap="square" lIns="93136" tIns="46568" rIns="93136" bIns="46568" numCol="1" anchor="b" anchorCtr="0" compatLnSpc="1">
            <a:prstTxWarp prst="textNoShape">
              <a:avLst/>
            </a:prstTxWarp>
          </a:bodyPr>
          <a:lstStyle>
            <a:lvl1pPr algn="r" eaLnBrk="0" hangingPunct="0">
              <a:defRPr sz="1200" b="0">
                <a:latin typeface="Arial" charset="0"/>
              </a:defRPr>
            </a:lvl1pPr>
          </a:lstStyle>
          <a:p>
            <a:pPr>
              <a:defRPr/>
            </a:pPr>
            <a:fld id="{E75F24CD-7E4C-4840-9EE0-3BA263838CCD}" type="slidenum">
              <a:rPr lang="en-US"/>
              <a:pPr>
                <a:defRPr/>
              </a:pPr>
              <a:t>‹#›</a:t>
            </a:fld>
            <a:endParaRPr lang="en-US"/>
          </a:p>
        </p:txBody>
      </p:sp>
    </p:spTree>
    <p:extLst>
      <p:ext uri="{BB962C8B-B14F-4D97-AF65-F5344CB8AC3E}">
        <p14:creationId xmlns:p14="http://schemas.microsoft.com/office/powerpoint/2010/main" val="2822171625"/>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1"/>
            <a:ext cx="3037146" cy="464504"/>
          </a:xfrm>
          <a:prstGeom prst="rect">
            <a:avLst/>
          </a:prstGeom>
        </p:spPr>
        <p:txBody>
          <a:bodyPr vert="horz" wrap="square" lIns="93136" tIns="46568" rIns="93136" bIns="46568" numCol="1" anchor="t" anchorCtr="0" compatLnSpc="1">
            <a:prstTxWarp prst="textNoShape">
              <a:avLst/>
            </a:prstTxWarp>
          </a:bodyPr>
          <a:lstStyle>
            <a:lvl1pPr>
              <a:defRPr sz="1200" b="0">
                <a:latin typeface="Arial" charset="0"/>
              </a:defRPr>
            </a:lvl1pPr>
          </a:lstStyle>
          <a:p>
            <a:pPr>
              <a:defRPr/>
            </a:pPr>
            <a:endParaRPr lang="en-US"/>
          </a:p>
        </p:txBody>
      </p:sp>
      <p:sp>
        <p:nvSpPr>
          <p:cNvPr id="3" name="Date Placeholder 2"/>
          <p:cNvSpPr>
            <a:spLocks noGrp="1"/>
          </p:cNvSpPr>
          <p:nvPr>
            <p:ph type="dt" idx="1"/>
          </p:nvPr>
        </p:nvSpPr>
        <p:spPr>
          <a:xfrm>
            <a:off x="3971654" y="1"/>
            <a:ext cx="3037146" cy="464504"/>
          </a:xfrm>
          <a:prstGeom prst="rect">
            <a:avLst/>
          </a:prstGeom>
        </p:spPr>
        <p:txBody>
          <a:bodyPr vert="horz" wrap="square" lIns="93136" tIns="46568" rIns="93136" bIns="46568" numCol="1" anchor="t" anchorCtr="0" compatLnSpc="1">
            <a:prstTxWarp prst="textNoShape">
              <a:avLst/>
            </a:prstTxWarp>
          </a:bodyPr>
          <a:lstStyle>
            <a:lvl1pPr algn="r">
              <a:defRPr sz="1200" b="0">
                <a:latin typeface="Arial" charset="0"/>
              </a:defRPr>
            </a:lvl1pPr>
          </a:lstStyle>
          <a:p>
            <a:pPr>
              <a:defRPr/>
            </a:pPr>
            <a:fld id="{B38EBD9A-77E5-4352-9685-9DCF1AB5D0AE}" type="datetimeFigureOut">
              <a:rPr lang="en-US"/>
              <a:pPr>
                <a:defRPr/>
              </a:pPr>
              <a:t>5/7/2022</a:t>
            </a:fld>
            <a:endParaRPr lang="en-US"/>
          </a:p>
        </p:txBody>
      </p:sp>
      <p:sp>
        <p:nvSpPr>
          <p:cNvPr id="4" name="Slide Image Placeholder 3"/>
          <p:cNvSpPr>
            <a:spLocks noGrp="1" noRot="1" noChangeAspect="1"/>
          </p:cNvSpPr>
          <p:nvPr>
            <p:ph type="sldImg" idx="2"/>
          </p:nvPr>
        </p:nvSpPr>
        <p:spPr>
          <a:xfrm>
            <a:off x="1181100" y="698500"/>
            <a:ext cx="4648200" cy="3486150"/>
          </a:xfrm>
          <a:prstGeom prst="rect">
            <a:avLst/>
          </a:prstGeom>
          <a:noFill/>
          <a:ln w="12700">
            <a:solidFill>
              <a:prstClr val="black"/>
            </a:solidFill>
          </a:ln>
        </p:spPr>
        <p:txBody>
          <a:bodyPr vert="horz" lIns="93136" tIns="46568" rIns="93136" bIns="46568" rtlCol="0" anchor="ctr"/>
          <a:lstStyle/>
          <a:p>
            <a:pPr lvl="0"/>
            <a:endParaRPr lang="en-US" noProof="0"/>
          </a:p>
        </p:txBody>
      </p:sp>
      <p:sp>
        <p:nvSpPr>
          <p:cNvPr id="5" name="Notes Placeholder 4"/>
          <p:cNvSpPr>
            <a:spLocks noGrp="1"/>
          </p:cNvSpPr>
          <p:nvPr>
            <p:ph type="body" sz="quarter" idx="3"/>
          </p:nvPr>
        </p:nvSpPr>
        <p:spPr>
          <a:xfrm>
            <a:off x="700881" y="4415157"/>
            <a:ext cx="5608640" cy="4183696"/>
          </a:xfrm>
          <a:prstGeom prst="rect">
            <a:avLst/>
          </a:prstGeom>
        </p:spPr>
        <p:txBody>
          <a:bodyPr vert="horz" wrap="square" lIns="93136" tIns="46568" rIns="93136" bIns="46568" numCol="1" anchor="t" anchorCtr="0" compatLnSpc="1">
            <a:prstTxWarp prst="textNoShape">
              <a:avLst/>
            </a:prstTxWarp>
            <a:normAutofit/>
          </a:body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6" name="Footer Placeholder 5"/>
          <p:cNvSpPr>
            <a:spLocks noGrp="1"/>
          </p:cNvSpPr>
          <p:nvPr>
            <p:ph type="ftr" sz="quarter" idx="4"/>
          </p:nvPr>
        </p:nvSpPr>
        <p:spPr>
          <a:xfrm>
            <a:off x="1" y="8830312"/>
            <a:ext cx="3037146" cy="464504"/>
          </a:xfrm>
          <a:prstGeom prst="rect">
            <a:avLst/>
          </a:prstGeom>
        </p:spPr>
        <p:txBody>
          <a:bodyPr vert="horz" wrap="square" lIns="93136" tIns="46568" rIns="93136" bIns="46568" numCol="1" anchor="b" anchorCtr="0" compatLnSpc="1">
            <a:prstTxWarp prst="textNoShape">
              <a:avLst/>
            </a:prstTxWarp>
          </a:bodyPr>
          <a:lstStyle>
            <a:lvl1pPr>
              <a:defRPr sz="1200" b="0">
                <a:latin typeface="Arial" charset="0"/>
              </a:defRPr>
            </a:lvl1pPr>
          </a:lstStyle>
          <a:p>
            <a:pPr>
              <a:defRPr/>
            </a:pPr>
            <a:endParaRPr lang="en-US"/>
          </a:p>
        </p:txBody>
      </p:sp>
      <p:sp>
        <p:nvSpPr>
          <p:cNvPr id="7" name="Slide Number Placeholder 6"/>
          <p:cNvSpPr>
            <a:spLocks noGrp="1"/>
          </p:cNvSpPr>
          <p:nvPr>
            <p:ph type="sldNum" sz="quarter" idx="5"/>
          </p:nvPr>
        </p:nvSpPr>
        <p:spPr>
          <a:xfrm>
            <a:off x="3971654" y="8830312"/>
            <a:ext cx="3037146" cy="464504"/>
          </a:xfrm>
          <a:prstGeom prst="rect">
            <a:avLst/>
          </a:prstGeom>
        </p:spPr>
        <p:txBody>
          <a:bodyPr vert="horz" wrap="square" lIns="93136" tIns="46568" rIns="93136" bIns="46568" numCol="1" anchor="b" anchorCtr="0" compatLnSpc="1">
            <a:prstTxWarp prst="textNoShape">
              <a:avLst/>
            </a:prstTxWarp>
          </a:bodyPr>
          <a:lstStyle>
            <a:lvl1pPr algn="r">
              <a:defRPr sz="1200" b="0">
                <a:latin typeface="Arial" charset="0"/>
              </a:defRPr>
            </a:lvl1pPr>
          </a:lstStyle>
          <a:p>
            <a:pPr>
              <a:defRPr/>
            </a:pPr>
            <a:fld id="{4A7289C4-4137-4B30-96C9-7C06C8229121}" type="slidenum">
              <a:rPr lang="en-US"/>
              <a:pPr>
                <a:defRPr/>
              </a:pPr>
              <a:t>‹#›</a:t>
            </a:fld>
            <a:endParaRPr lang="en-US"/>
          </a:p>
        </p:txBody>
      </p:sp>
    </p:spTree>
    <p:extLst>
      <p:ext uri="{BB962C8B-B14F-4D97-AF65-F5344CB8AC3E}">
        <p14:creationId xmlns:p14="http://schemas.microsoft.com/office/powerpoint/2010/main" val="333532138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000" kern="1200">
        <a:solidFill>
          <a:schemeClr val="tx1"/>
        </a:solidFill>
        <a:latin typeface="+mn-lt"/>
        <a:ea typeface="+mn-ea"/>
        <a:cs typeface="Arial" charset="0"/>
      </a:defRPr>
    </a:lvl1pPr>
    <a:lvl2pPr marL="457200" algn="l" rtl="0" eaLnBrk="0" fontAlgn="base" hangingPunct="0">
      <a:spcBef>
        <a:spcPct val="30000"/>
      </a:spcBef>
      <a:spcAft>
        <a:spcPct val="0"/>
      </a:spcAft>
      <a:defRPr sz="1000" kern="1200">
        <a:solidFill>
          <a:schemeClr val="tx1"/>
        </a:solidFill>
        <a:latin typeface="+mn-lt"/>
        <a:ea typeface="+mn-ea"/>
        <a:cs typeface="Arial" charset="0"/>
      </a:defRPr>
    </a:lvl2pPr>
    <a:lvl3pPr marL="914400" algn="l" rtl="0" eaLnBrk="0" fontAlgn="base" hangingPunct="0">
      <a:spcBef>
        <a:spcPct val="30000"/>
      </a:spcBef>
      <a:spcAft>
        <a:spcPct val="0"/>
      </a:spcAft>
      <a:defRPr sz="1000" kern="1200">
        <a:solidFill>
          <a:schemeClr val="tx1"/>
        </a:solidFill>
        <a:latin typeface="+mn-lt"/>
        <a:ea typeface="+mn-ea"/>
        <a:cs typeface="Arial" charset="0"/>
      </a:defRPr>
    </a:lvl3pPr>
    <a:lvl4pPr marL="1371600" algn="l" rtl="0" eaLnBrk="0" fontAlgn="base" hangingPunct="0">
      <a:spcBef>
        <a:spcPct val="30000"/>
      </a:spcBef>
      <a:spcAft>
        <a:spcPct val="0"/>
      </a:spcAft>
      <a:defRPr sz="1000" kern="1200">
        <a:solidFill>
          <a:schemeClr val="tx1"/>
        </a:solidFill>
        <a:latin typeface="+mn-lt"/>
        <a:ea typeface="+mn-ea"/>
        <a:cs typeface="Arial" charset="0"/>
      </a:defRPr>
    </a:lvl4pPr>
    <a:lvl5pPr marL="1828800" algn="l" rtl="0" eaLnBrk="0" fontAlgn="base" hangingPunct="0">
      <a:spcBef>
        <a:spcPct val="30000"/>
      </a:spcBef>
      <a:spcAft>
        <a:spcPct val="0"/>
      </a:spcAft>
      <a:defRPr sz="1000" kern="1200">
        <a:solidFill>
          <a:schemeClr val="tx1"/>
        </a:solidFill>
        <a:latin typeface="+mn-lt"/>
        <a:ea typeface="+mn-ea"/>
        <a:cs typeface="Arial" charset="0"/>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Rectangle 2"/>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27651" name="Rectangle 3"/>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baseline="0" dirty="0"/>
          </a:p>
        </p:txBody>
      </p:sp>
    </p:spTree>
    <p:extLst>
      <p:ext uri="{BB962C8B-B14F-4D97-AF65-F5344CB8AC3E}">
        <p14:creationId xmlns:p14="http://schemas.microsoft.com/office/powerpoint/2010/main" val="398064754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7"/>
          <p:cNvSpPr txBox="1">
            <a:spLocks noGrp="1" noChangeArrowheads="1"/>
          </p:cNvSpPr>
          <p:nvPr/>
        </p:nvSpPr>
        <p:spPr bwMode="auto">
          <a:xfrm>
            <a:off x="3970250" y="8829564"/>
            <a:ext cx="3038956" cy="464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511" tIns="46256" rIns="92511" bIns="46256" anchor="b"/>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C41DADFD-3BE4-4AB0-B910-544CAFF0BCC2}" type="slidenum">
              <a:rPr kumimoji="0" lang="en-US" altLang="en-US" sz="12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2</a:t>
            </a:fld>
            <a:endParaRPr kumimoji="0" lang="en-US" altLang="en-US" sz="12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24579" name="Rectangle 2"/>
          <p:cNvSpPr>
            <a:spLocks noGrp="1" noRot="1" noChangeAspect="1" noChangeArrowheads="1" noTextEdit="1"/>
          </p:cNvSpPr>
          <p:nvPr>
            <p:ph type="sldImg"/>
          </p:nvPr>
        </p:nvSpPr>
        <p:spPr>
          <a:ln/>
        </p:spPr>
      </p:sp>
      <p:sp>
        <p:nvSpPr>
          <p:cNvPr id="24580" name="Rectangle 3"/>
          <p:cNvSpPr>
            <a:spLocks noGrp="1" noChangeArrowheads="1"/>
          </p:cNvSpPr>
          <p:nvPr>
            <p:ph type="body" idx="1"/>
          </p:nvPr>
        </p:nvSpPr>
        <p:spPr>
          <a:xfrm>
            <a:off x="934880" y="4415844"/>
            <a:ext cx="5140641" cy="4182424"/>
          </a:xfrm>
          <a:noFill/>
        </p:spPr>
        <p:txBody>
          <a:bodyPr/>
          <a:lstStyle/>
          <a:p>
            <a:pPr eaLnBrk="1" hangingPunct="1"/>
            <a:endParaRPr lang="en-US" altLang="en-US"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079593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Rectangle 2"/>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27651" name="Rectangle 3"/>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baseline="0" dirty="0"/>
          </a:p>
        </p:txBody>
      </p:sp>
    </p:spTree>
    <p:extLst>
      <p:ext uri="{BB962C8B-B14F-4D97-AF65-F5344CB8AC3E}">
        <p14:creationId xmlns:p14="http://schemas.microsoft.com/office/powerpoint/2010/main" val="284353666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7"/>
          <p:cNvSpPr txBox="1">
            <a:spLocks noGrp="1" noChangeArrowheads="1"/>
          </p:cNvSpPr>
          <p:nvPr/>
        </p:nvSpPr>
        <p:spPr bwMode="auto">
          <a:xfrm>
            <a:off x="3970250" y="8829564"/>
            <a:ext cx="3038956" cy="464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511" tIns="46256" rIns="92511" bIns="46256" anchor="b"/>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C41DADFD-3BE4-4AB0-B910-544CAFF0BCC2}" type="slidenum">
              <a:rPr kumimoji="0" lang="en-US" altLang="en-US" sz="12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sym typeface="Arial"/>
              </a:rPr>
              <a:pPr marL="0" marR="0" lvl="0" indent="0" algn="r" defTabSz="914400" rtl="0" eaLnBrk="1" fontAlgn="base" latinLnBrk="0" hangingPunct="1">
                <a:lnSpc>
                  <a:spcPct val="100000"/>
                </a:lnSpc>
                <a:spcBef>
                  <a:spcPct val="0"/>
                </a:spcBef>
                <a:spcAft>
                  <a:spcPct val="0"/>
                </a:spcAft>
                <a:buClrTx/>
                <a:buSzTx/>
                <a:buFontTx/>
                <a:buNone/>
                <a:tabLst/>
                <a:defRPr/>
              </a:pPr>
              <a:t>4</a:t>
            </a:fld>
            <a:endParaRPr kumimoji="0" lang="en-US" altLang="en-US" sz="12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sym typeface="Arial"/>
            </a:endParaRPr>
          </a:p>
        </p:txBody>
      </p:sp>
      <p:sp>
        <p:nvSpPr>
          <p:cNvPr id="24579" name="Rectangle 2"/>
          <p:cNvSpPr>
            <a:spLocks noGrp="1" noRot="1" noChangeAspect="1" noChangeArrowheads="1" noTextEdit="1"/>
          </p:cNvSpPr>
          <p:nvPr>
            <p:ph type="sldImg"/>
          </p:nvPr>
        </p:nvSpPr>
        <p:spPr>
          <a:ln/>
        </p:spPr>
      </p:sp>
      <p:sp>
        <p:nvSpPr>
          <p:cNvPr id="24580" name="Rectangle 3"/>
          <p:cNvSpPr>
            <a:spLocks noGrp="1" noChangeArrowheads="1"/>
          </p:cNvSpPr>
          <p:nvPr>
            <p:ph type="body" idx="1"/>
          </p:nvPr>
        </p:nvSpPr>
        <p:spPr>
          <a:xfrm>
            <a:off x="934880" y="4415844"/>
            <a:ext cx="5140641" cy="4182424"/>
          </a:xfrm>
          <a:noFill/>
        </p:spPr>
        <p:txBody>
          <a:bodyPr/>
          <a:lstStyle/>
          <a:p>
            <a:pPr eaLnBrk="1" hangingPunct="1"/>
            <a:endParaRPr lang="en-US" altLang="en-US"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79941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7"/>
          <p:cNvSpPr txBox="1">
            <a:spLocks noGrp="1" noChangeArrowheads="1"/>
          </p:cNvSpPr>
          <p:nvPr/>
        </p:nvSpPr>
        <p:spPr bwMode="auto">
          <a:xfrm>
            <a:off x="3970250" y="8829564"/>
            <a:ext cx="3038956" cy="464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511" tIns="46256" rIns="92511" bIns="46256" anchor="b"/>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C41DADFD-3BE4-4AB0-B910-544CAFF0BCC2}" type="slidenum">
              <a:rPr kumimoji="0" lang="en-US" altLang="en-US" sz="12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5</a:t>
            </a:fld>
            <a:endParaRPr kumimoji="0" lang="en-US" altLang="en-US" sz="12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24579" name="Rectangle 2"/>
          <p:cNvSpPr>
            <a:spLocks noGrp="1" noRot="1" noChangeAspect="1" noChangeArrowheads="1" noTextEdit="1"/>
          </p:cNvSpPr>
          <p:nvPr>
            <p:ph type="sldImg"/>
          </p:nvPr>
        </p:nvSpPr>
        <p:spPr>
          <a:ln/>
        </p:spPr>
      </p:sp>
      <p:sp>
        <p:nvSpPr>
          <p:cNvPr id="24580" name="Rectangle 3"/>
          <p:cNvSpPr>
            <a:spLocks noGrp="1" noChangeArrowheads="1"/>
          </p:cNvSpPr>
          <p:nvPr>
            <p:ph type="body" idx="1"/>
          </p:nvPr>
        </p:nvSpPr>
        <p:spPr>
          <a:xfrm>
            <a:off x="934880" y="4415844"/>
            <a:ext cx="5140641" cy="4182424"/>
          </a:xfrm>
          <a:noFill/>
        </p:spPr>
        <p:txBody>
          <a:bodyPr/>
          <a:lstStyle/>
          <a:p>
            <a:pPr eaLnBrk="1" hangingPunct="1"/>
            <a:endParaRPr lang="en-US" altLang="en-US"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40427778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7"/>
          <p:cNvSpPr txBox="1">
            <a:spLocks noGrp="1" noChangeArrowheads="1"/>
          </p:cNvSpPr>
          <p:nvPr/>
        </p:nvSpPr>
        <p:spPr bwMode="auto">
          <a:xfrm>
            <a:off x="3970250" y="8829564"/>
            <a:ext cx="3038956" cy="464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511" tIns="46256" rIns="92511" bIns="46256" anchor="b"/>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C41DADFD-3BE4-4AB0-B910-544CAFF0BCC2}" type="slidenum">
              <a:rPr kumimoji="0" lang="en-US" altLang="en-US" sz="12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6</a:t>
            </a:fld>
            <a:endParaRPr kumimoji="0" lang="en-US" altLang="en-US" sz="12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24579" name="Rectangle 2"/>
          <p:cNvSpPr>
            <a:spLocks noGrp="1" noRot="1" noChangeAspect="1" noChangeArrowheads="1" noTextEdit="1"/>
          </p:cNvSpPr>
          <p:nvPr>
            <p:ph type="sldImg"/>
          </p:nvPr>
        </p:nvSpPr>
        <p:spPr>
          <a:ln/>
        </p:spPr>
      </p:sp>
      <p:sp>
        <p:nvSpPr>
          <p:cNvPr id="24580" name="Rectangle 3"/>
          <p:cNvSpPr>
            <a:spLocks noGrp="1" noChangeArrowheads="1"/>
          </p:cNvSpPr>
          <p:nvPr>
            <p:ph type="body" idx="1"/>
          </p:nvPr>
        </p:nvSpPr>
        <p:spPr>
          <a:xfrm>
            <a:off x="934880" y="4415844"/>
            <a:ext cx="5140641" cy="4182424"/>
          </a:xfrm>
          <a:noFill/>
        </p:spPr>
        <p:txBody>
          <a:bodyPr/>
          <a:lstStyle/>
          <a:p>
            <a:pPr eaLnBrk="1" hangingPunct="1"/>
            <a:endParaRPr lang="en-US" altLang="en-US"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22752817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7"/>
          <p:cNvSpPr txBox="1">
            <a:spLocks noGrp="1" noChangeArrowheads="1"/>
          </p:cNvSpPr>
          <p:nvPr/>
        </p:nvSpPr>
        <p:spPr bwMode="auto">
          <a:xfrm>
            <a:off x="3970250" y="8829564"/>
            <a:ext cx="3038956" cy="464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511" tIns="46256" rIns="92511" bIns="46256" anchor="b"/>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C41DADFD-3BE4-4AB0-B910-544CAFF0BCC2}" type="slidenum">
              <a:rPr kumimoji="0" lang="en-US" altLang="en-US" sz="12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7</a:t>
            </a:fld>
            <a:endParaRPr kumimoji="0" lang="en-US" altLang="en-US" sz="12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24579" name="Rectangle 2"/>
          <p:cNvSpPr>
            <a:spLocks noGrp="1" noRot="1" noChangeAspect="1" noChangeArrowheads="1" noTextEdit="1"/>
          </p:cNvSpPr>
          <p:nvPr>
            <p:ph type="sldImg"/>
          </p:nvPr>
        </p:nvSpPr>
        <p:spPr>
          <a:ln/>
        </p:spPr>
      </p:sp>
      <p:sp>
        <p:nvSpPr>
          <p:cNvPr id="24580" name="Rectangle 3"/>
          <p:cNvSpPr>
            <a:spLocks noGrp="1" noChangeArrowheads="1"/>
          </p:cNvSpPr>
          <p:nvPr>
            <p:ph type="body" idx="1"/>
          </p:nvPr>
        </p:nvSpPr>
        <p:spPr>
          <a:xfrm>
            <a:off x="934880" y="4415844"/>
            <a:ext cx="5140641" cy="4182424"/>
          </a:xfrm>
          <a:noFill/>
        </p:spPr>
        <p:txBody>
          <a:bodyPr/>
          <a:lstStyle/>
          <a:p>
            <a:pPr eaLnBrk="1" hangingPunct="1"/>
            <a:endParaRPr lang="en-US" altLang="en-US"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86073027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7"/>
          <p:cNvSpPr txBox="1">
            <a:spLocks noGrp="1" noChangeArrowheads="1"/>
          </p:cNvSpPr>
          <p:nvPr/>
        </p:nvSpPr>
        <p:spPr bwMode="auto">
          <a:xfrm>
            <a:off x="3970250" y="8829564"/>
            <a:ext cx="3038956" cy="464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511" tIns="46256" rIns="92511" bIns="46256" anchor="b"/>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C41DADFD-3BE4-4AB0-B910-544CAFF0BCC2}" type="slidenum">
              <a:rPr kumimoji="0" lang="en-US" altLang="en-US" sz="12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8</a:t>
            </a:fld>
            <a:endParaRPr kumimoji="0" lang="en-US" altLang="en-US" sz="12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24579" name="Rectangle 2"/>
          <p:cNvSpPr>
            <a:spLocks noGrp="1" noRot="1" noChangeAspect="1" noChangeArrowheads="1" noTextEdit="1"/>
          </p:cNvSpPr>
          <p:nvPr>
            <p:ph type="sldImg"/>
          </p:nvPr>
        </p:nvSpPr>
        <p:spPr>
          <a:ln/>
        </p:spPr>
      </p:sp>
      <p:sp>
        <p:nvSpPr>
          <p:cNvPr id="24580" name="Rectangle 3"/>
          <p:cNvSpPr>
            <a:spLocks noGrp="1" noChangeArrowheads="1"/>
          </p:cNvSpPr>
          <p:nvPr>
            <p:ph type="body" idx="1"/>
          </p:nvPr>
        </p:nvSpPr>
        <p:spPr>
          <a:xfrm>
            <a:off x="934880" y="4415844"/>
            <a:ext cx="5140641" cy="4182424"/>
          </a:xfrm>
          <a:noFill/>
        </p:spPr>
        <p:txBody>
          <a:bodyPr/>
          <a:lstStyle/>
          <a:p>
            <a:pPr eaLnBrk="1" hangingPunct="1"/>
            <a:endParaRPr lang="en-US" altLang="en-US" dirty="0"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8314627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7"/>
          <p:cNvSpPr txBox="1">
            <a:spLocks noGrp="1" noChangeArrowheads="1"/>
          </p:cNvSpPr>
          <p:nvPr/>
        </p:nvSpPr>
        <p:spPr bwMode="auto">
          <a:xfrm>
            <a:off x="3970250" y="8829564"/>
            <a:ext cx="3038956" cy="464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511" tIns="46256" rIns="92511" bIns="46256" anchor="b"/>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C41DADFD-3BE4-4AB0-B910-544CAFF0BCC2}" type="slidenum">
              <a:rPr kumimoji="0" lang="en-US" altLang="en-US" sz="12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9</a:t>
            </a:fld>
            <a:endParaRPr kumimoji="0" lang="en-US" altLang="en-US" sz="12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24579" name="Rectangle 2"/>
          <p:cNvSpPr>
            <a:spLocks noGrp="1" noRot="1" noChangeAspect="1" noChangeArrowheads="1" noTextEdit="1"/>
          </p:cNvSpPr>
          <p:nvPr>
            <p:ph type="sldImg"/>
          </p:nvPr>
        </p:nvSpPr>
        <p:spPr>
          <a:ln/>
        </p:spPr>
      </p:sp>
      <p:sp>
        <p:nvSpPr>
          <p:cNvPr id="24580" name="Rectangle 3"/>
          <p:cNvSpPr>
            <a:spLocks noGrp="1" noChangeArrowheads="1"/>
          </p:cNvSpPr>
          <p:nvPr>
            <p:ph type="body" idx="1"/>
          </p:nvPr>
        </p:nvSpPr>
        <p:spPr>
          <a:xfrm>
            <a:off x="934880" y="4415844"/>
            <a:ext cx="5140641" cy="4182424"/>
          </a:xfrm>
          <a:noFill/>
        </p:spPr>
        <p:txBody>
          <a:bodyPr/>
          <a:lstStyle/>
          <a:p>
            <a:pPr eaLnBrk="1" hangingPunct="1"/>
            <a:endParaRPr lang="en-US" altLang="en-US"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86085353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7"/>
          <p:cNvSpPr txBox="1">
            <a:spLocks noGrp="1" noChangeArrowheads="1"/>
          </p:cNvSpPr>
          <p:nvPr/>
        </p:nvSpPr>
        <p:spPr bwMode="auto">
          <a:xfrm>
            <a:off x="3970250" y="8829564"/>
            <a:ext cx="3038956" cy="464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511" tIns="46256" rIns="92511" bIns="46256" anchor="b"/>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C41DADFD-3BE4-4AB0-B910-544CAFF0BCC2}" type="slidenum">
              <a:rPr kumimoji="0" lang="en-US" altLang="en-US" sz="12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10</a:t>
            </a:fld>
            <a:endParaRPr kumimoji="0" lang="en-US" altLang="en-US" sz="12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24579" name="Rectangle 2"/>
          <p:cNvSpPr>
            <a:spLocks noGrp="1" noRot="1" noChangeAspect="1" noChangeArrowheads="1" noTextEdit="1"/>
          </p:cNvSpPr>
          <p:nvPr>
            <p:ph type="sldImg"/>
          </p:nvPr>
        </p:nvSpPr>
        <p:spPr>
          <a:ln/>
        </p:spPr>
      </p:sp>
      <p:sp>
        <p:nvSpPr>
          <p:cNvPr id="24580" name="Rectangle 3"/>
          <p:cNvSpPr>
            <a:spLocks noGrp="1" noChangeArrowheads="1"/>
          </p:cNvSpPr>
          <p:nvPr>
            <p:ph type="body" idx="1"/>
          </p:nvPr>
        </p:nvSpPr>
        <p:spPr>
          <a:xfrm>
            <a:off x="934880" y="4415844"/>
            <a:ext cx="5140641" cy="4182424"/>
          </a:xfrm>
          <a:noFill/>
        </p:spPr>
        <p:txBody>
          <a:bodyPr/>
          <a:lstStyle/>
          <a:p>
            <a:pPr eaLnBrk="1" hangingPunct="1"/>
            <a:endParaRPr lang="en-US" altLang="en-US"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4341025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7"/>
          <p:cNvSpPr txBox="1">
            <a:spLocks noGrp="1" noChangeArrowheads="1"/>
          </p:cNvSpPr>
          <p:nvPr/>
        </p:nvSpPr>
        <p:spPr bwMode="auto">
          <a:xfrm>
            <a:off x="3970250" y="8829564"/>
            <a:ext cx="3038956" cy="464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511" tIns="46256" rIns="92511" bIns="46256" anchor="b"/>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C41DADFD-3BE4-4AB0-B910-544CAFF0BCC2}" type="slidenum">
              <a:rPr kumimoji="0" lang="en-US" altLang="en-US" sz="12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11</a:t>
            </a:fld>
            <a:endParaRPr kumimoji="0" lang="en-US" altLang="en-US" sz="12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24579" name="Rectangle 2"/>
          <p:cNvSpPr>
            <a:spLocks noGrp="1" noRot="1" noChangeAspect="1" noChangeArrowheads="1" noTextEdit="1"/>
          </p:cNvSpPr>
          <p:nvPr>
            <p:ph type="sldImg"/>
          </p:nvPr>
        </p:nvSpPr>
        <p:spPr>
          <a:ln/>
        </p:spPr>
      </p:sp>
      <p:sp>
        <p:nvSpPr>
          <p:cNvPr id="24580" name="Rectangle 3"/>
          <p:cNvSpPr>
            <a:spLocks noGrp="1" noChangeArrowheads="1"/>
          </p:cNvSpPr>
          <p:nvPr>
            <p:ph type="body" idx="1"/>
          </p:nvPr>
        </p:nvSpPr>
        <p:spPr>
          <a:xfrm>
            <a:off x="934880" y="4415844"/>
            <a:ext cx="5140641" cy="4182424"/>
          </a:xfrm>
          <a:noFill/>
        </p:spPr>
        <p:txBody>
          <a:bodyPr/>
          <a:lstStyle/>
          <a:p>
            <a:pPr eaLnBrk="1" hangingPunct="1"/>
            <a:endParaRPr lang="en-US" altLang="en-US"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8071142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7"/>
          <p:cNvSpPr txBox="1">
            <a:spLocks noGrp="1" noChangeArrowheads="1"/>
          </p:cNvSpPr>
          <p:nvPr/>
        </p:nvSpPr>
        <p:spPr bwMode="auto">
          <a:xfrm>
            <a:off x="3970250" y="8829564"/>
            <a:ext cx="3038956" cy="464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511" tIns="46256" rIns="92511" bIns="46256" anchor="b"/>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C41DADFD-3BE4-4AB0-B910-544CAFF0BCC2}" type="slidenum">
              <a:rPr kumimoji="0" lang="en-US" altLang="en-US" sz="12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12</a:t>
            </a:fld>
            <a:endParaRPr kumimoji="0" lang="en-US" altLang="en-US" sz="12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24579" name="Rectangle 2"/>
          <p:cNvSpPr>
            <a:spLocks noGrp="1" noRot="1" noChangeAspect="1" noChangeArrowheads="1" noTextEdit="1"/>
          </p:cNvSpPr>
          <p:nvPr>
            <p:ph type="sldImg"/>
          </p:nvPr>
        </p:nvSpPr>
        <p:spPr>
          <a:ln/>
        </p:spPr>
      </p:sp>
      <p:sp>
        <p:nvSpPr>
          <p:cNvPr id="24580" name="Rectangle 3"/>
          <p:cNvSpPr>
            <a:spLocks noGrp="1" noChangeArrowheads="1"/>
          </p:cNvSpPr>
          <p:nvPr>
            <p:ph type="body" idx="1"/>
          </p:nvPr>
        </p:nvSpPr>
        <p:spPr>
          <a:xfrm>
            <a:off x="934880" y="4415844"/>
            <a:ext cx="5140641" cy="4182424"/>
          </a:xfrm>
          <a:noFill/>
        </p:spPr>
        <p:txBody>
          <a:bodyPr/>
          <a:lstStyle/>
          <a:p>
            <a:pPr eaLnBrk="1" hangingPunct="1"/>
            <a:endParaRPr lang="en-US" altLang="en-US"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5627085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7"/>
          <p:cNvSpPr txBox="1">
            <a:spLocks noGrp="1" noChangeArrowheads="1"/>
          </p:cNvSpPr>
          <p:nvPr/>
        </p:nvSpPr>
        <p:spPr bwMode="auto">
          <a:xfrm>
            <a:off x="3970250" y="8829564"/>
            <a:ext cx="3038956" cy="464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511" tIns="46256" rIns="92511" bIns="46256" anchor="b"/>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C41DADFD-3BE4-4AB0-B910-544CAFF0BCC2}" type="slidenum">
              <a:rPr kumimoji="0" lang="en-US" altLang="en-US" sz="12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13</a:t>
            </a:fld>
            <a:endParaRPr kumimoji="0" lang="en-US" altLang="en-US" sz="12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24579" name="Rectangle 2"/>
          <p:cNvSpPr>
            <a:spLocks noGrp="1" noRot="1" noChangeAspect="1" noChangeArrowheads="1" noTextEdit="1"/>
          </p:cNvSpPr>
          <p:nvPr>
            <p:ph type="sldImg"/>
          </p:nvPr>
        </p:nvSpPr>
        <p:spPr>
          <a:ln/>
        </p:spPr>
      </p:sp>
      <p:sp>
        <p:nvSpPr>
          <p:cNvPr id="24580" name="Rectangle 3"/>
          <p:cNvSpPr>
            <a:spLocks noGrp="1" noChangeArrowheads="1"/>
          </p:cNvSpPr>
          <p:nvPr>
            <p:ph type="body" idx="1"/>
          </p:nvPr>
        </p:nvSpPr>
        <p:spPr>
          <a:xfrm>
            <a:off x="934880" y="4415844"/>
            <a:ext cx="5140641" cy="4182424"/>
          </a:xfrm>
          <a:noFill/>
        </p:spPr>
        <p:txBody>
          <a:bodyPr/>
          <a:lstStyle/>
          <a:p>
            <a:pPr eaLnBrk="1" hangingPunct="1"/>
            <a:endParaRPr lang="en-US" altLang="en-US"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6070719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7"/>
          <p:cNvSpPr txBox="1">
            <a:spLocks noGrp="1" noChangeArrowheads="1"/>
          </p:cNvSpPr>
          <p:nvPr/>
        </p:nvSpPr>
        <p:spPr bwMode="auto">
          <a:xfrm>
            <a:off x="3970250" y="8829564"/>
            <a:ext cx="3038956" cy="464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511" tIns="46256" rIns="92511" bIns="46256" anchor="b"/>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C41DADFD-3BE4-4AB0-B910-544CAFF0BCC2}" type="slidenum">
              <a:rPr kumimoji="0" lang="en-US" altLang="en-US" sz="12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sym typeface="Arial"/>
              </a:rPr>
              <a:pPr marL="0" marR="0" lvl="0" indent="0" algn="r" defTabSz="914400" rtl="0" eaLnBrk="1" fontAlgn="base" latinLnBrk="0" hangingPunct="1">
                <a:lnSpc>
                  <a:spcPct val="100000"/>
                </a:lnSpc>
                <a:spcBef>
                  <a:spcPct val="0"/>
                </a:spcBef>
                <a:spcAft>
                  <a:spcPct val="0"/>
                </a:spcAft>
                <a:buClrTx/>
                <a:buSzTx/>
                <a:buFontTx/>
                <a:buNone/>
                <a:tabLst/>
                <a:defRPr/>
              </a:pPr>
              <a:t>14</a:t>
            </a:fld>
            <a:endParaRPr kumimoji="0" lang="en-US" altLang="en-US" sz="12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sym typeface="Arial"/>
            </a:endParaRPr>
          </a:p>
        </p:txBody>
      </p:sp>
      <p:sp>
        <p:nvSpPr>
          <p:cNvPr id="24579" name="Rectangle 2"/>
          <p:cNvSpPr>
            <a:spLocks noGrp="1" noRot="1" noChangeAspect="1" noChangeArrowheads="1" noTextEdit="1"/>
          </p:cNvSpPr>
          <p:nvPr>
            <p:ph type="sldImg"/>
          </p:nvPr>
        </p:nvSpPr>
        <p:spPr>
          <a:ln/>
        </p:spPr>
      </p:sp>
      <p:sp>
        <p:nvSpPr>
          <p:cNvPr id="24580" name="Rectangle 3"/>
          <p:cNvSpPr>
            <a:spLocks noGrp="1" noChangeArrowheads="1"/>
          </p:cNvSpPr>
          <p:nvPr>
            <p:ph type="body" idx="1"/>
          </p:nvPr>
        </p:nvSpPr>
        <p:spPr>
          <a:xfrm>
            <a:off x="934880" y="4415844"/>
            <a:ext cx="5140641" cy="4182424"/>
          </a:xfrm>
          <a:noFill/>
        </p:spPr>
        <p:txBody>
          <a:bodyPr/>
          <a:lstStyle/>
          <a:p>
            <a:pPr eaLnBrk="1" hangingPunct="1"/>
            <a:endParaRPr lang="en-US" altLang="en-US"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25549617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7"/>
          <p:cNvSpPr txBox="1">
            <a:spLocks noGrp="1" noChangeArrowheads="1"/>
          </p:cNvSpPr>
          <p:nvPr/>
        </p:nvSpPr>
        <p:spPr bwMode="auto">
          <a:xfrm>
            <a:off x="3970250" y="8829564"/>
            <a:ext cx="3038956" cy="464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511" tIns="46256" rIns="92511" bIns="46256" anchor="b"/>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C41DADFD-3BE4-4AB0-B910-544CAFF0BCC2}" type="slidenum">
              <a:rPr kumimoji="0" lang="en-US" altLang="en-US" sz="12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sym typeface="Arial"/>
              </a:rPr>
              <a:pPr marL="0" marR="0" lvl="0" indent="0" algn="r" defTabSz="914400" rtl="0" eaLnBrk="1" fontAlgn="base" latinLnBrk="0" hangingPunct="1">
                <a:lnSpc>
                  <a:spcPct val="100000"/>
                </a:lnSpc>
                <a:spcBef>
                  <a:spcPct val="0"/>
                </a:spcBef>
                <a:spcAft>
                  <a:spcPct val="0"/>
                </a:spcAft>
                <a:buClrTx/>
                <a:buSzTx/>
                <a:buFontTx/>
                <a:buNone/>
                <a:tabLst/>
                <a:defRPr/>
              </a:pPr>
              <a:t>15</a:t>
            </a:fld>
            <a:endParaRPr kumimoji="0" lang="en-US" altLang="en-US" sz="12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sym typeface="Arial"/>
            </a:endParaRPr>
          </a:p>
        </p:txBody>
      </p:sp>
      <p:sp>
        <p:nvSpPr>
          <p:cNvPr id="24579" name="Rectangle 2"/>
          <p:cNvSpPr>
            <a:spLocks noGrp="1" noRot="1" noChangeAspect="1" noChangeArrowheads="1" noTextEdit="1"/>
          </p:cNvSpPr>
          <p:nvPr>
            <p:ph type="sldImg"/>
          </p:nvPr>
        </p:nvSpPr>
        <p:spPr>
          <a:ln/>
        </p:spPr>
      </p:sp>
      <p:sp>
        <p:nvSpPr>
          <p:cNvPr id="24580" name="Rectangle 3"/>
          <p:cNvSpPr>
            <a:spLocks noGrp="1" noChangeArrowheads="1"/>
          </p:cNvSpPr>
          <p:nvPr>
            <p:ph type="body" idx="1"/>
          </p:nvPr>
        </p:nvSpPr>
        <p:spPr>
          <a:xfrm>
            <a:off x="934880" y="4415844"/>
            <a:ext cx="5140641" cy="4182424"/>
          </a:xfrm>
          <a:noFill/>
        </p:spPr>
        <p:txBody>
          <a:bodyPr/>
          <a:lstStyle/>
          <a:p>
            <a:pPr eaLnBrk="1" hangingPunct="1"/>
            <a:endParaRPr lang="en-US" altLang="en-US"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02533177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7"/>
          <p:cNvSpPr txBox="1">
            <a:spLocks noGrp="1" noChangeArrowheads="1"/>
          </p:cNvSpPr>
          <p:nvPr/>
        </p:nvSpPr>
        <p:spPr bwMode="auto">
          <a:xfrm>
            <a:off x="3970250" y="8829564"/>
            <a:ext cx="3038956" cy="464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511" tIns="46256" rIns="92511" bIns="46256" anchor="b"/>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C41DADFD-3BE4-4AB0-B910-544CAFF0BCC2}" type="slidenum">
              <a:rPr kumimoji="0" lang="en-US" altLang="en-US" sz="12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sym typeface="Arial"/>
              </a:rPr>
              <a:pPr marL="0" marR="0" lvl="0" indent="0" algn="r" defTabSz="914400" rtl="0" eaLnBrk="1" fontAlgn="base" latinLnBrk="0" hangingPunct="1">
                <a:lnSpc>
                  <a:spcPct val="100000"/>
                </a:lnSpc>
                <a:spcBef>
                  <a:spcPct val="0"/>
                </a:spcBef>
                <a:spcAft>
                  <a:spcPct val="0"/>
                </a:spcAft>
                <a:buClrTx/>
                <a:buSzTx/>
                <a:buFontTx/>
                <a:buNone/>
                <a:tabLst/>
                <a:defRPr/>
              </a:pPr>
              <a:t>16</a:t>
            </a:fld>
            <a:endParaRPr kumimoji="0" lang="en-US" altLang="en-US" sz="12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sym typeface="Arial"/>
            </a:endParaRPr>
          </a:p>
        </p:txBody>
      </p:sp>
      <p:sp>
        <p:nvSpPr>
          <p:cNvPr id="24579" name="Rectangle 2"/>
          <p:cNvSpPr>
            <a:spLocks noGrp="1" noRot="1" noChangeAspect="1" noChangeArrowheads="1" noTextEdit="1"/>
          </p:cNvSpPr>
          <p:nvPr>
            <p:ph type="sldImg"/>
          </p:nvPr>
        </p:nvSpPr>
        <p:spPr>
          <a:ln/>
        </p:spPr>
      </p:sp>
      <p:sp>
        <p:nvSpPr>
          <p:cNvPr id="24580" name="Rectangle 3"/>
          <p:cNvSpPr>
            <a:spLocks noGrp="1" noChangeArrowheads="1"/>
          </p:cNvSpPr>
          <p:nvPr>
            <p:ph type="body" idx="1"/>
          </p:nvPr>
        </p:nvSpPr>
        <p:spPr>
          <a:xfrm>
            <a:off x="934880" y="4415844"/>
            <a:ext cx="5140641" cy="4182424"/>
          </a:xfrm>
          <a:noFill/>
        </p:spPr>
        <p:txBody>
          <a:bodyPr/>
          <a:lstStyle/>
          <a:p>
            <a:pPr eaLnBrk="1" hangingPunct="1"/>
            <a:endParaRPr lang="en-US" altLang="en-US"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11927903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7"/>
          <p:cNvSpPr txBox="1">
            <a:spLocks noGrp="1" noChangeArrowheads="1"/>
          </p:cNvSpPr>
          <p:nvPr/>
        </p:nvSpPr>
        <p:spPr bwMode="auto">
          <a:xfrm>
            <a:off x="3970250" y="8829564"/>
            <a:ext cx="3038956" cy="464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511" tIns="46256" rIns="92511" bIns="46256" anchor="b"/>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C41DADFD-3BE4-4AB0-B910-544CAFF0BCC2}" type="slidenum">
              <a:rPr kumimoji="0" lang="en-US" altLang="en-US" sz="12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17</a:t>
            </a:fld>
            <a:endParaRPr kumimoji="0" lang="en-US" altLang="en-US" sz="12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24579" name="Rectangle 2"/>
          <p:cNvSpPr>
            <a:spLocks noGrp="1" noRot="1" noChangeAspect="1" noChangeArrowheads="1" noTextEdit="1"/>
          </p:cNvSpPr>
          <p:nvPr>
            <p:ph type="sldImg"/>
          </p:nvPr>
        </p:nvSpPr>
        <p:spPr>
          <a:ln/>
        </p:spPr>
      </p:sp>
      <p:sp>
        <p:nvSpPr>
          <p:cNvPr id="24580" name="Rectangle 3"/>
          <p:cNvSpPr>
            <a:spLocks noGrp="1" noChangeArrowheads="1"/>
          </p:cNvSpPr>
          <p:nvPr>
            <p:ph type="body" idx="1"/>
          </p:nvPr>
        </p:nvSpPr>
        <p:spPr>
          <a:xfrm>
            <a:off x="934880" y="4415844"/>
            <a:ext cx="5140641" cy="4182424"/>
          </a:xfrm>
          <a:noFill/>
        </p:spPr>
        <p:txBody>
          <a:bodyPr/>
          <a:lstStyle/>
          <a:p>
            <a:pPr eaLnBrk="1" hangingPunct="1"/>
            <a:endParaRPr lang="en-US" altLang="en-US"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72796781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7"/>
          <p:cNvSpPr txBox="1">
            <a:spLocks noGrp="1" noChangeArrowheads="1"/>
          </p:cNvSpPr>
          <p:nvPr/>
        </p:nvSpPr>
        <p:spPr bwMode="auto">
          <a:xfrm>
            <a:off x="3970250" y="8829564"/>
            <a:ext cx="3038956" cy="464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511" tIns="46256" rIns="92511" bIns="46256" anchor="b"/>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C41DADFD-3BE4-4AB0-B910-544CAFF0BCC2}" type="slidenum">
              <a:rPr kumimoji="0" lang="en-US" altLang="en-US" sz="12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18</a:t>
            </a:fld>
            <a:endParaRPr kumimoji="0" lang="en-US" altLang="en-US" sz="12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24579" name="Rectangle 2"/>
          <p:cNvSpPr>
            <a:spLocks noGrp="1" noRot="1" noChangeAspect="1" noChangeArrowheads="1" noTextEdit="1"/>
          </p:cNvSpPr>
          <p:nvPr>
            <p:ph type="sldImg"/>
          </p:nvPr>
        </p:nvSpPr>
        <p:spPr>
          <a:ln/>
        </p:spPr>
      </p:sp>
      <p:sp>
        <p:nvSpPr>
          <p:cNvPr id="24580" name="Rectangle 3"/>
          <p:cNvSpPr>
            <a:spLocks noGrp="1" noChangeArrowheads="1"/>
          </p:cNvSpPr>
          <p:nvPr>
            <p:ph type="body" idx="1"/>
          </p:nvPr>
        </p:nvSpPr>
        <p:spPr>
          <a:xfrm>
            <a:off x="934880" y="4415844"/>
            <a:ext cx="5140641" cy="4182424"/>
          </a:xfrm>
          <a:noFill/>
        </p:spPr>
        <p:txBody>
          <a:bodyPr/>
          <a:lstStyle/>
          <a:p>
            <a:pPr eaLnBrk="1" hangingPunct="1"/>
            <a:endParaRPr lang="en-US" altLang="en-US"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295943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7"/>
          <p:cNvSpPr txBox="1">
            <a:spLocks noGrp="1" noChangeArrowheads="1"/>
          </p:cNvSpPr>
          <p:nvPr/>
        </p:nvSpPr>
        <p:spPr bwMode="auto">
          <a:xfrm>
            <a:off x="3970250" y="8829564"/>
            <a:ext cx="3038956" cy="464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511" tIns="46256" rIns="92511" bIns="46256" anchor="b"/>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C41DADFD-3BE4-4AB0-B910-544CAFF0BCC2}" type="slidenum">
              <a:rPr kumimoji="0" lang="en-US" altLang="en-US" sz="12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19</a:t>
            </a:fld>
            <a:endParaRPr kumimoji="0" lang="en-US" altLang="en-US" sz="12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24579" name="Rectangle 2"/>
          <p:cNvSpPr>
            <a:spLocks noGrp="1" noRot="1" noChangeAspect="1" noChangeArrowheads="1" noTextEdit="1"/>
          </p:cNvSpPr>
          <p:nvPr>
            <p:ph type="sldImg"/>
          </p:nvPr>
        </p:nvSpPr>
        <p:spPr>
          <a:ln/>
        </p:spPr>
      </p:sp>
      <p:sp>
        <p:nvSpPr>
          <p:cNvPr id="24580" name="Rectangle 3"/>
          <p:cNvSpPr>
            <a:spLocks noGrp="1" noChangeArrowheads="1"/>
          </p:cNvSpPr>
          <p:nvPr>
            <p:ph type="body" idx="1"/>
          </p:nvPr>
        </p:nvSpPr>
        <p:spPr>
          <a:xfrm>
            <a:off x="934880" y="4415844"/>
            <a:ext cx="5140641" cy="4182424"/>
          </a:xfrm>
          <a:noFill/>
        </p:spPr>
        <p:txBody>
          <a:bodyPr/>
          <a:lstStyle/>
          <a:p>
            <a:pPr eaLnBrk="1" hangingPunct="1"/>
            <a:endParaRPr lang="en-US" altLang="en-US"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84717654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7"/>
          <p:cNvSpPr txBox="1">
            <a:spLocks noGrp="1" noChangeArrowheads="1"/>
          </p:cNvSpPr>
          <p:nvPr/>
        </p:nvSpPr>
        <p:spPr bwMode="auto">
          <a:xfrm>
            <a:off x="3970250" y="8829564"/>
            <a:ext cx="3038956" cy="464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511" tIns="46256" rIns="92511" bIns="46256" anchor="b"/>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C41DADFD-3BE4-4AB0-B910-544CAFF0BCC2}" type="slidenum">
              <a:rPr kumimoji="0" lang="en-US" altLang="en-US" sz="12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20</a:t>
            </a:fld>
            <a:endParaRPr kumimoji="0" lang="en-US" altLang="en-US" sz="12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24579" name="Rectangle 2"/>
          <p:cNvSpPr>
            <a:spLocks noGrp="1" noRot="1" noChangeAspect="1" noChangeArrowheads="1" noTextEdit="1"/>
          </p:cNvSpPr>
          <p:nvPr>
            <p:ph type="sldImg"/>
          </p:nvPr>
        </p:nvSpPr>
        <p:spPr>
          <a:ln/>
        </p:spPr>
      </p:sp>
      <p:sp>
        <p:nvSpPr>
          <p:cNvPr id="24580" name="Rectangle 3"/>
          <p:cNvSpPr>
            <a:spLocks noGrp="1" noChangeArrowheads="1"/>
          </p:cNvSpPr>
          <p:nvPr>
            <p:ph type="body" idx="1"/>
          </p:nvPr>
        </p:nvSpPr>
        <p:spPr>
          <a:xfrm>
            <a:off x="934880" y="4415844"/>
            <a:ext cx="5140641" cy="4182424"/>
          </a:xfrm>
          <a:noFill/>
        </p:spPr>
        <p:txBody>
          <a:bodyPr/>
          <a:lstStyle/>
          <a:p>
            <a:pPr eaLnBrk="1" hangingPunct="1"/>
            <a:endParaRPr lang="en-US" altLang="en-US"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7251163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7"/>
          <p:cNvSpPr txBox="1">
            <a:spLocks noGrp="1" noChangeArrowheads="1"/>
          </p:cNvSpPr>
          <p:nvPr/>
        </p:nvSpPr>
        <p:spPr bwMode="auto">
          <a:xfrm>
            <a:off x="3970250" y="8829564"/>
            <a:ext cx="3038956" cy="464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511" tIns="46256" rIns="92511" bIns="46256" anchor="b"/>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C41DADFD-3BE4-4AB0-B910-544CAFF0BCC2}" type="slidenum">
              <a:rPr kumimoji="0" lang="en-US" altLang="en-US" sz="12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21</a:t>
            </a:fld>
            <a:endParaRPr kumimoji="0" lang="en-US" altLang="en-US" sz="12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24579" name="Rectangle 2"/>
          <p:cNvSpPr>
            <a:spLocks noGrp="1" noRot="1" noChangeAspect="1" noChangeArrowheads="1" noTextEdit="1"/>
          </p:cNvSpPr>
          <p:nvPr>
            <p:ph type="sldImg"/>
          </p:nvPr>
        </p:nvSpPr>
        <p:spPr>
          <a:ln/>
        </p:spPr>
      </p:sp>
      <p:sp>
        <p:nvSpPr>
          <p:cNvPr id="24580" name="Rectangle 3"/>
          <p:cNvSpPr>
            <a:spLocks noGrp="1" noChangeArrowheads="1"/>
          </p:cNvSpPr>
          <p:nvPr>
            <p:ph type="body" idx="1"/>
          </p:nvPr>
        </p:nvSpPr>
        <p:spPr>
          <a:xfrm>
            <a:off x="934880" y="4415844"/>
            <a:ext cx="5140641" cy="4182424"/>
          </a:xfrm>
          <a:noFill/>
        </p:spPr>
        <p:txBody>
          <a:bodyPr/>
          <a:lstStyle/>
          <a:p>
            <a:pPr eaLnBrk="1" hangingPunct="1"/>
            <a:endParaRPr lang="en-US" altLang="en-US"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6811703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7"/>
          <p:cNvSpPr txBox="1">
            <a:spLocks noGrp="1" noChangeArrowheads="1"/>
          </p:cNvSpPr>
          <p:nvPr/>
        </p:nvSpPr>
        <p:spPr bwMode="auto">
          <a:xfrm>
            <a:off x="3970250" y="8829564"/>
            <a:ext cx="3038956" cy="464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511" tIns="46256" rIns="92511" bIns="46256" anchor="b"/>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C41DADFD-3BE4-4AB0-B910-544CAFF0BCC2}" type="slidenum">
              <a:rPr kumimoji="0" lang="en-US" altLang="en-US" sz="12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22</a:t>
            </a:fld>
            <a:endParaRPr kumimoji="0" lang="en-US" altLang="en-US" sz="12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24579" name="Rectangle 2"/>
          <p:cNvSpPr>
            <a:spLocks noGrp="1" noRot="1" noChangeAspect="1" noChangeArrowheads="1" noTextEdit="1"/>
          </p:cNvSpPr>
          <p:nvPr>
            <p:ph type="sldImg"/>
          </p:nvPr>
        </p:nvSpPr>
        <p:spPr>
          <a:ln/>
        </p:spPr>
      </p:sp>
      <p:sp>
        <p:nvSpPr>
          <p:cNvPr id="24580" name="Rectangle 3"/>
          <p:cNvSpPr>
            <a:spLocks noGrp="1" noChangeArrowheads="1"/>
          </p:cNvSpPr>
          <p:nvPr>
            <p:ph type="body" idx="1"/>
          </p:nvPr>
        </p:nvSpPr>
        <p:spPr>
          <a:xfrm>
            <a:off x="934880" y="4415844"/>
            <a:ext cx="5140641" cy="4182424"/>
          </a:xfrm>
          <a:noFill/>
        </p:spPr>
        <p:txBody>
          <a:bodyPr/>
          <a:lstStyle/>
          <a:p>
            <a:pPr eaLnBrk="1" hangingPunct="1"/>
            <a:endParaRPr lang="en-US" altLang="en-US"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667337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7"/>
          <p:cNvSpPr txBox="1">
            <a:spLocks noGrp="1" noChangeArrowheads="1"/>
          </p:cNvSpPr>
          <p:nvPr/>
        </p:nvSpPr>
        <p:spPr bwMode="auto">
          <a:xfrm>
            <a:off x="3970250" y="8829564"/>
            <a:ext cx="3038956" cy="464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511" tIns="46256" rIns="92511" bIns="46256" anchor="b"/>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C41DADFD-3BE4-4AB0-B910-544CAFF0BCC2}" type="slidenum">
              <a:rPr kumimoji="0" lang="en-US" altLang="en-US" sz="12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23</a:t>
            </a:fld>
            <a:endParaRPr kumimoji="0" lang="en-US" altLang="en-US" sz="12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24579" name="Rectangle 2"/>
          <p:cNvSpPr>
            <a:spLocks noGrp="1" noRot="1" noChangeAspect="1" noChangeArrowheads="1" noTextEdit="1"/>
          </p:cNvSpPr>
          <p:nvPr>
            <p:ph type="sldImg"/>
          </p:nvPr>
        </p:nvSpPr>
        <p:spPr>
          <a:ln/>
        </p:spPr>
      </p:sp>
      <p:sp>
        <p:nvSpPr>
          <p:cNvPr id="24580" name="Rectangle 3"/>
          <p:cNvSpPr>
            <a:spLocks noGrp="1" noChangeArrowheads="1"/>
          </p:cNvSpPr>
          <p:nvPr>
            <p:ph type="body" idx="1"/>
          </p:nvPr>
        </p:nvSpPr>
        <p:spPr>
          <a:xfrm>
            <a:off x="934880" y="4415844"/>
            <a:ext cx="5140641" cy="4182424"/>
          </a:xfrm>
          <a:noFill/>
        </p:spPr>
        <p:txBody>
          <a:bodyPr/>
          <a:lstStyle/>
          <a:p>
            <a:pPr eaLnBrk="1" hangingPunct="1"/>
            <a:endParaRPr lang="en-US" altLang="en-US"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7707879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7"/>
          <p:cNvSpPr txBox="1">
            <a:spLocks noGrp="1" noChangeArrowheads="1"/>
          </p:cNvSpPr>
          <p:nvPr/>
        </p:nvSpPr>
        <p:spPr bwMode="auto">
          <a:xfrm>
            <a:off x="3970250" y="8829564"/>
            <a:ext cx="3038956" cy="464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511" tIns="46256" rIns="92511" bIns="46256" anchor="b"/>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C41DADFD-3BE4-4AB0-B910-544CAFF0BCC2}" type="slidenum">
              <a:rPr kumimoji="0" lang="en-US" altLang="en-US" sz="12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sym typeface="Arial"/>
              </a:rPr>
              <a:pPr marL="0" marR="0" lvl="0" indent="0" algn="r" defTabSz="914400" rtl="0" eaLnBrk="1" fontAlgn="base" latinLnBrk="0" hangingPunct="1">
                <a:lnSpc>
                  <a:spcPct val="100000"/>
                </a:lnSpc>
                <a:spcBef>
                  <a:spcPct val="0"/>
                </a:spcBef>
                <a:spcAft>
                  <a:spcPct val="0"/>
                </a:spcAft>
                <a:buClrTx/>
                <a:buSzTx/>
                <a:buFontTx/>
                <a:buNone/>
                <a:tabLst/>
                <a:defRPr/>
              </a:pPr>
              <a:t>24</a:t>
            </a:fld>
            <a:endParaRPr kumimoji="0" lang="en-US" altLang="en-US" sz="12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sym typeface="Arial"/>
            </a:endParaRPr>
          </a:p>
        </p:txBody>
      </p:sp>
      <p:sp>
        <p:nvSpPr>
          <p:cNvPr id="24579" name="Rectangle 2"/>
          <p:cNvSpPr>
            <a:spLocks noGrp="1" noRot="1" noChangeAspect="1" noChangeArrowheads="1" noTextEdit="1"/>
          </p:cNvSpPr>
          <p:nvPr>
            <p:ph type="sldImg"/>
          </p:nvPr>
        </p:nvSpPr>
        <p:spPr>
          <a:ln/>
        </p:spPr>
      </p:sp>
      <p:sp>
        <p:nvSpPr>
          <p:cNvPr id="24580" name="Rectangle 3"/>
          <p:cNvSpPr>
            <a:spLocks noGrp="1" noChangeArrowheads="1"/>
          </p:cNvSpPr>
          <p:nvPr>
            <p:ph type="body" idx="1"/>
          </p:nvPr>
        </p:nvSpPr>
        <p:spPr>
          <a:xfrm>
            <a:off x="934880" y="4415844"/>
            <a:ext cx="5140641" cy="4182424"/>
          </a:xfrm>
          <a:noFill/>
        </p:spPr>
        <p:txBody>
          <a:bodyPr/>
          <a:lstStyle/>
          <a:p>
            <a:pPr eaLnBrk="1" hangingPunct="1"/>
            <a:endParaRPr lang="en-US" altLang="en-US"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2703695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6" name="Rectangle 2"/>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321">
              <a:defRPr sz="2400">
                <a:solidFill>
                  <a:schemeClr val="tx1"/>
                </a:solidFill>
                <a:latin typeface="Times New Roman" panose="02020603050405020304" pitchFamily="18" charset="0"/>
                <a:ea typeface="ＭＳ Ｐゴシック" panose="020B0600070205080204" pitchFamily="34" charset="-128"/>
              </a:defRPr>
            </a:lvl1pPr>
            <a:lvl2pPr marL="741721" indent="-285277" defTabSz="930321">
              <a:defRPr sz="2400">
                <a:solidFill>
                  <a:schemeClr val="tx1"/>
                </a:solidFill>
                <a:latin typeface="Times New Roman" panose="02020603050405020304" pitchFamily="18" charset="0"/>
                <a:ea typeface="ＭＳ Ｐゴシック" panose="020B0600070205080204" pitchFamily="34" charset="-128"/>
              </a:defRPr>
            </a:lvl2pPr>
            <a:lvl3pPr marL="1141110" indent="-228222" defTabSz="930321">
              <a:defRPr sz="2400">
                <a:solidFill>
                  <a:schemeClr val="tx1"/>
                </a:solidFill>
                <a:latin typeface="Times New Roman" panose="02020603050405020304" pitchFamily="18" charset="0"/>
                <a:ea typeface="ＭＳ Ｐゴシック" panose="020B0600070205080204" pitchFamily="34" charset="-128"/>
              </a:defRPr>
            </a:lvl3pPr>
            <a:lvl4pPr marL="1597553" indent="-228222" defTabSz="930321">
              <a:defRPr sz="2400">
                <a:solidFill>
                  <a:schemeClr val="tx1"/>
                </a:solidFill>
                <a:latin typeface="Times New Roman" panose="02020603050405020304" pitchFamily="18" charset="0"/>
                <a:ea typeface="ＭＳ Ｐゴシック" panose="020B0600070205080204" pitchFamily="34" charset="-128"/>
              </a:defRPr>
            </a:lvl4pPr>
            <a:lvl5pPr marL="2053997" indent="-228222" defTabSz="930321">
              <a:defRPr sz="2400">
                <a:solidFill>
                  <a:schemeClr val="tx1"/>
                </a:solidFill>
                <a:latin typeface="Times New Roman" panose="02020603050405020304" pitchFamily="18" charset="0"/>
                <a:ea typeface="ＭＳ Ｐゴシック" panose="020B0600070205080204" pitchFamily="34" charset="-128"/>
              </a:defRPr>
            </a:lvl5pPr>
            <a:lvl6pPr marL="2510440"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66884"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3328"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79772"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r>
              <a:rPr lang="en-US" altLang="en-US" sz="1200" dirty="0"/>
              <a:t>ENGG406 2015W</a:t>
            </a:r>
          </a:p>
        </p:txBody>
      </p:sp>
      <p:sp>
        <p:nvSpPr>
          <p:cNvPr id="72707" name="Rectangle 6"/>
          <p:cNvSpPr>
            <a:spLocks noGrp="1" noChangeArrowheads="1"/>
          </p:cNvSpPr>
          <p:nvPr>
            <p:ph type="ftr" sz="quarter" idx="4"/>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321">
              <a:defRPr sz="2400">
                <a:solidFill>
                  <a:schemeClr val="tx1"/>
                </a:solidFill>
                <a:latin typeface="Times New Roman" panose="02020603050405020304" pitchFamily="18" charset="0"/>
                <a:ea typeface="ＭＳ Ｐゴシック" panose="020B0600070205080204" pitchFamily="34" charset="-128"/>
              </a:defRPr>
            </a:lvl1pPr>
            <a:lvl2pPr marL="741721" indent="-285277" defTabSz="930321">
              <a:defRPr sz="2400">
                <a:solidFill>
                  <a:schemeClr val="tx1"/>
                </a:solidFill>
                <a:latin typeface="Times New Roman" panose="02020603050405020304" pitchFamily="18" charset="0"/>
                <a:ea typeface="ＭＳ Ｐゴシック" panose="020B0600070205080204" pitchFamily="34" charset="-128"/>
              </a:defRPr>
            </a:lvl2pPr>
            <a:lvl3pPr marL="1141110" indent="-228222" defTabSz="930321">
              <a:defRPr sz="2400">
                <a:solidFill>
                  <a:schemeClr val="tx1"/>
                </a:solidFill>
                <a:latin typeface="Times New Roman" panose="02020603050405020304" pitchFamily="18" charset="0"/>
                <a:ea typeface="ＭＳ Ｐゴシック" panose="020B0600070205080204" pitchFamily="34" charset="-128"/>
              </a:defRPr>
            </a:lvl3pPr>
            <a:lvl4pPr marL="1597553" indent="-228222" defTabSz="930321">
              <a:defRPr sz="2400">
                <a:solidFill>
                  <a:schemeClr val="tx1"/>
                </a:solidFill>
                <a:latin typeface="Times New Roman" panose="02020603050405020304" pitchFamily="18" charset="0"/>
                <a:ea typeface="ＭＳ Ｐゴシック" panose="020B0600070205080204" pitchFamily="34" charset="-128"/>
              </a:defRPr>
            </a:lvl4pPr>
            <a:lvl5pPr marL="2053997" indent="-228222" defTabSz="930321">
              <a:defRPr sz="2400">
                <a:solidFill>
                  <a:schemeClr val="tx1"/>
                </a:solidFill>
                <a:latin typeface="Times New Roman" panose="02020603050405020304" pitchFamily="18" charset="0"/>
                <a:ea typeface="ＭＳ Ｐゴシック" panose="020B0600070205080204" pitchFamily="34" charset="-128"/>
              </a:defRPr>
            </a:lvl5pPr>
            <a:lvl6pPr marL="2510440"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66884"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3328"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79772"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r>
              <a:rPr lang="en-US" altLang="en-US" sz="1200" dirty="0"/>
              <a:t>3-March-2015</a:t>
            </a:r>
          </a:p>
        </p:txBody>
      </p:sp>
      <p:sp>
        <p:nvSpPr>
          <p:cNvPr id="72708"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7152">
              <a:defRPr sz="2400">
                <a:solidFill>
                  <a:schemeClr val="tx1"/>
                </a:solidFill>
                <a:latin typeface="Times New Roman" panose="02020603050405020304" pitchFamily="18" charset="0"/>
                <a:ea typeface="ＭＳ Ｐゴシック" panose="020B0600070205080204" pitchFamily="34" charset="-128"/>
              </a:defRPr>
            </a:lvl1pPr>
            <a:lvl2pPr marL="741721" indent="-285277" defTabSz="927152">
              <a:defRPr sz="2400">
                <a:solidFill>
                  <a:schemeClr val="tx1"/>
                </a:solidFill>
                <a:latin typeface="Times New Roman" panose="02020603050405020304" pitchFamily="18" charset="0"/>
                <a:ea typeface="ＭＳ Ｐゴシック" panose="020B0600070205080204" pitchFamily="34" charset="-128"/>
              </a:defRPr>
            </a:lvl2pPr>
            <a:lvl3pPr marL="1141110" indent="-228222" defTabSz="927152">
              <a:defRPr sz="2400">
                <a:solidFill>
                  <a:schemeClr val="tx1"/>
                </a:solidFill>
                <a:latin typeface="Times New Roman" panose="02020603050405020304" pitchFamily="18" charset="0"/>
                <a:ea typeface="ＭＳ Ｐゴシック" panose="020B0600070205080204" pitchFamily="34" charset="-128"/>
              </a:defRPr>
            </a:lvl3pPr>
            <a:lvl4pPr marL="1597553" indent="-228222" defTabSz="927152">
              <a:defRPr sz="2400">
                <a:solidFill>
                  <a:schemeClr val="tx1"/>
                </a:solidFill>
                <a:latin typeface="Times New Roman" panose="02020603050405020304" pitchFamily="18" charset="0"/>
                <a:ea typeface="ＭＳ Ｐゴシック" panose="020B0600070205080204" pitchFamily="34" charset="-128"/>
              </a:defRPr>
            </a:lvl4pPr>
            <a:lvl5pPr marL="2053997" indent="-228222" defTabSz="927152">
              <a:defRPr sz="2400">
                <a:solidFill>
                  <a:schemeClr val="tx1"/>
                </a:solidFill>
                <a:latin typeface="Times New Roman" panose="02020603050405020304" pitchFamily="18" charset="0"/>
                <a:ea typeface="ＭＳ Ｐゴシック" panose="020B0600070205080204" pitchFamily="34" charset="-128"/>
              </a:defRPr>
            </a:lvl5pPr>
            <a:lvl6pPr marL="2510440" indent="-228222" defTabSz="927152"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66884" indent="-228222" defTabSz="927152"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3328" indent="-228222" defTabSz="927152"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79772" indent="-228222" defTabSz="927152"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fld id="{E2E0E8D8-AE63-4BAB-AE10-86197CF9CB04}" type="slidenum">
              <a:rPr lang="en-US" altLang="en-US" sz="1200"/>
              <a:pPr/>
              <a:t>25</a:t>
            </a:fld>
            <a:endParaRPr lang="en-US" altLang="en-US" sz="1200" dirty="0"/>
          </a:p>
        </p:txBody>
      </p:sp>
      <p:sp>
        <p:nvSpPr>
          <p:cNvPr id="72709" name="Rectangle 7"/>
          <p:cNvSpPr txBox="1">
            <a:spLocks noGrp="1" noChangeArrowheads="1"/>
          </p:cNvSpPr>
          <p:nvPr/>
        </p:nvSpPr>
        <p:spPr bwMode="auto">
          <a:xfrm>
            <a:off x="3974250" y="8831898"/>
            <a:ext cx="3036150" cy="4645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3122" tIns="46561" rIns="93122" bIns="46561" anchor="b"/>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pPr algn="r"/>
            <a:fld id="{0B6B2B90-B612-42CC-80D2-4870E63A5117}" type="slidenum">
              <a:rPr lang="en-US" altLang="en-US" sz="1200"/>
              <a:pPr algn="r"/>
              <a:t>25</a:t>
            </a:fld>
            <a:endParaRPr lang="en-US" altLang="en-US" sz="1200" dirty="0"/>
          </a:p>
        </p:txBody>
      </p:sp>
      <p:sp>
        <p:nvSpPr>
          <p:cNvPr id="72710" name="Rectangle 2"/>
          <p:cNvSpPr>
            <a:spLocks noGrp="1" noRot="1" noChangeAspect="1" noChangeArrowheads="1" noTextEdit="1"/>
          </p:cNvSpPr>
          <p:nvPr>
            <p:ph type="sldImg"/>
          </p:nvPr>
        </p:nvSpPr>
        <p:spPr>
          <a:ln/>
        </p:spPr>
      </p:sp>
      <p:sp>
        <p:nvSpPr>
          <p:cNvPr id="72711"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dirty="0" smtClean="0">
              <a:ea typeface="ＭＳ Ｐゴシック" panose="020B0600070205080204" pitchFamily="34" charset="-128"/>
            </a:endParaRPr>
          </a:p>
        </p:txBody>
      </p:sp>
    </p:spTree>
    <p:extLst>
      <p:ext uri="{BB962C8B-B14F-4D97-AF65-F5344CB8AC3E}">
        <p14:creationId xmlns:p14="http://schemas.microsoft.com/office/powerpoint/2010/main" val="225760336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7"/>
          <p:cNvSpPr txBox="1">
            <a:spLocks noGrp="1" noChangeArrowheads="1"/>
          </p:cNvSpPr>
          <p:nvPr/>
        </p:nvSpPr>
        <p:spPr bwMode="auto">
          <a:xfrm>
            <a:off x="3970250" y="8829564"/>
            <a:ext cx="3038956" cy="464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511" tIns="46256" rIns="92511" bIns="46256" anchor="b"/>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C41DADFD-3BE4-4AB0-B910-544CAFF0BCC2}" type="slidenum">
              <a:rPr kumimoji="0" lang="en-US" altLang="en-US" sz="12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26</a:t>
            </a:fld>
            <a:endParaRPr kumimoji="0" lang="en-US" altLang="en-US" sz="12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24579" name="Rectangle 2"/>
          <p:cNvSpPr>
            <a:spLocks noGrp="1" noRot="1" noChangeAspect="1" noChangeArrowheads="1" noTextEdit="1"/>
          </p:cNvSpPr>
          <p:nvPr>
            <p:ph type="sldImg"/>
          </p:nvPr>
        </p:nvSpPr>
        <p:spPr>
          <a:ln/>
        </p:spPr>
      </p:sp>
      <p:sp>
        <p:nvSpPr>
          <p:cNvPr id="24580" name="Rectangle 3"/>
          <p:cNvSpPr>
            <a:spLocks noGrp="1" noChangeArrowheads="1"/>
          </p:cNvSpPr>
          <p:nvPr>
            <p:ph type="body" idx="1"/>
          </p:nvPr>
        </p:nvSpPr>
        <p:spPr>
          <a:xfrm>
            <a:off x="934880" y="4415844"/>
            <a:ext cx="5140641" cy="4182424"/>
          </a:xfrm>
          <a:noFill/>
        </p:spPr>
        <p:txBody>
          <a:bodyPr/>
          <a:lstStyle/>
          <a:p>
            <a:pPr eaLnBrk="1" hangingPunct="1"/>
            <a:endParaRPr lang="en-US" altLang="en-US"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4961819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6" name="Rectangle 2"/>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321">
              <a:defRPr sz="2400">
                <a:solidFill>
                  <a:schemeClr val="tx1"/>
                </a:solidFill>
                <a:latin typeface="Times New Roman" panose="02020603050405020304" pitchFamily="18" charset="0"/>
                <a:ea typeface="ＭＳ Ｐゴシック" panose="020B0600070205080204" pitchFamily="34" charset="-128"/>
              </a:defRPr>
            </a:lvl1pPr>
            <a:lvl2pPr marL="741721" indent="-285277" defTabSz="930321">
              <a:defRPr sz="2400">
                <a:solidFill>
                  <a:schemeClr val="tx1"/>
                </a:solidFill>
                <a:latin typeface="Times New Roman" panose="02020603050405020304" pitchFamily="18" charset="0"/>
                <a:ea typeface="ＭＳ Ｐゴシック" panose="020B0600070205080204" pitchFamily="34" charset="-128"/>
              </a:defRPr>
            </a:lvl2pPr>
            <a:lvl3pPr marL="1141110" indent="-228222" defTabSz="930321">
              <a:defRPr sz="2400">
                <a:solidFill>
                  <a:schemeClr val="tx1"/>
                </a:solidFill>
                <a:latin typeface="Times New Roman" panose="02020603050405020304" pitchFamily="18" charset="0"/>
                <a:ea typeface="ＭＳ Ｐゴシック" panose="020B0600070205080204" pitchFamily="34" charset="-128"/>
              </a:defRPr>
            </a:lvl3pPr>
            <a:lvl4pPr marL="1597553" indent="-228222" defTabSz="930321">
              <a:defRPr sz="2400">
                <a:solidFill>
                  <a:schemeClr val="tx1"/>
                </a:solidFill>
                <a:latin typeface="Times New Roman" panose="02020603050405020304" pitchFamily="18" charset="0"/>
                <a:ea typeface="ＭＳ Ｐゴシック" panose="020B0600070205080204" pitchFamily="34" charset="-128"/>
              </a:defRPr>
            </a:lvl4pPr>
            <a:lvl5pPr marL="2053997" indent="-228222" defTabSz="930321">
              <a:defRPr sz="2400">
                <a:solidFill>
                  <a:schemeClr val="tx1"/>
                </a:solidFill>
                <a:latin typeface="Times New Roman" panose="02020603050405020304" pitchFamily="18" charset="0"/>
                <a:ea typeface="ＭＳ Ｐゴシック" panose="020B0600070205080204" pitchFamily="34" charset="-128"/>
              </a:defRPr>
            </a:lvl5pPr>
            <a:lvl6pPr marL="2510440"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66884"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3328"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79772"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r>
              <a:rPr lang="en-US" altLang="en-US" sz="1200" dirty="0"/>
              <a:t>ENGG406 2015W</a:t>
            </a:r>
          </a:p>
        </p:txBody>
      </p:sp>
      <p:sp>
        <p:nvSpPr>
          <p:cNvPr id="72707" name="Rectangle 6"/>
          <p:cNvSpPr>
            <a:spLocks noGrp="1" noChangeArrowheads="1"/>
          </p:cNvSpPr>
          <p:nvPr>
            <p:ph type="ftr" sz="quarter" idx="4"/>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321">
              <a:defRPr sz="2400">
                <a:solidFill>
                  <a:schemeClr val="tx1"/>
                </a:solidFill>
                <a:latin typeface="Times New Roman" panose="02020603050405020304" pitchFamily="18" charset="0"/>
                <a:ea typeface="ＭＳ Ｐゴシック" panose="020B0600070205080204" pitchFamily="34" charset="-128"/>
              </a:defRPr>
            </a:lvl1pPr>
            <a:lvl2pPr marL="741721" indent="-285277" defTabSz="930321">
              <a:defRPr sz="2400">
                <a:solidFill>
                  <a:schemeClr val="tx1"/>
                </a:solidFill>
                <a:latin typeface="Times New Roman" panose="02020603050405020304" pitchFamily="18" charset="0"/>
                <a:ea typeface="ＭＳ Ｐゴシック" panose="020B0600070205080204" pitchFamily="34" charset="-128"/>
              </a:defRPr>
            </a:lvl2pPr>
            <a:lvl3pPr marL="1141110" indent="-228222" defTabSz="930321">
              <a:defRPr sz="2400">
                <a:solidFill>
                  <a:schemeClr val="tx1"/>
                </a:solidFill>
                <a:latin typeface="Times New Roman" panose="02020603050405020304" pitchFamily="18" charset="0"/>
                <a:ea typeface="ＭＳ Ｐゴシック" panose="020B0600070205080204" pitchFamily="34" charset="-128"/>
              </a:defRPr>
            </a:lvl3pPr>
            <a:lvl4pPr marL="1597553" indent="-228222" defTabSz="930321">
              <a:defRPr sz="2400">
                <a:solidFill>
                  <a:schemeClr val="tx1"/>
                </a:solidFill>
                <a:latin typeface="Times New Roman" panose="02020603050405020304" pitchFamily="18" charset="0"/>
                <a:ea typeface="ＭＳ Ｐゴシック" panose="020B0600070205080204" pitchFamily="34" charset="-128"/>
              </a:defRPr>
            </a:lvl4pPr>
            <a:lvl5pPr marL="2053997" indent="-228222" defTabSz="930321">
              <a:defRPr sz="2400">
                <a:solidFill>
                  <a:schemeClr val="tx1"/>
                </a:solidFill>
                <a:latin typeface="Times New Roman" panose="02020603050405020304" pitchFamily="18" charset="0"/>
                <a:ea typeface="ＭＳ Ｐゴシック" panose="020B0600070205080204" pitchFamily="34" charset="-128"/>
              </a:defRPr>
            </a:lvl5pPr>
            <a:lvl6pPr marL="2510440"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66884"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3328"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79772"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r>
              <a:rPr lang="en-US" altLang="en-US" sz="1200" dirty="0"/>
              <a:t>3-March-2015</a:t>
            </a:r>
          </a:p>
        </p:txBody>
      </p:sp>
      <p:sp>
        <p:nvSpPr>
          <p:cNvPr id="72708"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7152">
              <a:defRPr sz="2400">
                <a:solidFill>
                  <a:schemeClr val="tx1"/>
                </a:solidFill>
                <a:latin typeface="Times New Roman" panose="02020603050405020304" pitchFamily="18" charset="0"/>
                <a:ea typeface="ＭＳ Ｐゴシック" panose="020B0600070205080204" pitchFamily="34" charset="-128"/>
              </a:defRPr>
            </a:lvl1pPr>
            <a:lvl2pPr marL="741721" indent="-285277" defTabSz="927152">
              <a:defRPr sz="2400">
                <a:solidFill>
                  <a:schemeClr val="tx1"/>
                </a:solidFill>
                <a:latin typeface="Times New Roman" panose="02020603050405020304" pitchFamily="18" charset="0"/>
                <a:ea typeface="ＭＳ Ｐゴシック" panose="020B0600070205080204" pitchFamily="34" charset="-128"/>
              </a:defRPr>
            </a:lvl2pPr>
            <a:lvl3pPr marL="1141110" indent="-228222" defTabSz="927152">
              <a:defRPr sz="2400">
                <a:solidFill>
                  <a:schemeClr val="tx1"/>
                </a:solidFill>
                <a:latin typeface="Times New Roman" panose="02020603050405020304" pitchFamily="18" charset="0"/>
                <a:ea typeface="ＭＳ Ｐゴシック" panose="020B0600070205080204" pitchFamily="34" charset="-128"/>
              </a:defRPr>
            </a:lvl3pPr>
            <a:lvl4pPr marL="1597553" indent="-228222" defTabSz="927152">
              <a:defRPr sz="2400">
                <a:solidFill>
                  <a:schemeClr val="tx1"/>
                </a:solidFill>
                <a:latin typeface="Times New Roman" panose="02020603050405020304" pitchFamily="18" charset="0"/>
                <a:ea typeface="ＭＳ Ｐゴシック" panose="020B0600070205080204" pitchFamily="34" charset="-128"/>
              </a:defRPr>
            </a:lvl4pPr>
            <a:lvl5pPr marL="2053997" indent="-228222" defTabSz="927152">
              <a:defRPr sz="2400">
                <a:solidFill>
                  <a:schemeClr val="tx1"/>
                </a:solidFill>
                <a:latin typeface="Times New Roman" panose="02020603050405020304" pitchFamily="18" charset="0"/>
                <a:ea typeface="ＭＳ Ｐゴシック" panose="020B0600070205080204" pitchFamily="34" charset="-128"/>
              </a:defRPr>
            </a:lvl5pPr>
            <a:lvl6pPr marL="2510440" indent="-228222" defTabSz="927152"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66884" indent="-228222" defTabSz="927152"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3328" indent="-228222" defTabSz="927152"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79772" indent="-228222" defTabSz="927152"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fld id="{E2E0E8D8-AE63-4BAB-AE10-86197CF9CB04}" type="slidenum">
              <a:rPr lang="en-US" altLang="en-US" sz="1200"/>
              <a:pPr/>
              <a:t>27</a:t>
            </a:fld>
            <a:endParaRPr lang="en-US" altLang="en-US" sz="1200" dirty="0"/>
          </a:p>
        </p:txBody>
      </p:sp>
      <p:sp>
        <p:nvSpPr>
          <p:cNvPr id="72709" name="Rectangle 7"/>
          <p:cNvSpPr txBox="1">
            <a:spLocks noGrp="1" noChangeArrowheads="1"/>
          </p:cNvSpPr>
          <p:nvPr/>
        </p:nvSpPr>
        <p:spPr bwMode="auto">
          <a:xfrm>
            <a:off x="3974250" y="8831898"/>
            <a:ext cx="3036150" cy="4645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3122" tIns="46561" rIns="93122" bIns="46561" anchor="b"/>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pPr algn="r"/>
            <a:fld id="{0B6B2B90-B612-42CC-80D2-4870E63A5117}" type="slidenum">
              <a:rPr lang="en-US" altLang="en-US" sz="1200"/>
              <a:pPr algn="r"/>
              <a:t>27</a:t>
            </a:fld>
            <a:endParaRPr lang="en-US" altLang="en-US" sz="1200" dirty="0"/>
          </a:p>
        </p:txBody>
      </p:sp>
      <p:sp>
        <p:nvSpPr>
          <p:cNvPr id="72710" name="Rectangle 2"/>
          <p:cNvSpPr>
            <a:spLocks noGrp="1" noRot="1" noChangeAspect="1" noChangeArrowheads="1" noTextEdit="1"/>
          </p:cNvSpPr>
          <p:nvPr>
            <p:ph type="sldImg"/>
          </p:nvPr>
        </p:nvSpPr>
        <p:spPr>
          <a:ln/>
        </p:spPr>
      </p:sp>
      <p:sp>
        <p:nvSpPr>
          <p:cNvPr id="72711"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dirty="0" smtClean="0">
              <a:ea typeface="ＭＳ Ｐゴシック" panose="020B0600070205080204" pitchFamily="34" charset="-128"/>
            </a:endParaRPr>
          </a:p>
        </p:txBody>
      </p:sp>
    </p:spTree>
    <p:extLst>
      <p:ext uri="{BB962C8B-B14F-4D97-AF65-F5344CB8AC3E}">
        <p14:creationId xmlns:p14="http://schemas.microsoft.com/office/powerpoint/2010/main" val="332271147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16066" name="Rectangle 2"/>
          <p:cNvSpPr>
            <a:spLocks noGrp="1" noChangeArrowheads="1"/>
          </p:cNvSpPr>
          <p:nvPr>
            <p:ph type="ctrTitle"/>
          </p:nvPr>
        </p:nvSpPr>
        <p:spPr>
          <a:xfrm>
            <a:off x="685800" y="1905000"/>
            <a:ext cx="7772400" cy="1470025"/>
          </a:xfrm>
        </p:spPr>
        <p:txBody>
          <a:bodyPr/>
          <a:lstStyle>
            <a:lvl1pPr>
              <a:spcBef>
                <a:spcPct val="20000"/>
              </a:spcBef>
              <a:defRPr sz="3600" smtClean="0"/>
            </a:lvl1pPr>
          </a:lstStyle>
          <a:p>
            <a:r>
              <a:rPr lang="en-US" dirty="0"/>
              <a:t>Click to edit Master title style</a:t>
            </a:r>
          </a:p>
        </p:txBody>
      </p:sp>
      <p:sp>
        <p:nvSpPr>
          <p:cNvPr id="216067" name="Rectangle 3"/>
          <p:cNvSpPr>
            <a:spLocks noGrp="1" noChangeArrowheads="1"/>
          </p:cNvSpPr>
          <p:nvPr>
            <p:ph type="subTitle" idx="1"/>
          </p:nvPr>
        </p:nvSpPr>
        <p:spPr>
          <a:xfrm>
            <a:off x="1371600" y="4114800"/>
            <a:ext cx="6400800" cy="1752600"/>
          </a:xfrm>
          <a:prstGeom prst="rect">
            <a:avLst/>
          </a:prstGeom>
        </p:spPr>
        <p:txBody>
          <a:bodyPr/>
          <a:lstStyle>
            <a:lvl1pPr marL="0" indent="0" algn="ctr">
              <a:buFont typeface="Wingdings" pitchFamily="2" charset="2"/>
              <a:buNone/>
              <a:defRPr smtClean="0"/>
            </a:lvl1pPr>
          </a:lstStyle>
          <a:p>
            <a:r>
              <a:rPr lang="en-US"/>
              <a:t>Click to edit Master subtitle style</a:t>
            </a:r>
          </a:p>
        </p:txBody>
      </p:sp>
    </p:spTree>
    <p:extLst>
      <p:ext uri="{BB962C8B-B14F-4D97-AF65-F5344CB8AC3E}">
        <p14:creationId xmlns:p14="http://schemas.microsoft.com/office/powerpoint/2010/main" val="3093491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3200"/>
            </a:lvl1pPr>
          </a:lstStyle>
          <a:p>
            <a:r>
              <a:rPr lang="en-US" dirty="0"/>
              <a:t>Click to edit Master title style</a:t>
            </a:r>
          </a:p>
        </p:txBody>
      </p:sp>
      <p:sp>
        <p:nvSpPr>
          <p:cNvPr id="3" name="Content Placeholder 2"/>
          <p:cNvSpPr>
            <a:spLocks noGrp="1"/>
          </p:cNvSpPr>
          <p:nvPr>
            <p:ph idx="1"/>
          </p:nvPr>
        </p:nvSpPr>
        <p:spPr>
          <a:xfrm>
            <a:off x="663389" y="1120588"/>
            <a:ext cx="8153400" cy="5105400"/>
          </a:xfrm>
          <a:prstGeom prst="rect">
            <a:avLst/>
          </a:prstGeom>
        </p:spPr>
        <p:txBody>
          <a:bodyPr/>
          <a:lstStyle>
            <a:lvl1pPr marL="342900" indent="-342900">
              <a:buClrTx/>
              <a:buFont typeface="Wingdings" charset="2"/>
              <a:buChar char="§"/>
              <a:defRPr sz="2400">
                <a:solidFill>
                  <a:schemeClr val="tx1"/>
                </a:solidFill>
              </a:defRPr>
            </a:lvl1pPr>
            <a:lvl2pPr marL="742950" indent="-285750">
              <a:buClrTx/>
              <a:buFont typeface="Arial"/>
              <a:buChar char="•"/>
              <a:defRPr sz="2200">
                <a:solidFill>
                  <a:schemeClr val="tx1"/>
                </a:solidFill>
              </a:defRPr>
            </a:lvl2pPr>
            <a:lvl3pPr marL="1143000" indent="-228600">
              <a:buClrTx/>
              <a:buFont typeface="Arial"/>
              <a:buChar char="•"/>
              <a:defRPr sz="2000">
                <a:solidFill>
                  <a:schemeClr val="tx1"/>
                </a:solidFill>
              </a:defRPr>
            </a:lvl3pPr>
            <a:lvl4pPr marL="1600200" indent="-228600">
              <a:buClrTx/>
              <a:buFont typeface="Arial"/>
              <a:buChar char="•"/>
              <a:defRPr>
                <a:solidFill>
                  <a:schemeClr val="tx1"/>
                </a:solidFill>
              </a:defRPr>
            </a:lvl4pPr>
            <a:lvl5pPr marL="2057400" indent="-228600">
              <a:buClrTx/>
              <a:buFont typeface="Arial"/>
              <a:buChar char="•"/>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608038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xAndObj" preserve="1">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577850" y="168275"/>
            <a:ext cx="8229600" cy="563563"/>
          </a:xfrm>
        </p:spPr>
        <p:txBody>
          <a:bodyPr/>
          <a:lstStyle/>
          <a:p>
            <a:r>
              <a:rPr lang="en-US"/>
              <a:t>Click to edit Master title style</a:t>
            </a:r>
          </a:p>
        </p:txBody>
      </p:sp>
      <p:sp>
        <p:nvSpPr>
          <p:cNvPr id="3" name="Text Placeholder 2"/>
          <p:cNvSpPr>
            <a:spLocks noGrp="1"/>
          </p:cNvSpPr>
          <p:nvPr>
            <p:ph type="body" sz="half" idx="1"/>
          </p:nvPr>
        </p:nvSpPr>
        <p:spPr>
          <a:xfrm>
            <a:off x="577850" y="758825"/>
            <a:ext cx="4038600" cy="5718175"/>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768850" y="758825"/>
            <a:ext cx="4038600" cy="5718175"/>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11357927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Rectangle 1028"/>
          <p:cNvSpPr>
            <a:spLocks noGrp="1" noChangeArrowheads="1"/>
          </p:cNvSpPr>
          <p:nvPr>
            <p:ph type="dt" sz="half" idx="10"/>
          </p:nvPr>
        </p:nvSpPr>
        <p:spPr>
          <a:xfrm>
            <a:off x="685800" y="6248400"/>
            <a:ext cx="1905000" cy="457200"/>
          </a:xfrm>
          <a:prstGeom prst="rect">
            <a:avLst/>
          </a:prstGeom>
          <a:ln/>
        </p:spPr>
        <p:txBody>
          <a:bodyPr/>
          <a:lstStyle>
            <a:lvl1pPr>
              <a:defRPr/>
            </a:lvl1pPr>
          </a:lstStyle>
          <a:p>
            <a:pPr>
              <a:defRPr/>
            </a:pPr>
            <a:fld id="{53118CC2-884A-4430-8B4F-9976F3C29C24}" type="datetimeFigureOut">
              <a:rPr lang="en-US"/>
              <a:pPr>
                <a:defRPr/>
              </a:pPr>
              <a:t>5/7/2022</a:t>
            </a:fld>
            <a:endParaRPr lang="en-US"/>
          </a:p>
        </p:txBody>
      </p:sp>
      <p:sp>
        <p:nvSpPr>
          <p:cNvPr id="3" name="Rectangle 1029"/>
          <p:cNvSpPr>
            <a:spLocks noGrp="1" noChangeArrowheads="1"/>
          </p:cNvSpPr>
          <p:nvPr>
            <p:ph type="ftr" sz="quarter" idx="11"/>
          </p:nvPr>
        </p:nvSpPr>
        <p:spPr>
          <a:xfrm>
            <a:off x="3124200" y="6248400"/>
            <a:ext cx="2895600" cy="457200"/>
          </a:xfrm>
          <a:prstGeom prst="rect">
            <a:avLst/>
          </a:prstGeom>
          <a:ln/>
        </p:spPr>
        <p:txBody>
          <a:bodyPr/>
          <a:lstStyle>
            <a:lvl1pPr>
              <a:defRPr/>
            </a:lvl1pPr>
          </a:lstStyle>
          <a:p>
            <a:pPr>
              <a:defRPr/>
            </a:pPr>
            <a:endParaRPr lang="en-US" altLang="en-US"/>
          </a:p>
        </p:txBody>
      </p:sp>
      <p:sp>
        <p:nvSpPr>
          <p:cNvPr id="4" name="Rectangle 1030"/>
          <p:cNvSpPr>
            <a:spLocks noGrp="1" noChangeArrowheads="1"/>
          </p:cNvSpPr>
          <p:nvPr>
            <p:ph type="sldNum" sz="quarter" idx="12"/>
          </p:nvPr>
        </p:nvSpPr>
        <p:spPr>
          <a:xfrm>
            <a:off x="6553200" y="6248400"/>
            <a:ext cx="1905000" cy="457200"/>
          </a:xfrm>
          <a:prstGeom prst="rect">
            <a:avLst/>
          </a:prstGeom>
          <a:ln/>
        </p:spPr>
        <p:txBody>
          <a:bodyPr/>
          <a:lstStyle>
            <a:lvl1pPr>
              <a:defRPr/>
            </a:lvl1pPr>
          </a:lstStyle>
          <a:p>
            <a:pPr>
              <a:defRPr/>
            </a:pPr>
            <a:fld id="{91823322-A425-42F9-B4E6-DE1BA6748FF3}" type="slidenum">
              <a:rPr lang="en-US" altLang="en-US"/>
              <a:pPr>
                <a:defRPr/>
              </a:pPr>
              <a:t>‹#›</a:t>
            </a:fld>
            <a:endParaRPr lang="en-US" altLang="en-US"/>
          </a:p>
        </p:txBody>
      </p:sp>
    </p:spTree>
    <p:extLst>
      <p:ext uri="{BB962C8B-B14F-4D97-AF65-F5344CB8AC3E}">
        <p14:creationId xmlns:p14="http://schemas.microsoft.com/office/powerpoint/2010/main" val="2368737125"/>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16066" name="Rectangle 2"/>
          <p:cNvSpPr>
            <a:spLocks noGrp="1" noChangeArrowheads="1"/>
          </p:cNvSpPr>
          <p:nvPr>
            <p:ph type="ctrTitle"/>
          </p:nvPr>
        </p:nvSpPr>
        <p:spPr>
          <a:xfrm>
            <a:off x="685800" y="1905000"/>
            <a:ext cx="7772400" cy="1470025"/>
          </a:xfrm>
        </p:spPr>
        <p:txBody>
          <a:bodyPr/>
          <a:lstStyle>
            <a:lvl1pPr>
              <a:spcBef>
                <a:spcPct val="20000"/>
              </a:spcBef>
              <a:defRPr sz="3600" smtClean="0"/>
            </a:lvl1pPr>
          </a:lstStyle>
          <a:p>
            <a:r>
              <a:rPr lang="en-US" dirty="0"/>
              <a:t>Click to edit Master title style</a:t>
            </a:r>
          </a:p>
        </p:txBody>
      </p:sp>
      <p:sp>
        <p:nvSpPr>
          <p:cNvPr id="216067" name="Rectangle 3"/>
          <p:cNvSpPr>
            <a:spLocks noGrp="1" noChangeArrowheads="1"/>
          </p:cNvSpPr>
          <p:nvPr>
            <p:ph type="subTitle" idx="1"/>
          </p:nvPr>
        </p:nvSpPr>
        <p:spPr>
          <a:xfrm>
            <a:off x="1371600" y="4114800"/>
            <a:ext cx="6400800" cy="1752600"/>
          </a:xfrm>
          <a:prstGeom prst="rect">
            <a:avLst/>
          </a:prstGeom>
        </p:spPr>
        <p:txBody>
          <a:bodyPr/>
          <a:lstStyle>
            <a:lvl1pPr marL="0" indent="0" algn="ctr">
              <a:buFont typeface="Wingdings" pitchFamily="2" charset="2"/>
              <a:buNone/>
              <a:defRPr smtClean="0"/>
            </a:lvl1pPr>
          </a:lstStyle>
          <a:p>
            <a:r>
              <a:rPr lang="en-US"/>
              <a:t>Click to edit Master subtitle style</a:t>
            </a:r>
          </a:p>
        </p:txBody>
      </p:sp>
    </p:spTree>
    <p:extLst>
      <p:ext uri="{BB962C8B-B14F-4D97-AF65-F5344CB8AC3E}">
        <p14:creationId xmlns:p14="http://schemas.microsoft.com/office/powerpoint/2010/main" val="148180681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3200"/>
            </a:lvl1pPr>
          </a:lstStyle>
          <a:p>
            <a:r>
              <a:rPr lang="en-US" dirty="0"/>
              <a:t>Click to edit Master title style</a:t>
            </a:r>
          </a:p>
        </p:txBody>
      </p:sp>
      <p:sp>
        <p:nvSpPr>
          <p:cNvPr id="3" name="Content Placeholder 2"/>
          <p:cNvSpPr>
            <a:spLocks noGrp="1"/>
          </p:cNvSpPr>
          <p:nvPr>
            <p:ph idx="1"/>
          </p:nvPr>
        </p:nvSpPr>
        <p:spPr>
          <a:xfrm>
            <a:off x="663389" y="1120588"/>
            <a:ext cx="8153400" cy="5105400"/>
          </a:xfrm>
          <a:prstGeom prst="rect">
            <a:avLst/>
          </a:prstGeom>
        </p:spPr>
        <p:txBody>
          <a:bodyPr/>
          <a:lstStyle>
            <a:lvl1pPr marL="342900" indent="-342900">
              <a:buClrTx/>
              <a:buFont typeface="Wingdings" charset="2"/>
              <a:buChar char="§"/>
              <a:defRPr sz="2400">
                <a:solidFill>
                  <a:schemeClr val="tx1"/>
                </a:solidFill>
              </a:defRPr>
            </a:lvl1pPr>
            <a:lvl2pPr marL="742950" indent="-285750">
              <a:buClrTx/>
              <a:buFont typeface="Arial"/>
              <a:buChar char="•"/>
              <a:defRPr sz="2200">
                <a:solidFill>
                  <a:schemeClr val="tx1"/>
                </a:solidFill>
              </a:defRPr>
            </a:lvl2pPr>
            <a:lvl3pPr marL="1143000" indent="-228600">
              <a:buClrTx/>
              <a:buFont typeface="Arial"/>
              <a:buChar char="•"/>
              <a:defRPr sz="2000">
                <a:solidFill>
                  <a:schemeClr val="tx1"/>
                </a:solidFill>
              </a:defRPr>
            </a:lvl3pPr>
            <a:lvl4pPr marL="1600200" indent="-228600">
              <a:buClrTx/>
              <a:buFont typeface="Arial"/>
              <a:buChar char="•"/>
              <a:defRPr>
                <a:solidFill>
                  <a:schemeClr val="tx1"/>
                </a:solidFill>
              </a:defRPr>
            </a:lvl4pPr>
            <a:lvl5pPr marL="2057400" indent="-228600">
              <a:buClrTx/>
              <a:buFont typeface="Arial"/>
              <a:buChar char="•"/>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96418050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xAndObj" preserve="1">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577850" y="168275"/>
            <a:ext cx="8229600" cy="563563"/>
          </a:xfrm>
        </p:spPr>
        <p:txBody>
          <a:bodyPr/>
          <a:lstStyle/>
          <a:p>
            <a:r>
              <a:rPr lang="en-US"/>
              <a:t>Click to edit Master title style</a:t>
            </a:r>
          </a:p>
        </p:txBody>
      </p:sp>
      <p:sp>
        <p:nvSpPr>
          <p:cNvPr id="3" name="Text Placeholder 2"/>
          <p:cNvSpPr>
            <a:spLocks noGrp="1"/>
          </p:cNvSpPr>
          <p:nvPr>
            <p:ph type="body" sz="half" idx="1"/>
          </p:nvPr>
        </p:nvSpPr>
        <p:spPr>
          <a:xfrm>
            <a:off x="577850" y="758825"/>
            <a:ext cx="4038600" cy="5718175"/>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768850" y="758825"/>
            <a:ext cx="4038600" cy="5718175"/>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16478023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Rectangle 1028"/>
          <p:cNvSpPr>
            <a:spLocks noGrp="1" noChangeArrowheads="1"/>
          </p:cNvSpPr>
          <p:nvPr>
            <p:ph type="dt" sz="half" idx="10"/>
          </p:nvPr>
        </p:nvSpPr>
        <p:spPr>
          <a:xfrm>
            <a:off x="685800" y="6248400"/>
            <a:ext cx="1905000" cy="457200"/>
          </a:xfrm>
          <a:prstGeom prst="rect">
            <a:avLst/>
          </a:prstGeom>
          <a:ln/>
        </p:spPr>
        <p:txBody>
          <a:bodyPr/>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tabLst/>
              <a:defRPr/>
            </a:pPr>
            <a:fld id="{53118CC2-884A-4430-8B4F-9976F3C29C24}" type="datetimeFigureOut">
              <a:rPr kumimoji="0" lang="en-US" sz="1800" b="1" i="0" u="none" strike="noStrike" kern="1200" cap="none" spc="0" normalizeH="0" baseline="0" noProof="0">
                <a:ln>
                  <a:noFill/>
                </a:ln>
                <a:solidFill>
                  <a:srgbClr val="000000"/>
                </a:solidFill>
                <a:effectLst/>
                <a:uLnTx/>
                <a:uFillTx/>
                <a:latin typeface="Arial" charset="0"/>
                <a:ea typeface="+mn-ea"/>
                <a:cs typeface="Arial"/>
                <a:sym typeface="Arial"/>
              </a:rPr>
              <a:pPr marL="0" marR="0" lvl="0" indent="0" algn="l" defTabSz="914400" rtl="0" eaLnBrk="1" fontAlgn="base" latinLnBrk="0" hangingPunct="1">
                <a:lnSpc>
                  <a:spcPct val="100000"/>
                </a:lnSpc>
                <a:spcBef>
                  <a:spcPct val="0"/>
                </a:spcBef>
                <a:spcAft>
                  <a:spcPct val="0"/>
                </a:spcAft>
                <a:buClrTx/>
                <a:buSzTx/>
                <a:buFontTx/>
                <a:buNone/>
                <a:tabLst/>
                <a:defRPr/>
              </a:pPr>
              <a:t>5/7/2022</a:t>
            </a:fld>
            <a:endParaRPr kumimoji="0" lang="en-US" sz="1800" b="1" i="0" u="none" strike="noStrike" kern="1200" cap="none" spc="0" normalizeH="0" baseline="0" noProof="0">
              <a:ln>
                <a:noFill/>
              </a:ln>
              <a:solidFill>
                <a:srgbClr val="000000"/>
              </a:solidFill>
              <a:effectLst/>
              <a:uLnTx/>
              <a:uFillTx/>
              <a:latin typeface="Arial" charset="0"/>
              <a:ea typeface="+mn-ea"/>
              <a:cs typeface="Arial"/>
              <a:sym typeface="Arial"/>
            </a:endParaRPr>
          </a:p>
        </p:txBody>
      </p:sp>
      <p:sp>
        <p:nvSpPr>
          <p:cNvPr id="3" name="Rectangle 1029"/>
          <p:cNvSpPr>
            <a:spLocks noGrp="1" noChangeArrowheads="1"/>
          </p:cNvSpPr>
          <p:nvPr>
            <p:ph type="ftr" sz="quarter" idx="11"/>
          </p:nvPr>
        </p:nvSpPr>
        <p:spPr>
          <a:xfrm>
            <a:off x="3124200" y="6248400"/>
            <a:ext cx="2895600" cy="457200"/>
          </a:xfrm>
          <a:prstGeom prst="rect">
            <a:avLst/>
          </a:prstGeom>
          <a:ln/>
        </p:spPr>
        <p:txBody>
          <a:bodyPr/>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1800" b="1" i="0" u="none" strike="noStrike" kern="1200" cap="none" spc="0" normalizeH="0" baseline="0" noProof="0">
              <a:ln>
                <a:noFill/>
              </a:ln>
              <a:solidFill>
                <a:srgbClr val="000000"/>
              </a:solidFill>
              <a:effectLst/>
              <a:uLnTx/>
              <a:uFillTx/>
              <a:latin typeface="Arial" charset="0"/>
              <a:ea typeface="+mn-ea"/>
              <a:cs typeface="Arial"/>
              <a:sym typeface="Arial"/>
            </a:endParaRPr>
          </a:p>
        </p:txBody>
      </p:sp>
      <p:sp>
        <p:nvSpPr>
          <p:cNvPr id="4" name="Rectangle 1030"/>
          <p:cNvSpPr>
            <a:spLocks noGrp="1" noChangeArrowheads="1"/>
          </p:cNvSpPr>
          <p:nvPr>
            <p:ph type="sldNum" sz="quarter" idx="12"/>
          </p:nvPr>
        </p:nvSpPr>
        <p:spPr>
          <a:xfrm>
            <a:off x="6553200" y="6248400"/>
            <a:ext cx="1905000" cy="457200"/>
          </a:xfrm>
          <a:prstGeom prst="rect">
            <a:avLst/>
          </a:prstGeom>
          <a:ln/>
        </p:spPr>
        <p:txBody>
          <a:bodyPr/>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tabLst/>
              <a:defRPr/>
            </a:pPr>
            <a:fld id="{91823322-A425-42F9-B4E6-DE1BA6748FF3}" type="slidenum">
              <a:rPr kumimoji="0" lang="en-US" altLang="en-US" sz="1800" b="1" i="0" u="none" strike="noStrike" kern="1200" cap="none" spc="0" normalizeH="0" baseline="0" noProof="0">
                <a:ln>
                  <a:noFill/>
                </a:ln>
                <a:solidFill>
                  <a:srgbClr val="000000"/>
                </a:solidFill>
                <a:effectLst/>
                <a:uLnTx/>
                <a:uFillTx/>
                <a:latin typeface="Arial" charset="0"/>
                <a:ea typeface="+mn-ea"/>
                <a:cs typeface="Arial"/>
                <a:sym typeface="Arial"/>
              </a:rPr>
              <a:pPr marL="0" marR="0" lvl="0" indent="0" algn="l" defTabSz="914400" rtl="0" eaLnBrk="1" fontAlgn="base" latinLnBrk="0" hangingPunct="1">
                <a:lnSpc>
                  <a:spcPct val="100000"/>
                </a:lnSpc>
                <a:spcBef>
                  <a:spcPct val="0"/>
                </a:spcBef>
                <a:spcAft>
                  <a:spcPct val="0"/>
                </a:spcAft>
                <a:buClrTx/>
                <a:buSzTx/>
                <a:buFontTx/>
                <a:buNone/>
                <a:tabLst/>
                <a:defRPr/>
              </a:pPr>
              <a:t>‹#›</a:t>
            </a:fld>
            <a:endParaRPr kumimoji="0" lang="en-US" altLang="en-US" sz="1800" b="1" i="0" u="none" strike="noStrike" kern="1200" cap="none" spc="0" normalizeH="0" baseline="0" noProof="0">
              <a:ln>
                <a:noFill/>
              </a:ln>
              <a:solidFill>
                <a:srgbClr val="000000"/>
              </a:solidFill>
              <a:effectLst/>
              <a:uLnTx/>
              <a:uFillTx/>
              <a:latin typeface="Arial" charset="0"/>
              <a:ea typeface="+mn-ea"/>
              <a:cs typeface="Arial"/>
              <a:sym typeface="Arial"/>
            </a:endParaRPr>
          </a:p>
        </p:txBody>
      </p:sp>
    </p:spTree>
    <p:extLst>
      <p:ext uri="{BB962C8B-B14F-4D97-AF65-F5344CB8AC3E}">
        <p14:creationId xmlns:p14="http://schemas.microsoft.com/office/powerpoint/2010/main" val="872191383"/>
      </p:ext>
    </p:extLst>
  </p:cSld>
  <p:clrMapOvr>
    <a:masterClrMapping/>
  </p:clrMapOvr>
  <p:transition>
    <p:fade/>
  </p:transition>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1.jpeg"/><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slideLayout" Target="../slideLayouts/slideLayout6.xml"/><Relationship Id="rId1" Type="http://schemas.openxmlformats.org/officeDocument/2006/relationships/slideLayout" Target="../slideLayouts/slideLayout5.xml"/><Relationship Id="rId6" Type="http://schemas.openxmlformats.org/officeDocument/2006/relationships/image" Target="../media/image1.jpeg"/><Relationship Id="rId5" Type="http://schemas.openxmlformats.org/officeDocument/2006/relationships/theme" Target="../theme/theme2.xml"/><Relationship Id="rId4"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685800" y="168275"/>
            <a:ext cx="8153400" cy="563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dirty="0"/>
              <a:t>Click to enter page Title</a:t>
            </a:r>
          </a:p>
        </p:txBody>
      </p:sp>
      <p:cxnSp>
        <p:nvCxnSpPr>
          <p:cNvPr id="10" name="Straight Connector 9"/>
          <p:cNvCxnSpPr/>
          <p:nvPr/>
        </p:nvCxnSpPr>
        <p:spPr>
          <a:xfrm>
            <a:off x="76200" y="762000"/>
            <a:ext cx="8763000" cy="1588"/>
          </a:xfrm>
          <a:prstGeom prst="line">
            <a:avLst/>
          </a:prstGeom>
          <a:ln w="9525">
            <a:solidFill>
              <a:srgbClr val="AA9C8F"/>
            </a:solidFill>
          </a:ln>
        </p:spPr>
        <p:style>
          <a:lnRef idx="1">
            <a:schemeClr val="accent1"/>
          </a:lnRef>
          <a:fillRef idx="0">
            <a:schemeClr val="accent1"/>
          </a:fillRef>
          <a:effectRef idx="0">
            <a:schemeClr val="accent1"/>
          </a:effectRef>
          <a:fontRef idx="minor">
            <a:schemeClr val="tx1"/>
          </a:fontRef>
        </p:style>
      </p:cxnSp>
      <p:cxnSp>
        <p:nvCxnSpPr>
          <p:cNvPr id="7" name="Straight Connector 4"/>
          <p:cNvCxnSpPr/>
          <p:nvPr/>
        </p:nvCxnSpPr>
        <p:spPr>
          <a:xfrm>
            <a:off x="76200" y="6248400"/>
            <a:ext cx="8763000" cy="1588"/>
          </a:xfrm>
          <a:prstGeom prst="line">
            <a:avLst/>
          </a:prstGeom>
          <a:ln w="9525">
            <a:solidFill>
              <a:srgbClr val="AA9C8F"/>
            </a:solidFill>
          </a:ln>
        </p:spPr>
        <p:style>
          <a:lnRef idx="1">
            <a:schemeClr val="accent1"/>
          </a:lnRef>
          <a:fillRef idx="0">
            <a:schemeClr val="accent1"/>
          </a:fillRef>
          <a:effectRef idx="0">
            <a:schemeClr val="accent1"/>
          </a:effectRef>
          <a:fontRef idx="minor">
            <a:schemeClr val="tx1"/>
          </a:fontRef>
        </p:style>
      </p:cxnSp>
      <p:pic>
        <p:nvPicPr>
          <p:cNvPr id="4" name="Picture 2" descr="http://www.nanobridge.ca/Portals/0/Images/eng-logo.jpg"/>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61999" y="6307038"/>
            <a:ext cx="1838325" cy="552451"/>
          </a:xfrm>
          <a:prstGeom prst="rect">
            <a:avLst/>
          </a:prstGeom>
          <a:noFill/>
          <a:extLst>
            <a:ext uri="{909E8E84-426E-40DD-AFC4-6F175D3DCCD1}">
              <a14:hiddenFill xmlns:a14="http://schemas.microsoft.com/office/drawing/2010/main">
                <a:solidFill>
                  <a:srgbClr val="FFFFFF"/>
                </a:solidFill>
              </a14:hiddenFill>
            </a:ext>
          </a:extLst>
        </p:spPr>
      </p:pic>
    </p:spTree>
  </p:cSld>
  <p:clrMap bg1="lt1" tx1="dk1" bg2="lt2" tx2="dk2" accent1="accent1" accent2="accent2" accent3="accent3" accent4="accent4" accent5="accent5" accent6="accent6" hlink="hlink" folHlink="folHlink"/>
  <p:sldLayoutIdLst>
    <p:sldLayoutId id="2147484149" r:id="rId1"/>
    <p:sldLayoutId id="2147484147" r:id="rId2"/>
    <p:sldLayoutId id="2147484148" r:id="rId3"/>
    <p:sldLayoutId id="2147484150" r:id="rId4"/>
  </p:sldLayoutIdLst>
  <p:hf hdr="0" ftr="0" dt="0"/>
  <p:txStyles>
    <p:titleStyle>
      <a:lvl1pPr algn="ctr" rtl="0" eaLnBrk="0" fontAlgn="base" hangingPunct="0">
        <a:spcBef>
          <a:spcPct val="0"/>
        </a:spcBef>
        <a:spcAft>
          <a:spcPct val="0"/>
        </a:spcAft>
        <a:defRPr sz="3600" b="1">
          <a:solidFill>
            <a:schemeClr val="accent2"/>
          </a:solidFill>
          <a:latin typeface="Calibri" pitchFamily="34" charset="0"/>
          <a:ea typeface="+mj-ea"/>
          <a:cs typeface="+mj-cs"/>
        </a:defRPr>
      </a:lvl1pPr>
      <a:lvl2pPr algn="ctr" rtl="0" eaLnBrk="0" fontAlgn="base" hangingPunct="0">
        <a:spcBef>
          <a:spcPct val="0"/>
        </a:spcBef>
        <a:spcAft>
          <a:spcPct val="0"/>
        </a:spcAft>
        <a:defRPr sz="3600">
          <a:solidFill>
            <a:srgbClr val="002C5F"/>
          </a:solidFill>
          <a:latin typeface="Calibri" pitchFamily="34" charset="0"/>
        </a:defRPr>
      </a:lvl2pPr>
      <a:lvl3pPr algn="ctr" rtl="0" eaLnBrk="0" fontAlgn="base" hangingPunct="0">
        <a:spcBef>
          <a:spcPct val="0"/>
        </a:spcBef>
        <a:spcAft>
          <a:spcPct val="0"/>
        </a:spcAft>
        <a:defRPr sz="3600">
          <a:solidFill>
            <a:srgbClr val="002C5F"/>
          </a:solidFill>
          <a:latin typeface="Calibri" pitchFamily="34" charset="0"/>
        </a:defRPr>
      </a:lvl3pPr>
      <a:lvl4pPr algn="ctr" rtl="0" eaLnBrk="0" fontAlgn="base" hangingPunct="0">
        <a:spcBef>
          <a:spcPct val="0"/>
        </a:spcBef>
        <a:spcAft>
          <a:spcPct val="0"/>
        </a:spcAft>
        <a:defRPr sz="3600">
          <a:solidFill>
            <a:srgbClr val="002C5F"/>
          </a:solidFill>
          <a:latin typeface="Calibri" pitchFamily="34" charset="0"/>
        </a:defRPr>
      </a:lvl4pPr>
      <a:lvl5pPr algn="ctr" rtl="0" eaLnBrk="0" fontAlgn="base" hangingPunct="0">
        <a:spcBef>
          <a:spcPct val="0"/>
        </a:spcBef>
        <a:spcAft>
          <a:spcPct val="0"/>
        </a:spcAft>
        <a:defRPr sz="3600">
          <a:solidFill>
            <a:srgbClr val="002C5F"/>
          </a:solidFill>
          <a:latin typeface="Calibri" pitchFamily="34" charset="0"/>
        </a:defRPr>
      </a:lvl5pPr>
      <a:lvl6pPr marL="457200" algn="ctr" rtl="0" fontAlgn="base">
        <a:spcBef>
          <a:spcPct val="0"/>
        </a:spcBef>
        <a:spcAft>
          <a:spcPct val="0"/>
        </a:spcAft>
        <a:defRPr sz="3600" b="1">
          <a:solidFill>
            <a:srgbClr val="002C5F"/>
          </a:solidFill>
          <a:latin typeface="Arial" charset="0"/>
        </a:defRPr>
      </a:lvl6pPr>
      <a:lvl7pPr marL="914400" algn="ctr" rtl="0" fontAlgn="base">
        <a:spcBef>
          <a:spcPct val="0"/>
        </a:spcBef>
        <a:spcAft>
          <a:spcPct val="0"/>
        </a:spcAft>
        <a:defRPr sz="3600" b="1">
          <a:solidFill>
            <a:srgbClr val="002C5F"/>
          </a:solidFill>
          <a:latin typeface="Arial" charset="0"/>
        </a:defRPr>
      </a:lvl7pPr>
      <a:lvl8pPr marL="1371600" algn="ctr" rtl="0" fontAlgn="base">
        <a:spcBef>
          <a:spcPct val="0"/>
        </a:spcBef>
        <a:spcAft>
          <a:spcPct val="0"/>
        </a:spcAft>
        <a:defRPr sz="3600" b="1">
          <a:solidFill>
            <a:srgbClr val="002C5F"/>
          </a:solidFill>
          <a:latin typeface="Arial" charset="0"/>
        </a:defRPr>
      </a:lvl8pPr>
      <a:lvl9pPr marL="1828800" algn="ctr" rtl="0" fontAlgn="base">
        <a:spcBef>
          <a:spcPct val="0"/>
        </a:spcBef>
        <a:spcAft>
          <a:spcPct val="0"/>
        </a:spcAft>
        <a:defRPr sz="3600" b="1">
          <a:solidFill>
            <a:srgbClr val="002C5F"/>
          </a:solidFill>
          <a:latin typeface="Arial" charset="0"/>
        </a:defRPr>
      </a:lvl9pPr>
    </p:titleStyle>
    <p:bodyStyle>
      <a:lvl1pPr marL="342900" indent="-342900" algn="l" rtl="0" eaLnBrk="0" fontAlgn="base" hangingPunct="0">
        <a:spcBef>
          <a:spcPct val="20000"/>
        </a:spcBef>
        <a:spcAft>
          <a:spcPct val="0"/>
        </a:spcAft>
        <a:buClr>
          <a:srgbClr val="AA9C8F"/>
        </a:buClr>
        <a:buFont typeface="Wingdings" pitchFamily="2" charset="2"/>
        <a:buChar char="§"/>
        <a:defRPr sz="2800">
          <a:solidFill>
            <a:srgbClr val="4D4D4D"/>
          </a:solidFill>
          <a:latin typeface="Calibri" pitchFamily="34" charset="0"/>
          <a:ea typeface="+mn-ea"/>
          <a:cs typeface="+mn-cs"/>
        </a:defRPr>
      </a:lvl1pPr>
      <a:lvl2pPr marL="742950" indent="-285750" algn="l" rtl="0" eaLnBrk="0" fontAlgn="base" hangingPunct="0">
        <a:spcBef>
          <a:spcPct val="20000"/>
        </a:spcBef>
        <a:spcAft>
          <a:spcPct val="0"/>
        </a:spcAft>
        <a:buClr>
          <a:srgbClr val="C75B12"/>
        </a:buClr>
        <a:buFont typeface="Wingdings" pitchFamily="2" charset="2"/>
        <a:buChar char="§"/>
        <a:defRPr sz="2600">
          <a:solidFill>
            <a:schemeClr val="tx1"/>
          </a:solidFill>
          <a:latin typeface="Calibri" pitchFamily="34" charset="0"/>
        </a:defRPr>
      </a:lvl2pPr>
      <a:lvl3pPr marL="1143000" indent="-228600" algn="l" rtl="0" eaLnBrk="0" fontAlgn="base" hangingPunct="0">
        <a:spcBef>
          <a:spcPct val="20000"/>
        </a:spcBef>
        <a:spcAft>
          <a:spcPct val="0"/>
        </a:spcAft>
        <a:buClr>
          <a:srgbClr val="C75B12"/>
        </a:buClr>
        <a:buFont typeface="Wingdings" pitchFamily="2" charset="2"/>
        <a:buChar char="§"/>
        <a:defRPr sz="2400">
          <a:solidFill>
            <a:schemeClr val="tx1"/>
          </a:solidFill>
          <a:latin typeface="Calibri" pitchFamily="34" charset="0"/>
        </a:defRPr>
      </a:lvl3pPr>
      <a:lvl4pPr marL="1600200" indent="-228600" algn="l" rtl="0" eaLnBrk="0" fontAlgn="base" hangingPunct="0">
        <a:spcBef>
          <a:spcPct val="20000"/>
        </a:spcBef>
        <a:spcAft>
          <a:spcPct val="0"/>
        </a:spcAft>
        <a:buClr>
          <a:srgbClr val="C75B12"/>
        </a:buClr>
        <a:buFont typeface="Wingdings" pitchFamily="2" charset="2"/>
        <a:buChar char="§"/>
        <a:defRPr sz="2000">
          <a:solidFill>
            <a:schemeClr val="tx1"/>
          </a:solidFill>
          <a:latin typeface="Calibri" pitchFamily="34" charset="0"/>
        </a:defRPr>
      </a:lvl4pPr>
      <a:lvl5pPr marL="2057400" indent="-228600" algn="l" rtl="0" eaLnBrk="0" fontAlgn="base" hangingPunct="0">
        <a:spcBef>
          <a:spcPct val="20000"/>
        </a:spcBef>
        <a:spcAft>
          <a:spcPct val="0"/>
        </a:spcAft>
        <a:buClr>
          <a:srgbClr val="C75B12"/>
        </a:buClr>
        <a:buFont typeface="Wingdings" pitchFamily="2" charset="2"/>
        <a:buChar char="§"/>
        <a:defRPr sz="2000">
          <a:solidFill>
            <a:schemeClr val="tx1"/>
          </a:solidFill>
          <a:latin typeface="Calibri" pitchFamily="34" charset="0"/>
        </a:defRPr>
      </a:lvl5pPr>
      <a:lvl6pPr marL="2514600" indent="-228600" algn="l" rtl="0" fontAlgn="base">
        <a:spcBef>
          <a:spcPct val="20000"/>
        </a:spcBef>
        <a:spcAft>
          <a:spcPct val="0"/>
        </a:spcAft>
        <a:buClr>
          <a:srgbClr val="C75B12"/>
        </a:buClr>
        <a:buFont typeface="Wingdings" pitchFamily="2" charset="2"/>
        <a:buChar char="§"/>
        <a:defRPr sz="2000">
          <a:solidFill>
            <a:schemeClr val="tx1"/>
          </a:solidFill>
          <a:latin typeface="+mn-lt"/>
        </a:defRPr>
      </a:lvl6pPr>
      <a:lvl7pPr marL="2971800" indent="-228600" algn="l" rtl="0" fontAlgn="base">
        <a:spcBef>
          <a:spcPct val="20000"/>
        </a:spcBef>
        <a:spcAft>
          <a:spcPct val="0"/>
        </a:spcAft>
        <a:buClr>
          <a:srgbClr val="C75B12"/>
        </a:buClr>
        <a:buFont typeface="Wingdings" pitchFamily="2" charset="2"/>
        <a:buChar char="§"/>
        <a:defRPr sz="2000">
          <a:solidFill>
            <a:schemeClr val="tx1"/>
          </a:solidFill>
          <a:latin typeface="+mn-lt"/>
        </a:defRPr>
      </a:lvl7pPr>
      <a:lvl8pPr marL="3429000" indent="-228600" algn="l" rtl="0" fontAlgn="base">
        <a:spcBef>
          <a:spcPct val="20000"/>
        </a:spcBef>
        <a:spcAft>
          <a:spcPct val="0"/>
        </a:spcAft>
        <a:buClr>
          <a:srgbClr val="C75B12"/>
        </a:buClr>
        <a:buFont typeface="Wingdings" pitchFamily="2" charset="2"/>
        <a:buChar char="§"/>
        <a:defRPr sz="2000">
          <a:solidFill>
            <a:schemeClr val="tx1"/>
          </a:solidFill>
          <a:latin typeface="+mn-lt"/>
        </a:defRPr>
      </a:lvl8pPr>
      <a:lvl9pPr marL="3886200" indent="-228600" algn="l" rtl="0" fontAlgn="base">
        <a:spcBef>
          <a:spcPct val="20000"/>
        </a:spcBef>
        <a:spcAft>
          <a:spcPct val="0"/>
        </a:spcAft>
        <a:buClr>
          <a:srgbClr val="C75B12"/>
        </a:buClr>
        <a:buFont typeface="Wingdings" pitchFamily="2" charset="2"/>
        <a:buChar char="§"/>
        <a:defRPr sz="20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685800" y="168275"/>
            <a:ext cx="8153400" cy="563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dirty="0"/>
              <a:t>Click to enter page Title</a:t>
            </a:r>
          </a:p>
        </p:txBody>
      </p:sp>
      <p:cxnSp>
        <p:nvCxnSpPr>
          <p:cNvPr id="10" name="Straight Connector 9"/>
          <p:cNvCxnSpPr/>
          <p:nvPr/>
        </p:nvCxnSpPr>
        <p:spPr>
          <a:xfrm>
            <a:off x="76200" y="762000"/>
            <a:ext cx="8763000" cy="1588"/>
          </a:xfrm>
          <a:prstGeom prst="line">
            <a:avLst/>
          </a:prstGeom>
          <a:ln w="9525">
            <a:solidFill>
              <a:srgbClr val="AA9C8F"/>
            </a:solidFill>
          </a:ln>
        </p:spPr>
        <p:style>
          <a:lnRef idx="1">
            <a:schemeClr val="accent1"/>
          </a:lnRef>
          <a:fillRef idx="0">
            <a:schemeClr val="accent1"/>
          </a:fillRef>
          <a:effectRef idx="0">
            <a:schemeClr val="accent1"/>
          </a:effectRef>
          <a:fontRef idx="minor">
            <a:schemeClr val="tx1"/>
          </a:fontRef>
        </p:style>
      </p:cxnSp>
      <p:cxnSp>
        <p:nvCxnSpPr>
          <p:cNvPr id="7" name="Straight Connector 4"/>
          <p:cNvCxnSpPr/>
          <p:nvPr/>
        </p:nvCxnSpPr>
        <p:spPr>
          <a:xfrm>
            <a:off x="76200" y="6248400"/>
            <a:ext cx="8763000" cy="1588"/>
          </a:xfrm>
          <a:prstGeom prst="line">
            <a:avLst/>
          </a:prstGeom>
          <a:ln w="9525">
            <a:solidFill>
              <a:srgbClr val="AA9C8F"/>
            </a:solidFill>
          </a:ln>
        </p:spPr>
        <p:style>
          <a:lnRef idx="1">
            <a:schemeClr val="accent1"/>
          </a:lnRef>
          <a:fillRef idx="0">
            <a:schemeClr val="accent1"/>
          </a:fillRef>
          <a:effectRef idx="0">
            <a:schemeClr val="accent1"/>
          </a:effectRef>
          <a:fontRef idx="minor">
            <a:schemeClr val="tx1"/>
          </a:fontRef>
        </p:style>
      </p:cxnSp>
      <p:pic>
        <p:nvPicPr>
          <p:cNvPr id="4" name="Picture 2" descr="http://www.nanobridge.ca/Portals/0/Images/eng-logo.jpg"/>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61999" y="6307038"/>
            <a:ext cx="1838325" cy="5524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32662991"/>
      </p:ext>
    </p:extLst>
  </p:cSld>
  <p:clrMap bg1="lt1" tx1="dk1" bg2="lt2" tx2="dk2" accent1="accent1" accent2="accent2" accent3="accent3" accent4="accent4" accent5="accent5" accent6="accent6" hlink="hlink" folHlink="folHlink"/>
  <p:sldLayoutIdLst>
    <p:sldLayoutId id="2147484175" r:id="rId1"/>
    <p:sldLayoutId id="2147484176" r:id="rId2"/>
    <p:sldLayoutId id="2147484177" r:id="rId3"/>
    <p:sldLayoutId id="2147484178" r:id="rId4"/>
  </p:sldLayoutIdLst>
  <p:hf hdr="0" ftr="0" dt="0"/>
  <p:txStyles>
    <p:titleStyle>
      <a:lvl1pPr algn="ctr" rtl="0" eaLnBrk="0" fontAlgn="base" hangingPunct="0">
        <a:spcBef>
          <a:spcPct val="0"/>
        </a:spcBef>
        <a:spcAft>
          <a:spcPct val="0"/>
        </a:spcAft>
        <a:defRPr sz="3600" b="1">
          <a:solidFill>
            <a:schemeClr val="accent2"/>
          </a:solidFill>
          <a:latin typeface="Calibri" pitchFamily="34" charset="0"/>
          <a:ea typeface="+mj-ea"/>
          <a:cs typeface="+mj-cs"/>
        </a:defRPr>
      </a:lvl1pPr>
      <a:lvl2pPr algn="ctr" rtl="0" eaLnBrk="0" fontAlgn="base" hangingPunct="0">
        <a:spcBef>
          <a:spcPct val="0"/>
        </a:spcBef>
        <a:spcAft>
          <a:spcPct val="0"/>
        </a:spcAft>
        <a:defRPr sz="3600">
          <a:solidFill>
            <a:srgbClr val="002C5F"/>
          </a:solidFill>
          <a:latin typeface="Calibri" pitchFamily="34" charset="0"/>
        </a:defRPr>
      </a:lvl2pPr>
      <a:lvl3pPr algn="ctr" rtl="0" eaLnBrk="0" fontAlgn="base" hangingPunct="0">
        <a:spcBef>
          <a:spcPct val="0"/>
        </a:spcBef>
        <a:spcAft>
          <a:spcPct val="0"/>
        </a:spcAft>
        <a:defRPr sz="3600">
          <a:solidFill>
            <a:srgbClr val="002C5F"/>
          </a:solidFill>
          <a:latin typeface="Calibri" pitchFamily="34" charset="0"/>
        </a:defRPr>
      </a:lvl3pPr>
      <a:lvl4pPr algn="ctr" rtl="0" eaLnBrk="0" fontAlgn="base" hangingPunct="0">
        <a:spcBef>
          <a:spcPct val="0"/>
        </a:spcBef>
        <a:spcAft>
          <a:spcPct val="0"/>
        </a:spcAft>
        <a:defRPr sz="3600">
          <a:solidFill>
            <a:srgbClr val="002C5F"/>
          </a:solidFill>
          <a:latin typeface="Calibri" pitchFamily="34" charset="0"/>
        </a:defRPr>
      </a:lvl4pPr>
      <a:lvl5pPr algn="ctr" rtl="0" eaLnBrk="0" fontAlgn="base" hangingPunct="0">
        <a:spcBef>
          <a:spcPct val="0"/>
        </a:spcBef>
        <a:spcAft>
          <a:spcPct val="0"/>
        </a:spcAft>
        <a:defRPr sz="3600">
          <a:solidFill>
            <a:srgbClr val="002C5F"/>
          </a:solidFill>
          <a:latin typeface="Calibri" pitchFamily="34" charset="0"/>
        </a:defRPr>
      </a:lvl5pPr>
      <a:lvl6pPr marL="457200" algn="ctr" rtl="0" fontAlgn="base">
        <a:spcBef>
          <a:spcPct val="0"/>
        </a:spcBef>
        <a:spcAft>
          <a:spcPct val="0"/>
        </a:spcAft>
        <a:defRPr sz="3600" b="1">
          <a:solidFill>
            <a:srgbClr val="002C5F"/>
          </a:solidFill>
          <a:latin typeface="Arial" charset="0"/>
        </a:defRPr>
      </a:lvl6pPr>
      <a:lvl7pPr marL="914400" algn="ctr" rtl="0" fontAlgn="base">
        <a:spcBef>
          <a:spcPct val="0"/>
        </a:spcBef>
        <a:spcAft>
          <a:spcPct val="0"/>
        </a:spcAft>
        <a:defRPr sz="3600" b="1">
          <a:solidFill>
            <a:srgbClr val="002C5F"/>
          </a:solidFill>
          <a:latin typeface="Arial" charset="0"/>
        </a:defRPr>
      </a:lvl7pPr>
      <a:lvl8pPr marL="1371600" algn="ctr" rtl="0" fontAlgn="base">
        <a:spcBef>
          <a:spcPct val="0"/>
        </a:spcBef>
        <a:spcAft>
          <a:spcPct val="0"/>
        </a:spcAft>
        <a:defRPr sz="3600" b="1">
          <a:solidFill>
            <a:srgbClr val="002C5F"/>
          </a:solidFill>
          <a:latin typeface="Arial" charset="0"/>
        </a:defRPr>
      </a:lvl8pPr>
      <a:lvl9pPr marL="1828800" algn="ctr" rtl="0" fontAlgn="base">
        <a:spcBef>
          <a:spcPct val="0"/>
        </a:spcBef>
        <a:spcAft>
          <a:spcPct val="0"/>
        </a:spcAft>
        <a:defRPr sz="3600" b="1">
          <a:solidFill>
            <a:srgbClr val="002C5F"/>
          </a:solidFill>
          <a:latin typeface="Arial" charset="0"/>
        </a:defRPr>
      </a:lvl9pPr>
    </p:titleStyle>
    <p:bodyStyle>
      <a:lvl1pPr marL="342900" indent="-342900" algn="l" rtl="0" eaLnBrk="0" fontAlgn="base" hangingPunct="0">
        <a:spcBef>
          <a:spcPct val="20000"/>
        </a:spcBef>
        <a:spcAft>
          <a:spcPct val="0"/>
        </a:spcAft>
        <a:buClr>
          <a:srgbClr val="AA9C8F"/>
        </a:buClr>
        <a:buFont typeface="Wingdings" pitchFamily="2" charset="2"/>
        <a:buChar char="§"/>
        <a:defRPr sz="2800">
          <a:solidFill>
            <a:srgbClr val="4D4D4D"/>
          </a:solidFill>
          <a:latin typeface="Calibri" pitchFamily="34" charset="0"/>
          <a:ea typeface="+mn-ea"/>
          <a:cs typeface="+mn-cs"/>
        </a:defRPr>
      </a:lvl1pPr>
      <a:lvl2pPr marL="742950" indent="-285750" algn="l" rtl="0" eaLnBrk="0" fontAlgn="base" hangingPunct="0">
        <a:spcBef>
          <a:spcPct val="20000"/>
        </a:spcBef>
        <a:spcAft>
          <a:spcPct val="0"/>
        </a:spcAft>
        <a:buClr>
          <a:srgbClr val="C75B12"/>
        </a:buClr>
        <a:buFont typeface="Wingdings" pitchFamily="2" charset="2"/>
        <a:buChar char="§"/>
        <a:defRPr sz="2600">
          <a:solidFill>
            <a:schemeClr val="tx1"/>
          </a:solidFill>
          <a:latin typeface="Calibri" pitchFamily="34" charset="0"/>
        </a:defRPr>
      </a:lvl2pPr>
      <a:lvl3pPr marL="1143000" indent="-228600" algn="l" rtl="0" eaLnBrk="0" fontAlgn="base" hangingPunct="0">
        <a:spcBef>
          <a:spcPct val="20000"/>
        </a:spcBef>
        <a:spcAft>
          <a:spcPct val="0"/>
        </a:spcAft>
        <a:buClr>
          <a:srgbClr val="C75B12"/>
        </a:buClr>
        <a:buFont typeface="Wingdings" pitchFamily="2" charset="2"/>
        <a:buChar char="§"/>
        <a:defRPr sz="2400">
          <a:solidFill>
            <a:schemeClr val="tx1"/>
          </a:solidFill>
          <a:latin typeface="Calibri" pitchFamily="34" charset="0"/>
        </a:defRPr>
      </a:lvl3pPr>
      <a:lvl4pPr marL="1600200" indent="-228600" algn="l" rtl="0" eaLnBrk="0" fontAlgn="base" hangingPunct="0">
        <a:spcBef>
          <a:spcPct val="20000"/>
        </a:spcBef>
        <a:spcAft>
          <a:spcPct val="0"/>
        </a:spcAft>
        <a:buClr>
          <a:srgbClr val="C75B12"/>
        </a:buClr>
        <a:buFont typeface="Wingdings" pitchFamily="2" charset="2"/>
        <a:buChar char="§"/>
        <a:defRPr sz="2000">
          <a:solidFill>
            <a:schemeClr val="tx1"/>
          </a:solidFill>
          <a:latin typeface="Calibri" pitchFamily="34" charset="0"/>
        </a:defRPr>
      </a:lvl4pPr>
      <a:lvl5pPr marL="2057400" indent="-228600" algn="l" rtl="0" eaLnBrk="0" fontAlgn="base" hangingPunct="0">
        <a:spcBef>
          <a:spcPct val="20000"/>
        </a:spcBef>
        <a:spcAft>
          <a:spcPct val="0"/>
        </a:spcAft>
        <a:buClr>
          <a:srgbClr val="C75B12"/>
        </a:buClr>
        <a:buFont typeface="Wingdings" pitchFamily="2" charset="2"/>
        <a:buChar char="§"/>
        <a:defRPr sz="2000">
          <a:solidFill>
            <a:schemeClr val="tx1"/>
          </a:solidFill>
          <a:latin typeface="Calibri" pitchFamily="34" charset="0"/>
        </a:defRPr>
      </a:lvl5pPr>
      <a:lvl6pPr marL="2514600" indent="-228600" algn="l" rtl="0" fontAlgn="base">
        <a:spcBef>
          <a:spcPct val="20000"/>
        </a:spcBef>
        <a:spcAft>
          <a:spcPct val="0"/>
        </a:spcAft>
        <a:buClr>
          <a:srgbClr val="C75B12"/>
        </a:buClr>
        <a:buFont typeface="Wingdings" pitchFamily="2" charset="2"/>
        <a:buChar char="§"/>
        <a:defRPr sz="2000">
          <a:solidFill>
            <a:schemeClr val="tx1"/>
          </a:solidFill>
          <a:latin typeface="+mn-lt"/>
        </a:defRPr>
      </a:lvl6pPr>
      <a:lvl7pPr marL="2971800" indent="-228600" algn="l" rtl="0" fontAlgn="base">
        <a:spcBef>
          <a:spcPct val="20000"/>
        </a:spcBef>
        <a:spcAft>
          <a:spcPct val="0"/>
        </a:spcAft>
        <a:buClr>
          <a:srgbClr val="C75B12"/>
        </a:buClr>
        <a:buFont typeface="Wingdings" pitchFamily="2" charset="2"/>
        <a:buChar char="§"/>
        <a:defRPr sz="2000">
          <a:solidFill>
            <a:schemeClr val="tx1"/>
          </a:solidFill>
          <a:latin typeface="+mn-lt"/>
        </a:defRPr>
      </a:lvl7pPr>
      <a:lvl8pPr marL="3429000" indent="-228600" algn="l" rtl="0" fontAlgn="base">
        <a:spcBef>
          <a:spcPct val="20000"/>
        </a:spcBef>
        <a:spcAft>
          <a:spcPct val="0"/>
        </a:spcAft>
        <a:buClr>
          <a:srgbClr val="C75B12"/>
        </a:buClr>
        <a:buFont typeface="Wingdings" pitchFamily="2" charset="2"/>
        <a:buChar char="§"/>
        <a:defRPr sz="2000">
          <a:solidFill>
            <a:schemeClr val="tx1"/>
          </a:solidFill>
          <a:latin typeface="+mn-lt"/>
        </a:defRPr>
      </a:lvl8pPr>
      <a:lvl9pPr marL="3886200" indent="-228600" algn="l" rtl="0" fontAlgn="base">
        <a:spcBef>
          <a:spcPct val="20000"/>
        </a:spcBef>
        <a:spcAft>
          <a:spcPct val="0"/>
        </a:spcAft>
        <a:buClr>
          <a:srgbClr val="C75B12"/>
        </a:buClr>
        <a:buFont typeface="Wingdings" pitchFamily="2" charset="2"/>
        <a:buChar char="§"/>
        <a:defRPr sz="20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3.jp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hyperlink" Target="https://www.ualberta.ca/governance/resources/policies-standards-and-codes-of-conduct/code-of-student-behaviour" TargetMode="External"/><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6.xml"/><Relationship Id="rId1" Type="http://schemas.openxmlformats.org/officeDocument/2006/relationships/slideLayout" Target="../slideLayouts/slideLayout8.xml"/><Relationship Id="rId4" Type="http://schemas.openxmlformats.org/officeDocument/2006/relationships/image" Target="../media/image6.png"/></Relationships>
</file>

<file path=ppt/slides/_rels/slide1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7.xml"/><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1.xml"/><Relationship Id="rId1" Type="http://schemas.openxmlformats.org/officeDocument/2006/relationships/slideLayout" Target="../slideLayouts/slideLayout4.xml"/><Relationship Id="rId4" Type="http://schemas.openxmlformats.org/officeDocument/2006/relationships/image" Target="../media/image11.png"/></Relationships>
</file>

<file path=ppt/slides/_rels/slide2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2.xml"/><Relationship Id="rId1" Type="http://schemas.openxmlformats.org/officeDocument/2006/relationships/slideLayout" Target="../slideLayouts/slideLayout4.xml"/><Relationship Id="rId5" Type="http://schemas.openxmlformats.org/officeDocument/2006/relationships/image" Target="../media/image14.png"/><Relationship Id="rId4" Type="http://schemas.openxmlformats.org/officeDocument/2006/relationships/image" Target="../media/image13.png"/></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24.xml"/><Relationship Id="rId1" Type="http://schemas.openxmlformats.org/officeDocument/2006/relationships/slideLayout" Target="../slideLayouts/slideLayout8.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2"/>
          <p:cNvSpPr txBox="1">
            <a:spLocks noChangeArrowheads="1"/>
          </p:cNvSpPr>
          <p:nvPr/>
        </p:nvSpPr>
        <p:spPr bwMode="auto">
          <a:xfrm>
            <a:off x="228600" y="838200"/>
            <a:ext cx="8610600" cy="166214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algn="ctr" rtl="0" eaLnBrk="0" fontAlgn="base" hangingPunct="0">
              <a:spcBef>
                <a:spcPct val="0"/>
              </a:spcBef>
              <a:spcAft>
                <a:spcPct val="0"/>
              </a:spcAft>
              <a:defRPr sz="3600" b="1">
                <a:solidFill>
                  <a:schemeClr val="accent2"/>
                </a:solidFill>
                <a:latin typeface="Calibri" pitchFamily="34" charset="0"/>
                <a:ea typeface="+mj-ea"/>
                <a:cs typeface="+mj-cs"/>
              </a:defRPr>
            </a:lvl1pPr>
            <a:lvl2pPr algn="ctr" rtl="0" eaLnBrk="0" fontAlgn="base" hangingPunct="0">
              <a:spcBef>
                <a:spcPct val="0"/>
              </a:spcBef>
              <a:spcAft>
                <a:spcPct val="0"/>
              </a:spcAft>
              <a:defRPr sz="3600">
                <a:solidFill>
                  <a:srgbClr val="002C5F"/>
                </a:solidFill>
                <a:latin typeface="Calibri" pitchFamily="34" charset="0"/>
              </a:defRPr>
            </a:lvl2pPr>
            <a:lvl3pPr algn="ctr" rtl="0" eaLnBrk="0" fontAlgn="base" hangingPunct="0">
              <a:spcBef>
                <a:spcPct val="0"/>
              </a:spcBef>
              <a:spcAft>
                <a:spcPct val="0"/>
              </a:spcAft>
              <a:defRPr sz="3600">
                <a:solidFill>
                  <a:srgbClr val="002C5F"/>
                </a:solidFill>
                <a:latin typeface="Calibri" pitchFamily="34" charset="0"/>
              </a:defRPr>
            </a:lvl3pPr>
            <a:lvl4pPr algn="ctr" rtl="0" eaLnBrk="0" fontAlgn="base" hangingPunct="0">
              <a:spcBef>
                <a:spcPct val="0"/>
              </a:spcBef>
              <a:spcAft>
                <a:spcPct val="0"/>
              </a:spcAft>
              <a:defRPr sz="3600">
                <a:solidFill>
                  <a:srgbClr val="002C5F"/>
                </a:solidFill>
                <a:latin typeface="Calibri" pitchFamily="34" charset="0"/>
              </a:defRPr>
            </a:lvl4pPr>
            <a:lvl5pPr algn="ctr" rtl="0" eaLnBrk="0" fontAlgn="base" hangingPunct="0">
              <a:spcBef>
                <a:spcPct val="0"/>
              </a:spcBef>
              <a:spcAft>
                <a:spcPct val="0"/>
              </a:spcAft>
              <a:defRPr sz="3600">
                <a:solidFill>
                  <a:srgbClr val="002C5F"/>
                </a:solidFill>
                <a:latin typeface="Calibri" pitchFamily="34" charset="0"/>
              </a:defRPr>
            </a:lvl5pPr>
            <a:lvl6pPr marL="457200" algn="ctr" rtl="0" fontAlgn="base">
              <a:spcBef>
                <a:spcPct val="0"/>
              </a:spcBef>
              <a:spcAft>
                <a:spcPct val="0"/>
              </a:spcAft>
              <a:defRPr sz="3600" b="1">
                <a:solidFill>
                  <a:srgbClr val="002C5F"/>
                </a:solidFill>
                <a:latin typeface="Arial" charset="0"/>
              </a:defRPr>
            </a:lvl6pPr>
            <a:lvl7pPr marL="914400" algn="ctr" rtl="0" fontAlgn="base">
              <a:spcBef>
                <a:spcPct val="0"/>
              </a:spcBef>
              <a:spcAft>
                <a:spcPct val="0"/>
              </a:spcAft>
              <a:defRPr sz="3600" b="1">
                <a:solidFill>
                  <a:srgbClr val="002C5F"/>
                </a:solidFill>
                <a:latin typeface="Arial" charset="0"/>
              </a:defRPr>
            </a:lvl7pPr>
            <a:lvl8pPr marL="1371600" algn="ctr" rtl="0" fontAlgn="base">
              <a:spcBef>
                <a:spcPct val="0"/>
              </a:spcBef>
              <a:spcAft>
                <a:spcPct val="0"/>
              </a:spcAft>
              <a:defRPr sz="3600" b="1">
                <a:solidFill>
                  <a:srgbClr val="002C5F"/>
                </a:solidFill>
                <a:latin typeface="Arial" charset="0"/>
              </a:defRPr>
            </a:lvl8pPr>
            <a:lvl9pPr marL="1828800" algn="ctr" rtl="0" fontAlgn="base">
              <a:spcBef>
                <a:spcPct val="0"/>
              </a:spcBef>
              <a:spcAft>
                <a:spcPct val="0"/>
              </a:spcAft>
              <a:defRPr sz="3600" b="1">
                <a:solidFill>
                  <a:srgbClr val="002C5F"/>
                </a:solidFill>
                <a:latin typeface="Arial"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CA" altLang="en-US" sz="3600" b="1" i="1" u="none" strike="noStrike" kern="0" cap="none" spc="0" normalizeH="0" baseline="0" noProof="0" dirty="0" smtClean="0">
                <a:ln>
                  <a:noFill/>
                </a:ln>
                <a:solidFill>
                  <a:srgbClr val="000099"/>
                </a:solidFill>
                <a:effectLst/>
                <a:uLnTx/>
                <a:uFillTx/>
                <a:latin typeface="Calibri" pitchFamily="34" charset="0"/>
                <a:ea typeface="ＭＳ Ｐゴシック" panose="020B0600070205080204" pitchFamily="34" charset="-128"/>
                <a:cs typeface="+mj-cs"/>
              </a:rPr>
              <a:t>On Becoming a </a:t>
            </a:r>
            <a:br>
              <a:rPr kumimoji="0" lang="en-CA" altLang="en-US" sz="3600" b="1" i="1" u="none" strike="noStrike" kern="0" cap="none" spc="0" normalizeH="0" baseline="0" noProof="0" dirty="0" smtClean="0">
                <a:ln>
                  <a:noFill/>
                </a:ln>
                <a:solidFill>
                  <a:srgbClr val="000099"/>
                </a:solidFill>
                <a:effectLst/>
                <a:uLnTx/>
                <a:uFillTx/>
                <a:latin typeface="Calibri" pitchFamily="34" charset="0"/>
                <a:ea typeface="ＭＳ Ｐゴシック" panose="020B0600070205080204" pitchFamily="34" charset="-128"/>
                <a:cs typeface="+mj-cs"/>
              </a:rPr>
            </a:br>
            <a:r>
              <a:rPr kumimoji="0" lang="en-CA" altLang="en-US" sz="3600" b="1" i="1" u="none" strike="noStrike" kern="0" cap="none" spc="0" normalizeH="0" baseline="0" noProof="0" dirty="0" smtClean="0">
                <a:ln>
                  <a:noFill/>
                </a:ln>
                <a:solidFill>
                  <a:srgbClr val="000099"/>
                </a:solidFill>
                <a:effectLst/>
                <a:uLnTx/>
                <a:uFillTx/>
                <a:latin typeface="Calibri" pitchFamily="34" charset="0"/>
                <a:ea typeface="ＭＳ Ｐゴシック" panose="020B0600070205080204" pitchFamily="34" charset="-128"/>
                <a:cs typeface="+mj-cs"/>
              </a:rPr>
              <a:t>Leader in Risk Management</a:t>
            </a:r>
          </a:p>
          <a:p>
            <a:pPr marL="0" marR="0" lvl="0" indent="0" algn="ctr" defTabSz="914400" rtl="0" eaLnBrk="1" fontAlgn="base" latinLnBrk="0" hangingPunct="1">
              <a:lnSpc>
                <a:spcPct val="100000"/>
              </a:lnSpc>
              <a:spcBef>
                <a:spcPct val="0"/>
              </a:spcBef>
              <a:spcAft>
                <a:spcPct val="0"/>
              </a:spcAft>
              <a:buClr>
                <a:srgbClr val="AA9C8F"/>
              </a:buClr>
              <a:buSzTx/>
              <a:buFontTx/>
              <a:buNone/>
              <a:tabLst/>
              <a:defRPr/>
            </a:pPr>
            <a:r>
              <a:rPr kumimoji="0" lang="en-US" altLang="en-US" sz="32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rPr>
              <a:t>ENGG404 - </a:t>
            </a:r>
            <a:r>
              <a:rPr kumimoji="0" lang="en-US" altLang="en-US" sz="3200" b="1" i="0" u="none" strike="noStrike" kern="0" cap="none" spc="0" normalizeH="0" baseline="0" noProof="0" dirty="0" smtClean="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rPr>
              <a:t>Lecture</a:t>
            </a:r>
            <a:endParaRPr kumimoji="0" lang="en-US" altLang="en-US" sz="3600" b="1" i="1" u="none" strike="noStrike" kern="0" cap="none" spc="0" normalizeH="0" baseline="0" noProof="0" dirty="0">
              <a:ln>
                <a:noFill/>
              </a:ln>
              <a:solidFill>
                <a:srgbClr val="000099"/>
              </a:solidFill>
              <a:effectLst/>
              <a:uLnTx/>
              <a:uFillTx/>
              <a:latin typeface="Calibri" pitchFamily="34" charset="0"/>
              <a:ea typeface="ＭＳ Ｐゴシック" panose="020B0600070205080204" pitchFamily="34" charset="-128"/>
              <a:cs typeface="+mj-cs"/>
            </a:endParaRPr>
          </a:p>
        </p:txBody>
      </p:sp>
      <p:sp>
        <p:nvSpPr>
          <p:cNvPr id="8" name="Rectangle 3"/>
          <p:cNvSpPr>
            <a:spLocks noGrp="1" noChangeArrowheads="1"/>
          </p:cNvSpPr>
          <p:nvPr>
            <p:ph type="subTitle" idx="4294967295"/>
          </p:nvPr>
        </p:nvSpPr>
        <p:spPr>
          <a:xfrm>
            <a:off x="838200" y="2500342"/>
            <a:ext cx="7315201" cy="336705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marL="0" indent="0" algn="ctr" eaLnBrk="1" hangingPunct="1">
              <a:spcBef>
                <a:spcPct val="0"/>
              </a:spcBef>
              <a:buNone/>
            </a:pPr>
            <a:r>
              <a:rPr lang="en-US" altLang="en-US" sz="3200" b="1" dirty="0" smtClean="0">
                <a:solidFill>
                  <a:schemeClr val="tx2"/>
                </a:solidFill>
                <a:latin typeface="Arial" panose="020B0604020202020204" pitchFamily="34" charset="0"/>
                <a:ea typeface="ＭＳ Ｐゴシック" panose="020B0600070205080204" pitchFamily="34" charset="-128"/>
                <a:cs typeface="Arial" panose="020B0604020202020204" pitchFamily="34" charset="0"/>
              </a:rPr>
              <a:t>Your Quick-start Guide to ENGG404 </a:t>
            </a:r>
            <a:br>
              <a:rPr lang="en-US" altLang="en-US" sz="3200" b="1" dirty="0" smtClean="0">
                <a:solidFill>
                  <a:schemeClr val="tx2"/>
                </a:solidFill>
                <a:latin typeface="Arial" panose="020B0604020202020204" pitchFamily="34" charset="0"/>
                <a:ea typeface="ＭＳ Ｐゴシック" panose="020B0600070205080204" pitchFamily="34" charset="-128"/>
                <a:cs typeface="Arial" panose="020B0604020202020204" pitchFamily="34" charset="0"/>
              </a:rPr>
            </a:br>
            <a:r>
              <a:rPr lang="en-US" altLang="en-US" sz="3200" b="1" dirty="0" smtClean="0">
                <a:solidFill>
                  <a:schemeClr val="tx2"/>
                </a:solidFill>
                <a:latin typeface="Arial" panose="020B0604020202020204" pitchFamily="34" charset="0"/>
                <a:ea typeface="ＭＳ Ｐゴシック" panose="020B0600070205080204" pitchFamily="34" charset="-128"/>
                <a:cs typeface="Arial" panose="020B0604020202020204" pitchFamily="34" charset="0"/>
              </a:rPr>
              <a:t>Expectations</a:t>
            </a:r>
            <a:r>
              <a:rPr lang="en-US" altLang="en-US" sz="3200" b="1" dirty="0">
                <a:solidFill>
                  <a:schemeClr val="tx2"/>
                </a:solidFill>
                <a:latin typeface="Arial" panose="020B0604020202020204" pitchFamily="34" charset="0"/>
                <a:ea typeface="ＭＳ Ｐゴシック" panose="020B0600070205080204" pitchFamily="34" charset="-128"/>
                <a:cs typeface="Arial" panose="020B0604020202020204" pitchFamily="34" charset="0"/>
              </a:rPr>
              <a:t>, Course Syllabus, Course </a:t>
            </a:r>
            <a:r>
              <a:rPr lang="en-US" altLang="en-US" sz="3200" b="1" dirty="0" smtClean="0">
                <a:solidFill>
                  <a:schemeClr val="tx2"/>
                </a:solidFill>
                <a:latin typeface="Arial" panose="020B0604020202020204" pitchFamily="34" charset="0"/>
                <a:ea typeface="ＭＳ Ｐゴシック" panose="020B0600070205080204" pitchFamily="34" charset="-128"/>
                <a:cs typeface="Arial" panose="020B0604020202020204" pitchFamily="34" charset="0"/>
              </a:rPr>
              <a:t>Plan, and </a:t>
            </a:r>
            <a:r>
              <a:rPr lang="en-US" altLang="en-US" sz="3200" b="1" dirty="0">
                <a:solidFill>
                  <a:schemeClr val="tx2"/>
                </a:solidFill>
                <a:latin typeface="Arial" panose="020B0604020202020204" pitchFamily="34" charset="0"/>
                <a:ea typeface="ＭＳ Ｐゴシック" panose="020B0600070205080204" pitchFamily="34" charset="-128"/>
                <a:cs typeface="Arial" panose="020B0604020202020204" pitchFamily="34" charset="0"/>
              </a:rPr>
              <a:t>Exam</a:t>
            </a:r>
          </a:p>
          <a:p>
            <a:pPr marL="0" indent="0" algn="ctr" eaLnBrk="1" hangingPunct="1">
              <a:spcBef>
                <a:spcPct val="0"/>
              </a:spcBef>
              <a:buNone/>
            </a:pPr>
            <a:endParaRPr lang="en-US" altLang="en-US" sz="1200" b="1" dirty="0">
              <a:solidFill>
                <a:schemeClr val="tx2"/>
              </a:solidFill>
              <a:latin typeface="Arial" panose="020B0604020202020204" pitchFamily="34" charset="0"/>
              <a:ea typeface="ＭＳ Ｐゴシック" panose="020B0600070205080204" pitchFamily="34" charset="-128"/>
              <a:cs typeface="Arial" panose="020B0604020202020204" pitchFamily="34" charset="0"/>
            </a:endParaRPr>
          </a:p>
          <a:p>
            <a:pPr marL="0" indent="0" algn="ctr" eaLnBrk="1" hangingPunct="1">
              <a:spcBef>
                <a:spcPct val="0"/>
              </a:spcBef>
              <a:buNone/>
            </a:pPr>
            <a:endParaRPr lang="en-US" altLang="en-US" sz="1200" b="1" dirty="0">
              <a:solidFill>
                <a:schemeClr val="tx2"/>
              </a:solidFill>
              <a:latin typeface="Arial" panose="020B0604020202020204" pitchFamily="34" charset="0"/>
              <a:ea typeface="ＭＳ Ｐゴシック" panose="020B0600070205080204" pitchFamily="34" charset="-128"/>
              <a:cs typeface="Arial" panose="020B0604020202020204" pitchFamily="34" charset="0"/>
            </a:endParaRPr>
          </a:p>
          <a:p>
            <a:pPr marL="0" indent="0" algn="ctr" eaLnBrk="1" hangingPunct="1">
              <a:spcBef>
                <a:spcPct val="0"/>
              </a:spcBef>
              <a:buNone/>
            </a:pPr>
            <a:r>
              <a:rPr lang="en-US" altLang="en-US" sz="1200" i="1" dirty="0">
                <a:solidFill>
                  <a:schemeClr val="tx2"/>
                </a:solidFill>
                <a:latin typeface="Arial" panose="020B0604020202020204" pitchFamily="34" charset="0"/>
                <a:ea typeface="ＭＳ Ｐゴシック" panose="020B0600070205080204" pitchFamily="34" charset="-128"/>
                <a:cs typeface="Arial" panose="020B0604020202020204" pitchFamily="34" charset="0"/>
              </a:rPr>
              <a:t>Instructions to Lecturer:</a:t>
            </a:r>
          </a:p>
          <a:p>
            <a:pPr marL="0" indent="0" algn="ctr" eaLnBrk="1" hangingPunct="1">
              <a:spcBef>
                <a:spcPct val="0"/>
              </a:spcBef>
              <a:buNone/>
            </a:pPr>
            <a:r>
              <a:rPr lang="en-US" altLang="en-US" sz="1200" i="1" dirty="0">
                <a:solidFill>
                  <a:schemeClr val="tx2"/>
                </a:solidFill>
                <a:latin typeface="Arial" panose="020B0604020202020204" pitchFamily="34" charset="0"/>
                <a:ea typeface="ＭＳ Ｐゴシック" panose="020B0600070205080204" pitchFamily="34" charset="-128"/>
                <a:cs typeface="Arial" panose="020B0604020202020204" pitchFamily="34" charset="0"/>
              </a:rPr>
              <a:t>Tee-up PPT if using it.</a:t>
            </a:r>
          </a:p>
          <a:p>
            <a:pPr marL="0" indent="0" algn="ctr" eaLnBrk="1" hangingPunct="1">
              <a:spcBef>
                <a:spcPct val="0"/>
              </a:spcBef>
              <a:buNone/>
            </a:pPr>
            <a:r>
              <a:rPr lang="en-US" altLang="en-US" sz="1200" i="1" dirty="0">
                <a:solidFill>
                  <a:schemeClr val="tx2"/>
                </a:solidFill>
                <a:latin typeface="Arial" panose="020B0604020202020204" pitchFamily="34" charset="0"/>
                <a:ea typeface="ＭＳ Ｐゴシック" panose="020B0600070205080204" pitchFamily="34" charset="-128"/>
                <a:cs typeface="Arial" panose="020B0604020202020204" pitchFamily="34" charset="0"/>
              </a:rPr>
              <a:t>Tee-up </a:t>
            </a:r>
            <a:r>
              <a:rPr lang="en-US" altLang="en-US" sz="1200" i="1" dirty="0" err="1">
                <a:solidFill>
                  <a:schemeClr val="tx2"/>
                </a:solidFill>
                <a:latin typeface="Arial" panose="020B0604020202020204" pitchFamily="34" charset="0"/>
                <a:ea typeface="ＭＳ Ｐゴシック" panose="020B0600070205080204" pitchFamily="34" charset="-128"/>
                <a:cs typeface="Arial" panose="020B0604020202020204" pitchFamily="34" charset="0"/>
              </a:rPr>
              <a:t>Mentimeter</a:t>
            </a:r>
            <a:r>
              <a:rPr lang="en-US" altLang="en-US" sz="1200" i="1" dirty="0">
                <a:solidFill>
                  <a:schemeClr val="tx2"/>
                </a:solidFill>
                <a:latin typeface="Arial" panose="020B0604020202020204" pitchFamily="34" charset="0"/>
                <a:ea typeface="ＭＳ Ｐゴシック" panose="020B0600070205080204" pitchFamily="34" charset="-128"/>
                <a:cs typeface="Arial" panose="020B0604020202020204" pitchFamily="34" charset="0"/>
              </a:rPr>
              <a:t>.</a:t>
            </a:r>
          </a:p>
          <a:p>
            <a:pPr marL="0" indent="0" algn="ctr" eaLnBrk="1" hangingPunct="1">
              <a:spcBef>
                <a:spcPct val="0"/>
              </a:spcBef>
              <a:buNone/>
            </a:pPr>
            <a:r>
              <a:rPr lang="en-US" altLang="en-US" sz="1200" i="1" dirty="0">
                <a:solidFill>
                  <a:schemeClr val="tx2"/>
                </a:solidFill>
                <a:latin typeface="Arial" panose="020B0604020202020204" pitchFamily="34" charset="0"/>
                <a:ea typeface="ＭＳ Ｐゴシック" panose="020B0600070205080204" pitchFamily="34" charset="-128"/>
                <a:cs typeface="Arial" panose="020B0604020202020204" pitchFamily="34" charset="0"/>
              </a:rPr>
              <a:t>Tee-up </a:t>
            </a:r>
            <a:r>
              <a:rPr lang="en-US" altLang="en-US" sz="1200" i="1" dirty="0" err="1">
                <a:solidFill>
                  <a:schemeClr val="tx2"/>
                </a:solidFill>
                <a:latin typeface="Arial" panose="020B0604020202020204" pitchFamily="34" charset="0"/>
                <a:ea typeface="ＭＳ Ｐゴシック" panose="020B0600070205080204" pitchFamily="34" charset="-128"/>
                <a:cs typeface="Arial" panose="020B0604020202020204" pitchFamily="34" charset="0"/>
              </a:rPr>
              <a:t>eClass</a:t>
            </a:r>
            <a:r>
              <a:rPr lang="en-US" altLang="en-US" sz="1200" i="1" dirty="0">
                <a:solidFill>
                  <a:schemeClr val="tx2"/>
                </a:solidFill>
                <a:latin typeface="Arial" panose="020B0604020202020204" pitchFamily="34" charset="0"/>
                <a:ea typeface="ＭＳ Ｐゴシック" panose="020B0600070205080204" pitchFamily="34" charset="-128"/>
                <a:cs typeface="Arial" panose="020B0604020202020204" pitchFamily="34" charset="0"/>
              </a:rPr>
              <a:t>.</a:t>
            </a:r>
          </a:p>
        </p:txBody>
      </p:sp>
      <p:sp>
        <p:nvSpPr>
          <p:cNvPr id="9" name="TextBox 8">
            <a:extLst>
              <a:ext uri="{FF2B5EF4-FFF2-40B4-BE49-F238E27FC236}">
                <a16:creationId xmlns:a16="http://schemas.microsoft.com/office/drawing/2014/main" id="{45837290-7F22-4D42-BFDD-D5AD4C09C01F}"/>
              </a:ext>
            </a:extLst>
          </p:cNvPr>
          <p:cNvSpPr txBox="1"/>
          <p:nvPr/>
        </p:nvSpPr>
        <p:spPr>
          <a:xfrm>
            <a:off x="152402" y="176015"/>
            <a:ext cx="1176817" cy="461665"/>
          </a:xfrm>
          <a:prstGeom prst="rect">
            <a:avLst/>
          </a:prstGeom>
          <a:solidFill>
            <a:schemeClr val="bg1"/>
          </a:solidFill>
          <a:ln w="12700" cap="flat" cmpd="sng" algn="ctr">
            <a:solidFill>
              <a:schemeClr val="tx1"/>
            </a:solidFill>
            <a:prstDash val="solid"/>
            <a:miter lim="800000"/>
          </a:ln>
          <a:effectLst/>
        </p:spPr>
        <p:txBody>
          <a:bodyPr wrap="square" rtlCol="0">
            <a:spAutoFit/>
          </a:bodyPr>
          <a:lstStyle>
            <a:defPPr>
              <a:defRPr lang="en-US"/>
            </a:defPPr>
            <a:lvl1pPr marL="0" marR="0" lvl="0" indent="0" algn="ctr" defTabSz="914400" eaLnBrk="1" fontAlgn="auto" latinLnBrk="0" hangingPunct="1">
              <a:lnSpc>
                <a:spcPct val="100000"/>
              </a:lnSpc>
              <a:spcBef>
                <a:spcPts val="0"/>
              </a:spcBef>
              <a:spcAft>
                <a:spcPts val="0"/>
              </a:spcAft>
              <a:buClrTx/>
              <a:buSzTx/>
              <a:buFontTx/>
              <a:buNone/>
              <a:tabLst/>
              <a:defRPr kumimoji="0" sz="1200" b="0" i="0" u="none" strike="noStrike" kern="0" cap="none" spc="0" normalizeH="0" baseline="0">
                <a:ln>
                  <a:noFill/>
                </a:ln>
                <a:solidFill>
                  <a:srgbClr val="000000"/>
                </a:solidFill>
                <a:effectLst/>
                <a:uLnTx/>
                <a:uFillTx/>
                <a:latin typeface="Calibri" panose="020F0502020204030204"/>
                <a:ea typeface="ＭＳ Ｐゴシック" panose="020B0600070205080204" pitchFamily="34" charset="-128"/>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rPr>
              <a:t>Fundamentals of RM</a:t>
            </a:r>
          </a:p>
        </p:txBody>
      </p:sp>
      <p:sp>
        <p:nvSpPr>
          <p:cNvPr id="10" name="TextBox 9">
            <a:extLst>
              <a:ext uri="{FF2B5EF4-FFF2-40B4-BE49-F238E27FC236}">
                <a16:creationId xmlns:a16="http://schemas.microsoft.com/office/drawing/2014/main" id="{7618FDCA-D6EA-3540-8AE2-F6CD31336ABE}"/>
              </a:ext>
            </a:extLst>
          </p:cNvPr>
          <p:cNvSpPr txBox="1"/>
          <p:nvPr/>
        </p:nvSpPr>
        <p:spPr>
          <a:xfrm>
            <a:off x="1481037" y="169908"/>
            <a:ext cx="1024999" cy="461665"/>
          </a:xfrm>
          <a:prstGeom prst="rect">
            <a:avLst/>
          </a:prstGeom>
          <a:solidFill>
            <a:schemeClr val="bg1"/>
          </a:solidFill>
          <a:ln w="12700" cap="flat" cmpd="sng" algn="ctr">
            <a:solidFill>
              <a:schemeClr val="tx1"/>
            </a:solidFill>
            <a:prstDash val="solid"/>
            <a:miter lim="800000"/>
          </a:ln>
          <a:effectLst/>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rPr>
              <a:t>RM System and Process</a:t>
            </a:r>
          </a:p>
        </p:txBody>
      </p:sp>
      <p:sp>
        <p:nvSpPr>
          <p:cNvPr id="11" name="TextBox 10">
            <a:extLst>
              <a:ext uri="{FF2B5EF4-FFF2-40B4-BE49-F238E27FC236}">
                <a16:creationId xmlns:a16="http://schemas.microsoft.com/office/drawing/2014/main" id="{45BC740A-AE56-7744-84D0-32724BDFA21D}"/>
              </a:ext>
            </a:extLst>
          </p:cNvPr>
          <p:cNvSpPr txBox="1"/>
          <p:nvPr/>
        </p:nvSpPr>
        <p:spPr>
          <a:xfrm>
            <a:off x="7874130" y="169908"/>
            <a:ext cx="1155550" cy="461665"/>
          </a:xfrm>
          <a:prstGeom prst="rect">
            <a:avLst/>
          </a:prstGeom>
          <a:solidFill>
            <a:schemeClr val="bg1"/>
          </a:solidFill>
          <a:ln w="12700" cap="flat" cmpd="sng" algn="ctr">
            <a:solidFill>
              <a:schemeClr val="tx1"/>
            </a:solidFill>
            <a:prstDash val="solid"/>
            <a:miter lim="800000"/>
          </a:ln>
          <a:effectLst/>
        </p:spPr>
        <p:txBody>
          <a:bodyPr wrap="square" rtlCol="0">
            <a:spAutoFit/>
          </a:bodyPr>
          <a:lstStyle>
            <a:defPPr>
              <a:defRPr lang="en-US"/>
            </a:defPPr>
            <a:lvl1pPr marL="0" marR="0" lvl="0" indent="0" algn="ctr" defTabSz="914400" eaLnBrk="1" fontAlgn="auto" latinLnBrk="0" hangingPunct="1">
              <a:lnSpc>
                <a:spcPct val="100000"/>
              </a:lnSpc>
              <a:spcBef>
                <a:spcPts val="0"/>
              </a:spcBef>
              <a:spcAft>
                <a:spcPts val="0"/>
              </a:spcAft>
              <a:buClrTx/>
              <a:buSzTx/>
              <a:buFontTx/>
              <a:buNone/>
              <a:tabLst/>
              <a:defRPr kumimoji="0" sz="1200" b="0" i="0" u="none" strike="noStrike" kern="0" cap="none" spc="0" normalizeH="0" baseline="0">
                <a:ln>
                  <a:noFill/>
                </a:ln>
                <a:effectLst/>
                <a:uLnTx/>
                <a:uFillTx/>
                <a:latin typeface="Calibri" panose="020F0502020204030204"/>
                <a:ea typeface="ＭＳ Ｐゴシック" panose="020B0600070205080204" pitchFamily="34" charset="-128"/>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rPr>
              <a:t>Application and Perspectives</a:t>
            </a:r>
          </a:p>
        </p:txBody>
      </p:sp>
      <p:sp>
        <p:nvSpPr>
          <p:cNvPr id="12" name="TextBox 11">
            <a:extLst>
              <a:ext uri="{FF2B5EF4-FFF2-40B4-BE49-F238E27FC236}">
                <a16:creationId xmlns:a16="http://schemas.microsoft.com/office/drawing/2014/main" id="{0A7D91E5-FF6E-C346-BD54-1494F0C62548}"/>
              </a:ext>
            </a:extLst>
          </p:cNvPr>
          <p:cNvSpPr txBox="1"/>
          <p:nvPr/>
        </p:nvSpPr>
        <p:spPr>
          <a:xfrm>
            <a:off x="7051217" y="169908"/>
            <a:ext cx="671096" cy="461665"/>
          </a:xfrm>
          <a:prstGeom prst="rect">
            <a:avLst/>
          </a:prstGeom>
          <a:solidFill>
            <a:schemeClr val="bg1"/>
          </a:solidFill>
          <a:ln w="12700" cap="flat" cmpd="sng" algn="ctr">
            <a:solidFill>
              <a:schemeClr val="tx1"/>
            </a:solidFill>
            <a:prstDash val="solid"/>
            <a:miter lim="800000"/>
          </a:ln>
          <a:effectLst/>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rPr>
              <a:t>People &amp; Org.</a:t>
            </a:r>
          </a:p>
        </p:txBody>
      </p:sp>
      <p:sp>
        <p:nvSpPr>
          <p:cNvPr id="13" name="TextBox 12">
            <a:extLst>
              <a:ext uri="{FF2B5EF4-FFF2-40B4-BE49-F238E27FC236}">
                <a16:creationId xmlns:a16="http://schemas.microsoft.com/office/drawing/2014/main" id="{00457A8C-8AD1-BC48-A393-2CA6461462C7}"/>
              </a:ext>
            </a:extLst>
          </p:cNvPr>
          <p:cNvSpPr txBox="1"/>
          <p:nvPr/>
        </p:nvSpPr>
        <p:spPr>
          <a:xfrm>
            <a:off x="3834670" y="169908"/>
            <a:ext cx="1024999" cy="461665"/>
          </a:xfrm>
          <a:prstGeom prst="rect">
            <a:avLst/>
          </a:prstGeom>
          <a:solidFill>
            <a:schemeClr val="bg1"/>
          </a:solidFill>
          <a:ln w="12700" cap="flat" cmpd="sng" algn="ctr">
            <a:solidFill>
              <a:schemeClr val="tx1"/>
            </a:solidFill>
            <a:prstDash val="solid"/>
            <a:miter lim="800000"/>
          </a:ln>
          <a:effectLst/>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rPr>
              <a:t>Incident Investigation</a:t>
            </a:r>
          </a:p>
        </p:txBody>
      </p:sp>
      <p:sp>
        <p:nvSpPr>
          <p:cNvPr id="14" name="TextBox 13">
            <a:extLst>
              <a:ext uri="{FF2B5EF4-FFF2-40B4-BE49-F238E27FC236}">
                <a16:creationId xmlns:a16="http://schemas.microsoft.com/office/drawing/2014/main" id="{D7E14612-2C60-CA49-88DC-A40274E52BE8}"/>
              </a:ext>
            </a:extLst>
          </p:cNvPr>
          <p:cNvSpPr txBox="1"/>
          <p:nvPr/>
        </p:nvSpPr>
        <p:spPr>
          <a:xfrm>
            <a:off x="5011486" y="169908"/>
            <a:ext cx="1024999" cy="461665"/>
          </a:xfrm>
          <a:prstGeom prst="rect">
            <a:avLst/>
          </a:prstGeom>
          <a:solidFill>
            <a:schemeClr val="bg1"/>
          </a:solidFill>
          <a:ln w="12700" cap="flat" cmpd="sng" algn="ctr">
            <a:solidFill>
              <a:schemeClr val="tx1"/>
            </a:solidFill>
            <a:prstDash val="solid"/>
            <a:miter lim="800000"/>
          </a:ln>
          <a:effectLst/>
        </p:spPr>
        <p:txBody>
          <a:bodyPr wrap="square" rtlCol="0">
            <a:spAutoFit/>
          </a:bodyPr>
          <a:lstStyle>
            <a:defPPr>
              <a:defRPr lang="en-US"/>
            </a:defPPr>
            <a:lvl1pPr marL="0" marR="0" lvl="0" indent="0" algn="ctr" defTabSz="914400" eaLnBrk="1" fontAlgn="auto" latinLnBrk="0" hangingPunct="1">
              <a:lnSpc>
                <a:spcPct val="100000"/>
              </a:lnSpc>
              <a:spcBef>
                <a:spcPts val="0"/>
              </a:spcBef>
              <a:spcAft>
                <a:spcPts val="0"/>
              </a:spcAft>
              <a:buClrTx/>
              <a:buSzTx/>
              <a:buFontTx/>
              <a:buNone/>
              <a:tabLst/>
              <a:defRPr kumimoji="0" sz="1200" b="0" i="0" u="none" strike="noStrike" kern="0" cap="none" spc="0" normalizeH="0" baseline="0">
                <a:ln>
                  <a:noFill/>
                </a:ln>
                <a:effectLst/>
                <a:uLnTx/>
                <a:uFillTx/>
                <a:latin typeface="Calibri" panose="020F0502020204030204"/>
                <a:ea typeface="ＭＳ Ｐゴシック" panose="020B0600070205080204" pitchFamily="34" charset="-128"/>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rPr>
              <a:t>RM Tools &amp; Challenges</a:t>
            </a:r>
          </a:p>
        </p:txBody>
      </p:sp>
      <p:sp>
        <p:nvSpPr>
          <p:cNvPr id="15" name="TextBox 14">
            <a:extLst>
              <a:ext uri="{FF2B5EF4-FFF2-40B4-BE49-F238E27FC236}">
                <a16:creationId xmlns:a16="http://schemas.microsoft.com/office/drawing/2014/main" id="{F48AF929-DEC8-B045-BD5C-00378213E2AE}"/>
              </a:ext>
            </a:extLst>
          </p:cNvPr>
          <p:cNvSpPr txBox="1"/>
          <p:nvPr/>
        </p:nvSpPr>
        <p:spPr>
          <a:xfrm>
            <a:off x="2657853" y="170432"/>
            <a:ext cx="1024999" cy="461665"/>
          </a:xfrm>
          <a:prstGeom prst="rect">
            <a:avLst/>
          </a:prstGeom>
          <a:solidFill>
            <a:schemeClr val="bg1"/>
          </a:solidFill>
          <a:ln w="12700" cap="flat" cmpd="sng" algn="ctr">
            <a:solidFill>
              <a:schemeClr val="tx1"/>
            </a:solidFill>
            <a:prstDash val="solid"/>
            <a:miter lim="800000"/>
          </a:ln>
          <a:effectLst/>
        </p:spPr>
        <p:txBody>
          <a:bodyPr wrap="square" rtlCol="0">
            <a:spAutoFit/>
          </a:bodyPr>
          <a:lstStyle>
            <a:defPPr>
              <a:defRPr lang="en-US"/>
            </a:defPPr>
            <a:lvl1pPr marL="0" marR="0" lvl="0" indent="0" algn="ctr" defTabSz="914400" eaLnBrk="1" fontAlgn="auto" latinLnBrk="0" hangingPunct="1">
              <a:lnSpc>
                <a:spcPct val="100000"/>
              </a:lnSpc>
              <a:spcBef>
                <a:spcPts val="0"/>
              </a:spcBef>
              <a:spcAft>
                <a:spcPts val="0"/>
              </a:spcAft>
              <a:buClrTx/>
              <a:buSzTx/>
              <a:buFontTx/>
              <a:buNone/>
              <a:tabLst/>
              <a:defRPr kumimoji="0" sz="1200" b="0" i="0" u="none" strike="noStrike" kern="0" cap="none" spc="0" normalizeH="0" baseline="0">
                <a:ln>
                  <a:noFill/>
                </a:ln>
                <a:effectLst/>
                <a:uLnTx/>
                <a:uFillTx/>
                <a:latin typeface="Calibri" panose="020F0502020204030204"/>
                <a:ea typeface="ＭＳ Ｐゴシック" panose="020B0600070205080204" pitchFamily="34" charset="-128"/>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rPr>
              <a:t>Leadership in RM</a:t>
            </a:r>
          </a:p>
        </p:txBody>
      </p:sp>
      <p:cxnSp>
        <p:nvCxnSpPr>
          <p:cNvPr id="16" name="Straight Arrow Connector 15">
            <a:extLst>
              <a:ext uri="{FF2B5EF4-FFF2-40B4-BE49-F238E27FC236}">
                <a16:creationId xmlns:a16="http://schemas.microsoft.com/office/drawing/2014/main" id="{194E84B9-8682-8C4B-A72E-1FFEAF78256B}"/>
              </a:ext>
            </a:extLst>
          </p:cNvPr>
          <p:cNvCxnSpPr>
            <a:cxnSpLocks/>
            <a:stCxn id="9" idx="3"/>
            <a:endCxn id="10" idx="1"/>
          </p:cNvCxnSpPr>
          <p:nvPr/>
        </p:nvCxnSpPr>
        <p:spPr>
          <a:xfrm flipV="1">
            <a:off x="1329217" y="400741"/>
            <a:ext cx="151818" cy="6107"/>
          </a:xfrm>
          <a:prstGeom prst="straightConnector1">
            <a:avLst/>
          </a:prstGeom>
          <a:noFill/>
          <a:ln w="6350" cap="flat" cmpd="sng" algn="ctr">
            <a:solidFill>
              <a:schemeClr val="tx1"/>
            </a:solidFill>
            <a:prstDash val="solid"/>
            <a:miter lim="800000"/>
            <a:tailEnd type="triangle"/>
          </a:ln>
          <a:effectLst/>
        </p:spPr>
      </p:cxnSp>
      <p:cxnSp>
        <p:nvCxnSpPr>
          <p:cNvPr id="17" name="Straight Arrow Connector 16">
            <a:extLst>
              <a:ext uri="{FF2B5EF4-FFF2-40B4-BE49-F238E27FC236}">
                <a16:creationId xmlns:a16="http://schemas.microsoft.com/office/drawing/2014/main" id="{BCED6320-D6B4-374B-AE59-18735BF60E66}"/>
              </a:ext>
            </a:extLst>
          </p:cNvPr>
          <p:cNvCxnSpPr>
            <a:stCxn id="10" idx="3"/>
            <a:endCxn id="15" idx="1"/>
          </p:cNvCxnSpPr>
          <p:nvPr/>
        </p:nvCxnSpPr>
        <p:spPr>
          <a:xfrm>
            <a:off x="2506036" y="400739"/>
            <a:ext cx="151817" cy="524"/>
          </a:xfrm>
          <a:prstGeom prst="straightConnector1">
            <a:avLst/>
          </a:prstGeom>
          <a:noFill/>
          <a:ln w="6350" cap="flat" cmpd="sng" algn="ctr">
            <a:solidFill>
              <a:schemeClr val="tx1"/>
            </a:solidFill>
            <a:prstDash val="solid"/>
            <a:miter lim="800000"/>
            <a:tailEnd type="triangle"/>
          </a:ln>
          <a:effectLst/>
        </p:spPr>
      </p:cxnSp>
      <p:cxnSp>
        <p:nvCxnSpPr>
          <p:cNvPr id="18" name="Straight Arrow Connector 17">
            <a:extLst>
              <a:ext uri="{FF2B5EF4-FFF2-40B4-BE49-F238E27FC236}">
                <a16:creationId xmlns:a16="http://schemas.microsoft.com/office/drawing/2014/main" id="{BA27112B-E9F0-2348-9B20-FB76B2277E3D}"/>
              </a:ext>
            </a:extLst>
          </p:cNvPr>
          <p:cNvCxnSpPr>
            <a:stCxn id="15" idx="3"/>
            <a:endCxn id="13" idx="1"/>
          </p:cNvCxnSpPr>
          <p:nvPr/>
        </p:nvCxnSpPr>
        <p:spPr>
          <a:xfrm flipV="1">
            <a:off x="3682853" y="400739"/>
            <a:ext cx="151817" cy="524"/>
          </a:xfrm>
          <a:prstGeom prst="straightConnector1">
            <a:avLst/>
          </a:prstGeom>
          <a:noFill/>
          <a:ln w="6350" cap="flat" cmpd="sng" algn="ctr">
            <a:solidFill>
              <a:schemeClr val="tx1"/>
            </a:solidFill>
            <a:prstDash val="solid"/>
            <a:miter lim="800000"/>
            <a:tailEnd type="triangle"/>
          </a:ln>
          <a:effectLst/>
        </p:spPr>
      </p:cxnSp>
      <p:cxnSp>
        <p:nvCxnSpPr>
          <p:cNvPr id="19" name="Straight Arrow Connector 18">
            <a:extLst>
              <a:ext uri="{FF2B5EF4-FFF2-40B4-BE49-F238E27FC236}">
                <a16:creationId xmlns:a16="http://schemas.microsoft.com/office/drawing/2014/main" id="{D6FCC88D-6DFA-474E-80EC-662B2D4B909B}"/>
              </a:ext>
            </a:extLst>
          </p:cNvPr>
          <p:cNvCxnSpPr>
            <a:stCxn id="13" idx="3"/>
            <a:endCxn id="14" idx="1"/>
          </p:cNvCxnSpPr>
          <p:nvPr/>
        </p:nvCxnSpPr>
        <p:spPr>
          <a:xfrm>
            <a:off x="4859669" y="400741"/>
            <a:ext cx="151817" cy="0"/>
          </a:xfrm>
          <a:prstGeom prst="straightConnector1">
            <a:avLst/>
          </a:prstGeom>
          <a:noFill/>
          <a:ln w="6350" cap="flat" cmpd="sng" algn="ctr">
            <a:solidFill>
              <a:schemeClr val="tx1"/>
            </a:solidFill>
            <a:prstDash val="solid"/>
            <a:miter lim="800000"/>
            <a:tailEnd type="triangle"/>
          </a:ln>
          <a:effectLst/>
        </p:spPr>
      </p:cxnSp>
      <p:cxnSp>
        <p:nvCxnSpPr>
          <p:cNvPr id="20" name="Straight Arrow Connector 19">
            <a:extLst>
              <a:ext uri="{FF2B5EF4-FFF2-40B4-BE49-F238E27FC236}">
                <a16:creationId xmlns:a16="http://schemas.microsoft.com/office/drawing/2014/main" id="{5CA7384E-C04D-ED41-9740-B0199EA1890A}"/>
              </a:ext>
            </a:extLst>
          </p:cNvPr>
          <p:cNvCxnSpPr>
            <a:cxnSpLocks/>
            <a:stCxn id="14" idx="3"/>
          </p:cNvCxnSpPr>
          <p:nvPr/>
        </p:nvCxnSpPr>
        <p:spPr>
          <a:xfrm flipV="1">
            <a:off x="6036485" y="400740"/>
            <a:ext cx="151816" cy="1"/>
          </a:xfrm>
          <a:prstGeom prst="straightConnector1">
            <a:avLst/>
          </a:prstGeom>
          <a:noFill/>
          <a:ln w="6350" cap="flat" cmpd="sng" algn="ctr">
            <a:solidFill>
              <a:schemeClr val="tx1"/>
            </a:solidFill>
            <a:prstDash val="solid"/>
            <a:miter lim="800000"/>
            <a:tailEnd type="triangle"/>
          </a:ln>
          <a:effectLst/>
        </p:spPr>
      </p:cxnSp>
      <p:cxnSp>
        <p:nvCxnSpPr>
          <p:cNvPr id="21" name="Straight Arrow Connector 20">
            <a:extLst>
              <a:ext uri="{FF2B5EF4-FFF2-40B4-BE49-F238E27FC236}">
                <a16:creationId xmlns:a16="http://schemas.microsoft.com/office/drawing/2014/main" id="{F37C1AD4-35C5-B84F-A011-FC352A9DC134}"/>
              </a:ext>
            </a:extLst>
          </p:cNvPr>
          <p:cNvCxnSpPr>
            <a:cxnSpLocks/>
            <a:endCxn id="12" idx="1"/>
          </p:cNvCxnSpPr>
          <p:nvPr/>
        </p:nvCxnSpPr>
        <p:spPr>
          <a:xfrm flipV="1">
            <a:off x="6899402" y="400741"/>
            <a:ext cx="151817" cy="1"/>
          </a:xfrm>
          <a:prstGeom prst="straightConnector1">
            <a:avLst/>
          </a:prstGeom>
          <a:noFill/>
          <a:ln w="6350" cap="flat" cmpd="sng" algn="ctr">
            <a:solidFill>
              <a:schemeClr val="tx1"/>
            </a:solidFill>
            <a:prstDash val="solid"/>
            <a:miter lim="800000"/>
            <a:tailEnd type="triangle"/>
          </a:ln>
          <a:effectLst/>
        </p:spPr>
      </p:cxnSp>
      <p:cxnSp>
        <p:nvCxnSpPr>
          <p:cNvPr id="22" name="Straight Arrow Connector 21">
            <a:extLst>
              <a:ext uri="{FF2B5EF4-FFF2-40B4-BE49-F238E27FC236}">
                <a16:creationId xmlns:a16="http://schemas.microsoft.com/office/drawing/2014/main" id="{A40B8989-9D9A-DE41-B118-0BB225CC7043}"/>
              </a:ext>
            </a:extLst>
          </p:cNvPr>
          <p:cNvCxnSpPr>
            <a:stCxn id="12" idx="3"/>
            <a:endCxn id="11" idx="1"/>
          </p:cNvCxnSpPr>
          <p:nvPr/>
        </p:nvCxnSpPr>
        <p:spPr>
          <a:xfrm>
            <a:off x="7722315" y="400739"/>
            <a:ext cx="151817" cy="0"/>
          </a:xfrm>
          <a:prstGeom prst="straightConnector1">
            <a:avLst/>
          </a:prstGeom>
          <a:noFill/>
          <a:ln w="6350" cap="flat" cmpd="sng" algn="ctr">
            <a:solidFill>
              <a:schemeClr val="tx1"/>
            </a:solidFill>
            <a:prstDash val="solid"/>
            <a:miter lim="800000"/>
            <a:tailEnd type="triangle"/>
          </a:ln>
          <a:effectLst/>
        </p:spPr>
      </p:cxnSp>
      <p:sp>
        <p:nvSpPr>
          <p:cNvPr id="23" name="TextBox 22">
            <a:extLst>
              <a:ext uri="{FF2B5EF4-FFF2-40B4-BE49-F238E27FC236}">
                <a16:creationId xmlns:a16="http://schemas.microsoft.com/office/drawing/2014/main" id="{E97011C2-9A0B-664B-83CB-DE2410B86B87}"/>
              </a:ext>
            </a:extLst>
          </p:cNvPr>
          <p:cNvSpPr txBox="1"/>
          <p:nvPr/>
        </p:nvSpPr>
        <p:spPr>
          <a:xfrm>
            <a:off x="6188301" y="169907"/>
            <a:ext cx="692362" cy="461665"/>
          </a:xfrm>
          <a:prstGeom prst="rect">
            <a:avLst/>
          </a:prstGeom>
          <a:solidFill>
            <a:schemeClr val="bg1"/>
          </a:solidFill>
          <a:ln w="12700" cap="flat" cmpd="sng" algn="ctr">
            <a:solidFill>
              <a:schemeClr val="tx1"/>
            </a:solidFill>
            <a:prstDash val="solid"/>
            <a:miter lim="800000"/>
          </a:ln>
          <a:effectLst/>
        </p:spPr>
        <p:txBody>
          <a:bodyPr wrap="square" rtlCol="0">
            <a:spAutoFit/>
          </a:bodyPr>
          <a:lstStyle>
            <a:defPPr>
              <a:defRPr lang="en-US"/>
            </a:defPPr>
            <a:lvl1pPr marL="0" marR="0" lvl="0" indent="0" algn="ctr" defTabSz="914400" eaLnBrk="1" fontAlgn="auto" latinLnBrk="0" hangingPunct="1">
              <a:lnSpc>
                <a:spcPct val="100000"/>
              </a:lnSpc>
              <a:spcBef>
                <a:spcPts val="0"/>
              </a:spcBef>
              <a:spcAft>
                <a:spcPts val="0"/>
              </a:spcAft>
              <a:buClrTx/>
              <a:buSzTx/>
              <a:buFontTx/>
              <a:buNone/>
              <a:tabLst/>
              <a:defRPr kumimoji="0" sz="1200" b="0" i="0" u="none" strike="noStrike" kern="0" cap="none" spc="0" normalizeH="0" baseline="0">
                <a:ln>
                  <a:noFill/>
                </a:ln>
                <a:effectLst/>
                <a:uLnTx/>
                <a:uFillTx/>
                <a:latin typeface="Calibri" panose="020F0502020204030204"/>
                <a:ea typeface="ＭＳ Ｐゴシック" panose="020B0600070205080204" pitchFamily="34" charset="-128"/>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rPr>
              <a:t>RM in Industry</a:t>
            </a:r>
          </a:p>
        </p:txBody>
      </p:sp>
      <p:pic>
        <p:nvPicPr>
          <p:cNvPr id="24" name="Picture 2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91182" y="4405529"/>
            <a:ext cx="1766671" cy="1766671"/>
          </a:xfrm>
          <a:prstGeom prst="rect">
            <a:avLst/>
          </a:prstGeom>
        </p:spPr>
      </p:pic>
      <p:pic>
        <p:nvPicPr>
          <p:cNvPr id="25" name="Picture 24" descr="Introduction to Sociology - 2013 - The Collaboratory"/>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96500" y="4405342"/>
            <a:ext cx="2590300" cy="1766857"/>
          </a:xfrm>
          <a:prstGeom prst="rect">
            <a:avLst/>
          </a:prstGeom>
        </p:spPr>
      </p:pic>
    </p:spTree>
    <p:extLst>
      <p:ext uri="{BB962C8B-B14F-4D97-AF65-F5344CB8AC3E}">
        <p14:creationId xmlns:p14="http://schemas.microsoft.com/office/powerpoint/2010/main" val="1712682405"/>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3"/>
          <p:cNvSpPr>
            <a:spLocks noChangeArrowheads="1"/>
          </p:cNvSpPr>
          <p:nvPr/>
        </p:nvSpPr>
        <p:spPr bwMode="auto">
          <a:xfrm>
            <a:off x="180000" y="828000"/>
            <a:ext cx="8640000" cy="5328000"/>
          </a:xfrm>
          <a:prstGeom prst="rect">
            <a:avLst/>
          </a:prstGeom>
          <a:noFill/>
          <a:ln w="9525">
            <a:noFill/>
            <a:miter lim="800000"/>
            <a:headEnd/>
            <a:tailEnd/>
          </a:ln>
        </p:spPr>
        <p:txBody>
          <a:bodyPr/>
          <a:lstStyle>
            <a:lvl1pPr marL="609600" indent="-609600">
              <a:lnSpc>
                <a:spcPct val="120000"/>
              </a:lnSpc>
              <a:spcBef>
                <a:spcPts val="1000"/>
              </a:spcBef>
              <a:buClr>
                <a:schemeClr val="tx1"/>
              </a:buClr>
              <a:buFont typeface="Arial" panose="020B0604020202020204" pitchFamily="34" charset="0"/>
              <a:buChar char="•"/>
              <a:defRPr sz="2000">
                <a:solidFill>
                  <a:schemeClr val="tx1"/>
                </a:solidFill>
                <a:latin typeface="Tw Cen MT" panose="020B0602020104020603" pitchFamily="34" charset="0"/>
              </a:defRPr>
            </a:lvl1pPr>
            <a:lvl2pPr marL="742950" indent="-285750">
              <a:lnSpc>
                <a:spcPct val="120000"/>
              </a:lnSpc>
              <a:spcBef>
                <a:spcPts val="500"/>
              </a:spcBef>
              <a:buClr>
                <a:schemeClr val="tx1"/>
              </a:buClr>
              <a:buFont typeface="Arial" panose="020B0604020202020204" pitchFamily="34" charset="0"/>
              <a:buChar char="•"/>
              <a:defRPr>
                <a:solidFill>
                  <a:schemeClr val="tx1"/>
                </a:solidFill>
                <a:latin typeface="Tw Cen MT" panose="020B0602020104020603" pitchFamily="34" charset="0"/>
              </a:defRPr>
            </a:lvl2pPr>
            <a:lvl3pPr marL="1143000" indent="-228600">
              <a:lnSpc>
                <a:spcPct val="120000"/>
              </a:lnSpc>
              <a:spcBef>
                <a:spcPts val="500"/>
              </a:spcBef>
              <a:buClr>
                <a:schemeClr val="tx1"/>
              </a:buClr>
              <a:buFont typeface="Arial" panose="020B0604020202020204" pitchFamily="34" charset="0"/>
              <a:buChar char="•"/>
              <a:defRPr sz="1600">
                <a:solidFill>
                  <a:schemeClr val="tx1"/>
                </a:solidFill>
                <a:latin typeface="Tw Cen MT" panose="020B0602020104020603" pitchFamily="34" charset="0"/>
              </a:defRPr>
            </a:lvl3pPr>
            <a:lvl4pPr marL="16002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4pPr>
            <a:lvl5pPr marL="20574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5pPr>
            <a:lvl6pPr marL="25146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6pPr>
            <a:lvl7pPr marL="29718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7pPr>
            <a:lvl8pPr marL="34290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8pPr>
            <a:lvl9pPr marL="38862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9pPr>
          </a:lstStyle>
          <a:p>
            <a:pPr marL="0" lvl="0" indent="0" eaLnBrk="0" hangingPunct="0">
              <a:lnSpc>
                <a:spcPct val="90000"/>
              </a:lnSpc>
              <a:spcBef>
                <a:spcPts val="0"/>
              </a:spcBef>
              <a:buClrTx/>
              <a:buSzPct val="100000"/>
              <a:buNone/>
            </a:pPr>
            <a:r>
              <a:rPr lang="en-US" altLang="en-US"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rPr>
              <a:t>At the end of this topic, you will be able to:</a:t>
            </a:r>
          </a:p>
          <a:p>
            <a:pPr marL="0" lvl="0" indent="0" eaLnBrk="0" hangingPunct="0">
              <a:lnSpc>
                <a:spcPct val="90000"/>
              </a:lnSpc>
              <a:spcBef>
                <a:spcPts val="0"/>
              </a:spcBef>
              <a:buClrTx/>
              <a:buSzPct val="100000"/>
              <a:buNone/>
            </a:pPr>
            <a:endParaRPr lang="en-US" altLang="en-US"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endParaRPr>
          </a:p>
          <a:p>
            <a:pPr marL="360000" lvl="0" indent="-360000" eaLnBrk="0" hangingPunct="0">
              <a:lnSpc>
                <a:spcPct val="90000"/>
              </a:lnSpc>
              <a:spcBef>
                <a:spcPts val="0"/>
              </a:spcBef>
              <a:buClrTx/>
              <a:buSzPct val="100000"/>
              <a:buFont typeface="Wingdings" panose="05000000000000000000" pitchFamily="2" charset="2"/>
              <a:buChar char="Ø"/>
            </a:pPr>
            <a:r>
              <a:rPr lang="en-US" altLang="en-US"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rPr>
              <a:t>Explain how this course </a:t>
            </a:r>
            <a:r>
              <a:rPr lang="en-US"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is </a:t>
            </a:r>
            <a:r>
              <a:rPr lang="en-US" altLang="en-US"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rPr>
              <a:t>different from a typical engineering course.</a:t>
            </a:r>
          </a:p>
          <a:p>
            <a:pPr marL="360000" lvl="0" indent="-360000" eaLnBrk="0" hangingPunct="0">
              <a:lnSpc>
                <a:spcPct val="90000"/>
              </a:lnSpc>
              <a:spcBef>
                <a:spcPts val="0"/>
              </a:spcBef>
              <a:buClrTx/>
              <a:buSzPct val="100000"/>
              <a:buFont typeface="Wingdings" panose="05000000000000000000" pitchFamily="2" charset="2"/>
              <a:buChar char="Ø"/>
            </a:pPr>
            <a:endParaRPr lang="en-US" altLang="en-US"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endParaRPr>
          </a:p>
          <a:p>
            <a:pPr marL="360000" lvl="0" indent="-360000" eaLnBrk="0" hangingPunct="0">
              <a:lnSpc>
                <a:spcPct val="90000"/>
              </a:lnSpc>
              <a:spcBef>
                <a:spcPts val="0"/>
              </a:spcBef>
              <a:buClrTx/>
              <a:buSzPct val="100000"/>
              <a:buFont typeface="Wingdings" panose="05000000000000000000" pitchFamily="2" charset="2"/>
              <a:buChar char="Ø"/>
            </a:pPr>
            <a:r>
              <a:rPr lang="en-US" altLang="en-US"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rPr>
              <a:t>Explain </a:t>
            </a:r>
            <a:r>
              <a:rPr lang="en-US"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the key points in the </a:t>
            </a:r>
            <a:r>
              <a:rPr lang="en-US" altLang="en-US"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Course Syllabus</a:t>
            </a:r>
            <a:r>
              <a:rPr lang="en-US"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 </a:t>
            </a:r>
            <a:endParaRPr lang="en-US" altLang="en-US"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endParaRPr>
          </a:p>
          <a:p>
            <a:pPr marL="720000" lvl="0" indent="-360000" eaLnBrk="0" hangingPunct="0">
              <a:lnSpc>
                <a:spcPct val="90000"/>
              </a:lnSpc>
              <a:spcBef>
                <a:spcPts val="0"/>
              </a:spcBef>
              <a:buClrTx/>
              <a:buSzPct val="100000"/>
              <a:buFont typeface="Wingdings" panose="05000000000000000000" pitchFamily="2" charset="2"/>
              <a:buChar char="Ø"/>
            </a:pPr>
            <a:r>
              <a:rPr lang="en-US" altLang="en-US" sz="1800"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rPr>
              <a:t>Marking Scheme and Deductions</a:t>
            </a:r>
          </a:p>
          <a:p>
            <a:pPr marL="720000" lvl="0" indent="-360000" eaLnBrk="0" hangingPunct="0">
              <a:lnSpc>
                <a:spcPct val="90000"/>
              </a:lnSpc>
              <a:spcBef>
                <a:spcPts val="0"/>
              </a:spcBef>
              <a:buClrTx/>
              <a:buSzPct val="100000"/>
              <a:buFont typeface="Wingdings" panose="05000000000000000000" pitchFamily="2" charset="2"/>
              <a:buChar char="Ø"/>
            </a:pPr>
            <a:r>
              <a:rPr lang="en-US" altLang="en-US" sz="1800"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rPr>
              <a:t>Final Letter Grade</a:t>
            </a:r>
          </a:p>
          <a:p>
            <a:pPr marL="720000" lvl="0" indent="-360000" eaLnBrk="0" hangingPunct="0">
              <a:lnSpc>
                <a:spcPct val="90000"/>
              </a:lnSpc>
              <a:spcBef>
                <a:spcPts val="0"/>
              </a:spcBef>
              <a:buClrTx/>
              <a:buSzPct val="100000"/>
              <a:buFont typeface="Wingdings" panose="05000000000000000000" pitchFamily="2" charset="2"/>
              <a:buChar char="Ø"/>
            </a:pPr>
            <a:r>
              <a:rPr lang="en-US" altLang="en-US" sz="1800"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rPr>
              <a:t>Course Level Learning Outcomes</a:t>
            </a:r>
          </a:p>
          <a:p>
            <a:pPr marL="360000" lvl="0" indent="-360000" eaLnBrk="0" hangingPunct="0">
              <a:lnSpc>
                <a:spcPct val="90000"/>
              </a:lnSpc>
              <a:spcBef>
                <a:spcPts val="0"/>
              </a:spcBef>
              <a:buClrTx/>
              <a:buSzPct val="100000"/>
              <a:buFont typeface="Wingdings" panose="05000000000000000000" pitchFamily="2" charset="2"/>
              <a:buChar char="Ø"/>
            </a:pPr>
            <a:endParaRPr lang="en-US" altLang="en-US"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endParaRPr>
          </a:p>
          <a:p>
            <a:pPr marL="360000" lvl="0" indent="-360000" eaLnBrk="0" hangingPunct="0">
              <a:lnSpc>
                <a:spcPct val="90000"/>
              </a:lnSpc>
              <a:spcBef>
                <a:spcPts val="0"/>
              </a:spcBef>
              <a:buClrTx/>
              <a:buSzPct val="100000"/>
              <a:buFont typeface="Wingdings" panose="05000000000000000000" pitchFamily="2" charset="2"/>
              <a:buChar char="Ø"/>
            </a:pPr>
            <a:r>
              <a:rPr lang="en-US" altLang="en-US"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rPr>
              <a:t>Navigate </a:t>
            </a:r>
            <a:r>
              <a:rPr lang="en-US"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on </a:t>
            </a:r>
            <a:r>
              <a:rPr lang="en-US" altLang="en-US"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eClass</a:t>
            </a:r>
            <a:r>
              <a:rPr lang="en-US"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 for this course</a:t>
            </a:r>
          </a:p>
          <a:p>
            <a:pPr marL="360000" lvl="0" indent="-360000" eaLnBrk="0" hangingPunct="0">
              <a:lnSpc>
                <a:spcPct val="90000"/>
              </a:lnSpc>
              <a:spcBef>
                <a:spcPts val="0"/>
              </a:spcBef>
              <a:buClrTx/>
              <a:buSzPct val="100000"/>
              <a:buFont typeface="Wingdings" panose="05000000000000000000" pitchFamily="2" charset="2"/>
              <a:buChar char="Ø"/>
            </a:pPr>
            <a:endParaRPr lang="en-US" altLang="en-US"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endParaRPr>
          </a:p>
          <a:p>
            <a:pPr marL="360000" lvl="0" indent="-360000" eaLnBrk="0" hangingPunct="0">
              <a:lnSpc>
                <a:spcPct val="90000"/>
              </a:lnSpc>
              <a:spcBef>
                <a:spcPts val="0"/>
              </a:spcBef>
              <a:buClrTx/>
              <a:buSzPct val="100000"/>
              <a:buFont typeface="Wingdings" panose="05000000000000000000" pitchFamily="2" charset="2"/>
              <a:buChar char="Ø"/>
            </a:pPr>
            <a:r>
              <a:rPr lang="en-US" altLang="en-US"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rPr>
              <a:t>Access and explain the </a:t>
            </a:r>
            <a:r>
              <a:rPr lang="en-US" altLang="en-US"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Course Plan</a:t>
            </a:r>
            <a:r>
              <a:rPr lang="en-US"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 and the deadlines. </a:t>
            </a:r>
          </a:p>
          <a:p>
            <a:pPr marL="360000" lvl="0" indent="-360000" eaLnBrk="0" hangingPunct="0">
              <a:lnSpc>
                <a:spcPct val="90000"/>
              </a:lnSpc>
              <a:spcBef>
                <a:spcPts val="0"/>
              </a:spcBef>
              <a:buClrTx/>
              <a:buSzPct val="100000"/>
              <a:buFont typeface="Wingdings" panose="05000000000000000000" pitchFamily="2" charset="2"/>
              <a:buChar char="Ø"/>
            </a:pPr>
            <a:endParaRPr lang="en-US" altLang="en-US"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endParaRPr>
          </a:p>
          <a:p>
            <a:pPr marL="360000" lvl="0" indent="-360000" eaLnBrk="0" hangingPunct="0">
              <a:lnSpc>
                <a:spcPct val="90000"/>
              </a:lnSpc>
              <a:spcBef>
                <a:spcPts val="0"/>
              </a:spcBef>
              <a:buClrTx/>
              <a:buSzPct val="100000"/>
              <a:buFont typeface="Wingdings" panose="05000000000000000000" pitchFamily="2" charset="2"/>
              <a:buChar char="Ø"/>
            </a:pPr>
            <a:r>
              <a:rPr lang="en-US" altLang="en-US"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rPr>
              <a:t>Access </a:t>
            </a:r>
            <a:r>
              <a:rPr lang="en-US"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the </a:t>
            </a:r>
            <a:r>
              <a:rPr lang="en-US" altLang="en-US"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rPr>
              <a:t>ENGG404 Student </a:t>
            </a:r>
            <a:r>
              <a:rPr lang="en-US" altLang="en-US"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Resources</a:t>
            </a:r>
            <a:r>
              <a:rPr lang="en-US"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 </a:t>
            </a:r>
            <a:r>
              <a:rPr lang="en-US" altLang="en-US"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rPr>
              <a:t>shared drive</a:t>
            </a:r>
            <a:r>
              <a:rPr lang="en-US"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a:t>
            </a:r>
          </a:p>
          <a:p>
            <a:pPr marL="360000" lvl="0" indent="-360000" eaLnBrk="0" hangingPunct="0">
              <a:lnSpc>
                <a:spcPct val="90000"/>
              </a:lnSpc>
              <a:spcBef>
                <a:spcPts val="0"/>
              </a:spcBef>
              <a:buClrTx/>
              <a:buSzPct val="100000"/>
              <a:buFont typeface="Wingdings" panose="05000000000000000000" pitchFamily="2" charset="2"/>
              <a:buChar char="Ø"/>
            </a:pPr>
            <a:endParaRPr lang="en-US" altLang="en-US"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endParaRPr>
          </a:p>
          <a:p>
            <a:pPr marL="360000" lvl="0" indent="-360000" eaLnBrk="0" hangingPunct="0">
              <a:lnSpc>
                <a:spcPct val="90000"/>
              </a:lnSpc>
              <a:spcBef>
                <a:spcPts val="0"/>
              </a:spcBef>
              <a:buClrTx/>
              <a:buSzPct val="100000"/>
              <a:buFont typeface="Wingdings" panose="05000000000000000000" pitchFamily="2" charset="2"/>
              <a:buChar char="Ø"/>
            </a:pPr>
            <a:r>
              <a:rPr lang="en-US" altLang="en-US"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rPr>
              <a:t>Explain how PPT topics are presented. </a:t>
            </a:r>
          </a:p>
          <a:p>
            <a:pPr marL="360000" lvl="0" indent="-360000" eaLnBrk="0" hangingPunct="0">
              <a:lnSpc>
                <a:spcPct val="90000"/>
              </a:lnSpc>
              <a:spcBef>
                <a:spcPts val="0"/>
              </a:spcBef>
              <a:buClrTx/>
              <a:buSzPct val="100000"/>
              <a:buFont typeface="Wingdings" panose="05000000000000000000" pitchFamily="2" charset="2"/>
              <a:buChar char="Ø"/>
            </a:pPr>
            <a:endParaRPr lang="en-US" altLang="en-US"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endParaRPr>
          </a:p>
          <a:p>
            <a:pPr marL="360000" lvl="0" indent="-360000" eaLnBrk="0" hangingPunct="0">
              <a:lnSpc>
                <a:spcPct val="90000"/>
              </a:lnSpc>
              <a:spcBef>
                <a:spcPts val="0"/>
              </a:spcBef>
              <a:buClrTx/>
              <a:buSzPct val="100000"/>
              <a:buFont typeface="Wingdings" panose="05000000000000000000" pitchFamily="2" charset="2"/>
              <a:buChar char="Ø"/>
            </a:pPr>
            <a:r>
              <a:rPr lang="en-US" altLang="en-US"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rPr>
              <a:t>Practice </a:t>
            </a:r>
            <a:r>
              <a:rPr lang="en-US"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using </a:t>
            </a:r>
            <a:r>
              <a:rPr lang="en-US" altLang="en-US" dirty="0" err="1">
                <a:solidFill>
                  <a:srgbClr val="000000"/>
                </a:solidFill>
                <a:latin typeface="Arial" panose="020B0604020202020204" pitchFamily="34" charset="0"/>
                <a:ea typeface="ＭＳ Ｐゴシック" panose="020B0600070205080204" pitchFamily="34" charset="-128"/>
                <a:cs typeface="Arial" panose="020B0604020202020204" pitchFamily="34" charset="0"/>
              </a:rPr>
              <a:t>Mentimeter</a:t>
            </a:r>
            <a:r>
              <a:rPr lang="en-US"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a:t>
            </a:r>
          </a:p>
        </p:txBody>
      </p:sp>
      <p:sp>
        <p:nvSpPr>
          <p:cNvPr id="9" name="Rectangle 2"/>
          <p:cNvSpPr>
            <a:spLocks noChangeArrowheads="1"/>
          </p:cNvSpPr>
          <p:nvPr/>
        </p:nvSpPr>
        <p:spPr bwMode="auto">
          <a:xfrm>
            <a:off x="180000" y="216000"/>
            <a:ext cx="8640000" cy="504000"/>
          </a:xfrm>
          <a:prstGeom prst="rect">
            <a:avLst/>
          </a:prstGeom>
          <a:noFill/>
          <a:ln>
            <a:noFill/>
          </a:ln>
          <a:extLst/>
        </p:spPr>
        <p:txBody>
          <a:bodyPr anchor="ctr"/>
          <a:lstStyle>
            <a:lvl1pPr>
              <a:lnSpc>
                <a:spcPct val="120000"/>
              </a:lnSpc>
              <a:spcBef>
                <a:spcPts val="1000"/>
              </a:spcBef>
              <a:buClr>
                <a:schemeClr val="tx1"/>
              </a:buClr>
              <a:buFont typeface="Arial" panose="020B0604020202020204" pitchFamily="34" charset="0"/>
              <a:buChar char="•"/>
              <a:defRPr sz="2000">
                <a:solidFill>
                  <a:schemeClr val="tx1"/>
                </a:solidFill>
                <a:latin typeface="Tw Cen MT" panose="020B0602020104020603" pitchFamily="34" charset="0"/>
              </a:defRPr>
            </a:lvl1pPr>
            <a:lvl2pPr marL="742950" indent="-285750">
              <a:lnSpc>
                <a:spcPct val="120000"/>
              </a:lnSpc>
              <a:spcBef>
                <a:spcPts val="500"/>
              </a:spcBef>
              <a:buClr>
                <a:schemeClr val="tx1"/>
              </a:buClr>
              <a:buFont typeface="Arial" panose="020B0604020202020204" pitchFamily="34" charset="0"/>
              <a:buChar char="•"/>
              <a:defRPr>
                <a:solidFill>
                  <a:schemeClr val="tx1"/>
                </a:solidFill>
                <a:latin typeface="Tw Cen MT" panose="020B0602020104020603" pitchFamily="34" charset="0"/>
              </a:defRPr>
            </a:lvl2pPr>
            <a:lvl3pPr marL="1143000" indent="-228600">
              <a:lnSpc>
                <a:spcPct val="120000"/>
              </a:lnSpc>
              <a:spcBef>
                <a:spcPts val="500"/>
              </a:spcBef>
              <a:buClr>
                <a:schemeClr val="tx1"/>
              </a:buClr>
              <a:buFont typeface="Arial" panose="020B0604020202020204" pitchFamily="34" charset="0"/>
              <a:buChar char="•"/>
              <a:defRPr sz="1600">
                <a:solidFill>
                  <a:schemeClr val="tx1"/>
                </a:solidFill>
                <a:latin typeface="Tw Cen MT" panose="020B0602020104020603" pitchFamily="34" charset="0"/>
              </a:defRPr>
            </a:lvl3pPr>
            <a:lvl4pPr marL="16002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4pPr>
            <a:lvl5pPr marL="20574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5pPr>
            <a:lvl6pPr marL="25146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6pPr>
            <a:lvl7pPr marL="29718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7pPr>
            <a:lvl8pPr marL="34290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8pPr>
            <a:lvl9pPr marL="38862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9pPr>
          </a:lstStyle>
          <a:p>
            <a:pPr marL="0" marR="0" lvl="0" indent="0" algn="l" defTabSz="914400" rtl="0" eaLnBrk="1" fontAlgn="base" latinLnBrk="0" hangingPunct="1">
              <a:lnSpc>
                <a:spcPct val="100000"/>
              </a:lnSpc>
              <a:spcBef>
                <a:spcPct val="0"/>
              </a:spcBef>
              <a:spcAft>
                <a:spcPct val="0"/>
              </a:spcAft>
              <a:buClrTx/>
              <a:buSzTx/>
              <a:buFont typeface="Arial" panose="020B0604020202020204" pitchFamily="34" charset="0"/>
              <a:buNone/>
              <a:tabLst/>
              <a:defRPr/>
            </a:pPr>
            <a:r>
              <a:rPr kumimoji="0" lang="en-US" altLang="en-US" sz="2400" b="0" i="0" u="none" strike="noStrike" kern="1200" cap="none" spc="0" normalizeH="0" baseline="0" noProof="0" dirty="0">
                <a:ln>
                  <a:noFill/>
                </a:ln>
                <a:solidFill>
                  <a:srgbClr val="333399"/>
                </a:solidFill>
                <a:effectLst/>
                <a:uLnTx/>
                <a:uFillTx/>
                <a:latin typeface="Arial" panose="020B0604020202020204" pitchFamily="34" charset="0"/>
                <a:ea typeface="+mn-ea"/>
                <a:cs typeface="Arial" panose="020B0604020202020204" pitchFamily="34" charset="0"/>
              </a:rPr>
              <a:t>Learning Outcomes:</a:t>
            </a:r>
          </a:p>
        </p:txBody>
      </p:sp>
      <p:sp>
        <p:nvSpPr>
          <p:cNvPr id="12" name="Slide Number Placeholder 1"/>
          <p:cNvSpPr txBox="1">
            <a:spLocks noGrp="1"/>
          </p:cNvSpPr>
          <p:nvPr/>
        </p:nvSpPr>
        <p:spPr bwMode="auto">
          <a:xfrm>
            <a:off x="8280000" y="6300000"/>
            <a:ext cx="533400" cy="28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tx2"/>
              </a:buClr>
              <a:buSzPct val="65000"/>
              <a:buFont typeface="Wingdings" panose="05000000000000000000" pitchFamily="2" charset="2"/>
              <a:buChar char="v"/>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SzPct val="65000"/>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B9AAC074-F6B9-4EA4-AE59-9F9DB0D8944F}" type="slidenum">
              <a:rPr kumimoji="0" lang="en-US" altLang="en-US" sz="1200" b="1" i="1" u="none" strike="noStrike" kern="120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2</a:t>
            </a:fld>
            <a:endParaRPr kumimoji="0" lang="en-US" altLang="en-US" sz="1200" b="1" i="1" u="none" strike="noStrike" kern="120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sp>
        <p:nvSpPr>
          <p:cNvPr id="13" name="Google Shape;125;p2"/>
          <p:cNvSpPr/>
          <p:nvPr/>
        </p:nvSpPr>
        <p:spPr>
          <a:xfrm>
            <a:off x="2700000" y="6300000"/>
            <a:ext cx="5400000" cy="288000"/>
          </a:xfrm>
          <a:prstGeom prst="rect">
            <a:avLst/>
          </a:prstGeom>
          <a:no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Pts val="1600"/>
              <a:buFontTx/>
              <a:buNone/>
              <a:tabLst/>
              <a:defRPr/>
            </a:pPr>
            <a:r>
              <a:rPr kumimoji="0" lang="en-US" sz="1200" b="1" i="1" u="none" strike="noStrike" kern="0" cap="none" spc="0" normalizeH="0" baseline="0" noProof="0" dirty="0" smtClean="0">
                <a:ln>
                  <a:noFill/>
                </a:ln>
                <a:solidFill>
                  <a:srgbClr val="000000"/>
                </a:solidFill>
                <a:effectLst/>
                <a:uLnTx/>
                <a:uFillTx/>
                <a:latin typeface="Arial" charset="0"/>
                <a:ea typeface="Times New Roman"/>
                <a:cs typeface="Arial" panose="020B0604020202020204" pitchFamily="34" charset="0"/>
                <a:sym typeface="Times New Roman"/>
              </a:rPr>
              <a:t>ENGG404 Expectations, Course Syllabus, Course Plan, and Exam</a:t>
            </a:r>
            <a:endParaRPr kumimoji="0" lang="en-US" sz="1200" b="1" i="1" u="none" strike="noStrike" kern="0" cap="none" spc="0" normalizeH="0" baseline="0" noProof="0" dirty="0">
              <a:ln>
                <a:noFill/>
              </a:ln>
              <a:solidFill>
                <a:srgbClr val="000000"/>
              </a:solidFill>
              <a:effectLst/>
              <a:uLnTx/>
              <a:uFillTx/>
              <a:latin typeface="Arial" charset="0"/>
              <a:ea typeface="Times New Roman"/>
              <a:cs typeface="Arial" panose="020B0604020202020204" pitchFamily="34" charset="0"/>
              <a:sym typeface="Times New Roman"/>
            </a:endParaRPr>
          </a:p>
        </p:txBody>
      </p:sp>
    </p:spTree>
    <p:extLst>
      <p:ext uri="{BB962C8B-B14F-4D97-AF65-F5344CB8AC3E}">
        <p14:creationId xmlns:p14="http://schemas.microsoft.com/office/powerpoint/2010/main" val="1870841905"/>
      </p:ext>
    </p:extLst>
  </p:cSld>
  <p:clrMapOvr>
    <a:masterClrMapping/>
  </p:clrMapOvr>
  <p:transition>
    <p:fade/>
  </p:transition>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p:cNvGraphicFramePr/>
          <p:nvPr>
            <p:extLst>
              <p:ext uri="{D42A27DB-BD31-4B8C-83A1-F6EECF244321}">
                <p14:modId xmlns:p14="http://schemas.microsoft.com/office/powerpoint/2010/main" val="2784156653"/>
              </p:ext>
            </p:extLst>
          </p:nvPr>
        </p:nvGraphicFramePr>
        <p:xfrm>
          <a:off x="227013" y="762000"/>
          <a:ext cx="8612187" cy="54102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0" name="Rectangle 2"/>
          <p:cNvSpPr>
            <a:spLocks noChangeArrowheads="1"/>
          </p:cNvSpPr>
          <p:nvPr/>
        </p:nvSpPr>
        <p:spPr bwMode="auto">
          <a:xfrm>
            <a:off x="227013" y="227013"/>
            <a:ext cx="8688387" cy="5334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nchor="ctr"/>
          <a:lstStyle>
            <a:lvl1pPr>
              <a:spcBef>
                <a:spcPct val="20000"/>
              </a:spcBef>
              <a:buClr>
                <a:schemeClr val="tx2"/>
              </a:buClr>
              <a:buSzPct val="65000"/>
              <a:buFont typeface="Wingdings" panose="05000000000000000000" pitchFamily="2" charset="2"/>
              <a:buChar char="v"/>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SzPct val="65000"/>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9pPr>
          </a:lstStyle>
          <a:p>
            <a:pPr eaLnBrk="1" hangingPunct="1">
              <a:spcBef>
                <a:spcPct val="0"/>
              </a:spcBef>
              <a:buClrTx/>
              <a:buSzTx/>
              <a:buFontTx/>
              <a:buNone/>
            </a:pPr>
            <a:r>
              <a:rPr lang="en-US" altLang="en-US" b="0" dirty="0">
                <a:solidFill>
                  <a:schemeClr val="accent2"/>
                </a:solidFill>
                <a:latin typeface="Calibri" pitchFamily="34" charset="0"/>
                <a:ea typeface="+mj-ea"/>
                <a:cs typeface="+mj-cs"/>
              </a:rPr>
              <a:t>ENGG404 Course </a:t>
            </a:r>
            <a:r>
              <a:rPr lang="en-US" altLang="en-US" b="0" dirty="0" smtClean="0">
                <a:solidFill>
                  <a:schemeClr val="accent2"/>
                </a:solidFill>
                <a:latin typeface="Calibri" pitchFamily="34" charset="0"/>
                <a:ea typeface="+mj-ea"/>
                <a:cs typeface="+mj-cs"/>
              </a:rPr>
              <a:t>One-page Overview</a:t>
            </a:r>
            <a:endParaRPr lang="en-US" altLang="en-US" b="0" dirty="0">
              <a:solidFill>
                <a:schemeClr val="accent2"/>
              </a:solidFill>
              <a:latin typeface="Calibri" pitchFamily="34" charset="0"/>
              <a:ea typeface="+mj-ea"/>
              <a:cs typeface="+mj-cs"/>
            </a:endParaRPr>
          </a:p>
        </p:txBody>
      </p:sp>
      <p:sp>
        <p:nvSpPr>
          <p:cNvPr id="4" name="Google Shape;125;p2"/>
          <p:cNvSpPr/>
          <p:nvPr/>
        </p:nvSpPr>
        <p:spPr>
          <a:xfrm>
            <a:off x="2700000" y="6300000"/>
            <a:ext cx="5400000" cy="288000"/>
          </a:xfrm>
          <a:prstGeom prst="rect">
            <a:avLst/>
          </a:prstGeom>
          <a:no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Pts val="1600"/>
              <a:buFontTx/>
              <a:buNone/>
              <a:tabLst/>
              <a:defRPr/>
            </a:pPr>
            <a:r>
              <a:rPr kumimoji="0" lang="en-US" sz="1200" b="1" i="1" u="none" strike="noStrike" kern="0" cap="none" spc="0" normalizeH="0" baseline="0" noProof="0" dirty="0" smtClean="0">
                <a:ln>
                  <a:noFill/>
                </a:ln>
                <a:solidFill>
                  <a:srgbClr val="000000"/>
                </a:solidFill>
                <a:effectLst/>
                <a:uLnTx/>
                <a:uFillTx/>
                <a:latin typeface="Arial" charset="0"/>
                <a:ea typeface="Times New Roman"/>
                <a:cs typeface="Arial" panose="020B0604020202020204" pitchFamily="34" charset="0"/>
                <a:sym typeface="Times New Roman"/>
              </a:rPr>
              <a:t>ENGG404 Expectations, Course Syllabus, Course Plan, and Exam</a:t>
            </a:r>
            <a:endParaRPr kumimoji="0" lang="en-US" sz="1200" b="1" i="1" u="none" strike="noStrike" kern="0" cap="none" spc="0" normalizeH="0" baseline="0" noProof="0" dirty="0">
              <a:ln>
                <a:noFill/>
              </a:ln>
              <a:solidFill>
                <a:srgbClr val="000000"/>
              </a:solidFill>
              <a:effectLst/>
              <a:uLnTx/>
              <a:uFillTx/>
              <a:latin typeface="Arial" charset="0"/>
              <a:ea typeface="Times New Roman"/>
              <a:cs typeface="Arial" panose="020B0604020202020204" pitchFamily="34" charset="0"/>
              <a:sym typeface="Times New Roman"/>
            </a:endParaRPr>
          </a:p>
        </p:txBody>
      </p:sp>
    </p:spTree>
    <p:extLst>
      <p:ext uri="{BB962C8B-B14F-4D97-AF65-F5344CB8AC3E}">
        <p14:creationId xmlns:p14="http://schemas.microsoft.com/office/powerpoint/2010/main" val="127215524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3"/>
          <p:cNvSpPr>
            <a:spLocks noChangeArrowheads="1"/>
          </p:cNvSpPr>
          <p:nvPr/>
        </p:nvSpPr>
        <p:spPr bwMode="auto">
          <a:xfrm>
            <a:off x="180000" y="828000"/>
            <a:ext cx="8640000" cy="5328000"/>
          </a:xfrm>
          <a:prstGeom prst="rect">
            <a:avLst/>
          </a:prstGeom>
          <a:noFill/>
          <a:ln w="9525">
            <a:noFill/>
            <a:miter lim="800000"/>
            <a:headEnd/>
            <a:tailEnd/>
          </a:ln>
        </p:spPr>
        <p:txBody>
          <a:bodyPr/>
          <a:lstStyle>
            <a:lvl1pPr marL="609600" indent="-609600">
              <a:lnSpc>
                <a:spcPct val="120000"/>
              </a:lnSpc>
              <a:spcBef>
                <a:spcPts val="1000"/>
              </a:spcBef>
              <a:buClr>
                <a:schemeClr val="tx1"/>
              </a:buClr>
              <a:buFont typeface="Arial" panose="020B0604020202020204" pitchFamily="34" charset="0"/>
              <a:buChar char="•"/>
              <a:defRPr sz="2000">
                <a:solidFill>
                  <a:schemeClr val="tx1"/>
                </a:solidFill>
                <a:latin typeface="Tw Cen MT" panose="020B0602020104020603" pitchFamily="34" charset="0"/>
              </a:defRPr>
            </a:lvl1pPr>
            <a:lvl2pPr marL="742950" indent="-285750">
              <a:lnSpc>
                <a:spcPct val="120000"/>
              </a:lnSpc>
              <a:spcBef>
                <a:spcPts val="500"/>
              </a:spcBef>
              <a:buClr>
                <a:schemeClr val="tx1"/>
              </a:buClr>
              <a:buFont typeface="Arial" panose="020B0604020202020204" pitchFamily="34" charset="0"/>
              <a:buChar char="•"/>
              <a:defRPr>
                <a:solidFill>
                  <a:schemeClr val="tx1"/>
                </a:solidFill>
                <a:latin typeface="Tw Cen MT" panose="020B0602020104020603" pitchFamily="34" charset="0"/>
              </a:defRPr>
            </a:lvl2pPr>
            <a:lvl3pPr marL="1143000" indent="-228600">
              <a:lnSpc>
                <a:spcPct val="120000"/>
              </a:lnSpc>
              <a:spcBef>
                <a:spcPts val="500"/>
              </a:spcBef>
              <a:buClr>
                <a:schemeClr val="tx1"/>
              </a:buClr>
              <a:buFont typeface="Arial" panose="020B0604020202020204" pitchFamily="34" charset="0"/>
              <a:buChar char="•"/>
              <a:defRPr sz="1600">
                <a:solidFill>
                  <a:schemeClr val="tx1"/>
                </a:solidFill>
                <a:latin typeface="Tw Cen MT" panose="020B0602020104020603" pitchFamily="34" charset="0"/>
              </a:defRPr>
            </a:lvl3pPr>
            <a:lvl4pPr marL="16002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4pPr>
            <a:lvl5pPr marL="20574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5pPr>
            <a:lvl6pPr marL="25146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6pPr>
            <a:lvl7pPr marL="29718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7pPr>
            <a:lvl8pPr marL="34290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8pPr>
            <a:lvl9pPr marL="38862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9pPr>
          </a:lstStyle>
          <a:p>
            <a:pPr marL="0" marR="0" lvl="0" indent="0" algn="l" defTabSz="914400" rtl="0" eaLnBrk="0" fontAlgn="base" latinLnBrk="0" hangingPunct="0">
              <a:lnSpc>
                <a:spcPct val="90000"/>
              </a:lnSpc>
              <a:spcBef>
                <a:spcPts val="0"/>
              </a:spcBef>
              <a:spcAft>
                <a:spcPct val="0"/>
              </a:spcAft>
              <a:buClr>
                <a:srgbClr val="000000"/>
              </a:buClr>
              <a:buSzPct val="100000"/>
              <a:buFont typeface="Arial" panose="020B0604020202020204" pitchFamily="34" charset="0"/>
              <a:buNone/>
              <a:tabLst/>
              <a:defRPr/>
            </a:pPr>
            <a:r>
              <a:rPr kumimoji="0" lang="en-US" altLang="en-US" sz="1800" b="1" i="0" u="sng" strike="noStrike" kern="1200" cap="none" spc="0" normalizeH="0" baseline="0" noProof="0" dirty="0" smtClean="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sym typeface="Arial"/>
              </a:rPr>
              <a:t>Key Differences!</a:t>
            </a:r>
          </a:p>
          <a:p>
            <a:pPr marL="360000" marR="0" lvl="0" indent="-360000" algn="l" defTabSz="914400" rtl="0" eaLnBrk="0" fontAlgn="base" latinLnBrk="0" hangingPunct="0">
              <a:lnSpc>
                <a:spcPct val="90000"/>
              </a:lnSpc>
              <a:spcBef>
                <a:spcPts val="0"/>
              </a:spcBef>
              <a:spcAft>
                <a:spcPct val="0"/>
              </a:spcAft>
              <a:buClrTx/>
              <a:buSzPct val="100000"/>
              <a:buFont typeface="Wingdings" panose="05000000000000000000" pitchFamily="2" charset="2"/>
              <a:buChar char="Ø"/>
              <a:tabLst/>
              <a:defRPr/>
            </a:pPr>
            <a:r>
              <a:rPr kumimoji="0" lang="en-US" altLang="en-US" sz="1800" i="0" u="none" strike="noStrike" kern="1200" cap="none" spc="0" normalizeH="0" noProof="0" dirty="0" smtClean="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sym typeface="Arial"/>
              </a:rPr>
              <a:t>Case Study Methodology</a:t>
            </a:r>
          </a:p>
          <a:p>
            <a:pPr marL="540000" lvl="0" indent="-360000" eaLnBrk="0" hangingPunct="0">
              <a:lnSpc>
                <a:spcPct val="90000"/>
              </a:lnSpc>
              <a:spcBef>
                <a:spcPts val="0"/>
              </a:spcBef>
              <a:buClrTx/>
              <a:buSzPct val="100000"/>
              <a:buFont typeface="Wingdings" panose="05000000000000000000" pitchFamily="2" charset="2"/>
              <a:buChar char="Ø"/>
              <a:defRPr/>
            </a:pPr>
            <a:r>
              <a:rPr lang="en-US" altLang="en-US" sz="1800" b="0" dirty="0">
                <a:solidFill>
                  <a:srgbClr val="000000"/>
                </a:solidFill>
                <a:latin typeface="Arial" panose="020B0604020202020204" pitchFamily="34" charset="0"/>
                <a:ea typeface="ＭＳ Ｐゴシック" panose="020B0600070205080204" pitchFamily="34" charset="-128"/>
                <a:cs typeface="Arial" panose="020B0604020202020204" pitchFamily="34" charset="0"/>
                <a:sym typeface="Arial"/>
              </a:rPr>
              <a:t>No complex formula - any calculations are basic arithmetic.</a:t>
            </a:r>
          </a:p>
          <a:p>
            <a:pPr marL="540000" marR="0" lvl="0" indent="-360000" algn="l" defTabSz="914400" rtl="0" eaLnBrk="0" fontAlgn="base" latinLnBrk="0" hangingPunct="0">
              <a:lnSpc>
                <a:spcPct val="90000"/>
              </a:lnSpc>
              <a:spcBef>
                <a:spcPts val="0"/>
              </a:spcBef>
              <a:spcAft>
                <a:spcPct val="0"/>
              </a:spcAft>
              <a:buClrTx/>
              <a:buSzPct val="100000"/>
              <a:buFont typeface="Wingdings" panose="05000000000000000000" pitchFamily="2" charset="2"/>
              <a:buChar char="Ø"/>
              <a:tabLst/>
              <a:defRPr/>
            </a:pPr>
            <a:r>
              <a:rPr lang="en-US" altLang="en-US" sz="1800" b="0" baseline="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sym typeface="Arial"/>
              </a:rPr>
              <a:t>No absolute right or wrong answer.</a:t>
            </a:r>
          </a:p>
          <a:p>
            <a:pPr marL="540000" marR="0" lvl="0" indent="-360000" algn="l" defTabSz="914400" rtl="0" eaLnBrk="0" fontAlgn="base" latinLnBrk="0" hangingPunct="0">
              <a:lnSpc>
                <a:spcPct val="90000"/>
              </a:lnSpc>
              <a:spcBef>
                <a:spcPts val="0"/>
              </a:spcBef>
              <a:spcAft>
                <a:spcPct val="0"/>
              </a:spcAft>
              <a:buClrTx/>
              <a:buSzPct val="100000"/>
              <a:buFont typeface="Wingdings" panose="05000000000000000000" pitchFamily="2" charset="2"/>
              <a:buChar char="Ø"/>
              <a:tabLst/>
              <a:defRPr/>
            </a:pPr>
            <a:r>
              <a:rPr kumimoji="0" lang="en-US" altLang="en-US" sz="1800" b="0" i="0" u="none" strike="noStrike" kern="1200" cap="none" spc="0" normalizeH="0" noProof="0" dirty="0" smtClean="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sym typeface="Arial"/>
              </a:rPr>
              <a:t>Apply sound principles, practices, and rationale of engineering, and leadership in risk management to support your position</a:t>
            </a:r>
          </a:p>
          <a:p>
            <a:pPr marL="540000" marR="0" lvl="0" indent="-360000" algn="l" defTabSz="914400" rtl="0" eaLnBrk="0" fontAlgn="base" latinLnBrk="0" hangingPunct="0">
              <a:lnSpc>
                <a:spcPct val="90000"/>
              </a:lnSpc>
              <a:spcBef>
                <a:spcPts val="0"/>
              </a:spcBef>
              <a:spcAft>
                <a:spcPct val="0"/>
              </a:spcAft>
              <a:buClrTx/>
              <a:buSzPct val="100000"/>
              <a:buFont typeface="Wingdings" panose="05000000000000000000" pitchFamily="2" charset="2"/>
              <a:buChar char="Ø"/>
              <a:tabLst/>
              <a:defRPr/>
            </a:pPr>
            <a:r>
              <a:rPr lang="en-US" altLang="en-US" sz="1800"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sym typeface="Arial"/>
              </a:rPr>
              <a:t>Lots of examples to work through in this course</a:t>
            </a:r>
            <a:endParaRPr kumimoji="0" lang="en-US" altLang="en-US" sz="1800" b="0" i="0" u="none" strike="noStrike" kern="1200" cap="none" spc="0" normalizeH="0" noProof="0" dirty="0" smtClean="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sym typeface="Arial"/>
            </a:endParaRPr>
          </a:p>
          <a:p>
            <a:pPr marL="360000" marR="0" lvl="0" indent="-360000" algn="l" defTabSz="914400" rtl="0" eaLnBrk="0" fontAlgn="base" latinLnBrk="0" hangingPunct="0">
              <a:lnSpc>
                <a:spcPct val="90000"/>
              </a:lnSpc>
              <a:spcBef>
                <a:spcPts val="0"/>
              </a:spcBef>
              <a:spcAft>
                <a:spcPct val="0"/>
              </a:spcAft>
              <a:buClrTx/>
              <a:buSzPct val="100000"/>
              <a:buFont typeface="Wingdings" panose="05000000000000000000" pitchFamily="2" charset="2"/>
              <a:buChar char="Ø"/>
              <a:tabLst/>
              <a:defRPr/>
            </a:pPr>
            <a:endParaRPr lang="en-US" altLang="en-US" sz="1800" b="0" baseline="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sym typeface="Arial"/>
            </a:endParaRPr>
          </a:p>
          <a:p>
            <a:pPr marL="360000" marR="0" lvl="0" indent="-360000" algn="l" defTabSz="914400" rtl="0" eaLnBrk="0" fontAlgn="base" latinLnBrk="0" hangingPunct="0">
              <a:lnSpc>
                <a:spcPct val="90000"/>
              </a:lnSpc>
              <a:spcBef>
                <a:spcPts val="0"/>
              </a:spcBef>
              <a:spcAft>
                <a:spcPct val="0"/>
              </a:spcAft>
              <a:buClrTx/>
              <a:buSzPct val="100000"/>
              <a:buFont typeface="Wingdings" panose="05000000000000000000" pitchFamily="2" charset="2"/>
              <a:buChar char="Ø"/>
              <a:tabLst/>
              <a:defRPr/>
            </a:pPr>
            <a:r>
              <a:rPr lang="en-US" altLang="en-US" sz="180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sym typeface="Arial"/>
              </a:rPr>
              <a:t>Blended Learning Format: </a:t>
            </a:r>
          </a:p>
          <a:p>
            <a:pPr marL="540000" indent="-360000" eaLnBrk="0" hangingPunct="0">
              <a:lnSpc>
                <a:spcPct val="90000"/>
              </a:lnSpc>
              <a:spcBef>
                <a:spcPts val="0"/>
              </a:spcBef>
              <a:buClrTx/>
              <a:buSzPct val="100000"/>
              <a:buFont typeface="Wingdings" panose="05000000000000000000" pitchFamily="2" charset="2"/>
              <a:buChar char="Ø"/>
              <a:defRPr/>
            </a:pPr>
            <a:r>
              <a:rPr lang="en-US" altLang="en-US" sz="1800" b="0" dirty="0">
                <a:solidFill>
                  <a:srgbClr val="000000"/>
                </a:solidFill>
                <a:latin typeface="Arial" panose="020B0604020202020204" pitchFamily="34" charset="0"/>
                <a:ea typeface="ＭＳ Ｐゴシック" panose="020B0600070205080204" pitchFamily="34" charset="-128"/>
                <a:cs typeface="Arial" panose="020B0604020202020204" pitchFamily="34" charset="0"/>
                <a:sym typeface="Arial"/>
              </a:rPr>
              <a:t>Requires students to prepare ahead of lectures</a:t>
            </a:r>
          </a:p>
          <a:p>
            <a:pPr marL="720000" indent="-360000" eaLnBrk="0" hangingPunct="0">
              <a:lnSpc>
                <a:spcPct val="90000"/>
              </a:lnSpc>
              <a:spcBef>
                <a:spcPts val="0"/>
              </a:spcBef>
              <a:buClrTx/>
              <a:buSzPct val="100000"/>
              <a:buFont typeface="Wingdings" panose="05000000000000000000" pitchFamily="2" charset="2"/>
              <a:buChar char="Ø"/>
              <a:defRPr/>
            </a:pPr>
            <a:r>
              <a:rPr lang="en-US" altLang="en-US" sz="1800" b="0" dirty="0">
                <a:solidFill>
                  <a:srgbClr val="000000"/>
                </a:solidFill>
                <a:latin typeface="Arial" panose="020B0604020202020204" pitchFamily="34" charset="0"/>
                <a:ea typeface="ＭＳ Ｐゴシック" panose="020B0600070205080204" pitchFamily="34" charset="-128"/>
                <a:cs typeface="Arial" panose="020B0604020202020204" pitchFamily="34" charset="0"/>
                <a:sym typeface="Arial"/>
              </a:rPr>
              <a:t>Review lecture PPTs and/or textbook, review videos or readings</a:t>
            </a:r>
          </a:p>
          <a:p>
            <a:pPr marL="540000" indent="-360000" eaLnBrk="0" hangingPunct="0">
              <a:lnSpc>
                <a:spcPct val="90000"/>
              </a:lnSpc>
              <a:spcBef>
                <a:spcPts val="0"/>
              </a:spcBef>
              <a:buClrTx/>
              <a:buSzPct val="100000"/>
              <a:buFont typeface="Wingdings" panose="05000000000000000000" pitchFamily="2" charset="2"/>
              <a:buChar char="Ø"/>
              <a:defRPr/>
            </a:pPr>
            <a:r>
              <a:rPr lang="en-US" altLang="en-US" sz="1800" b="0" dirty="0">
                <a:solidFill>
                  <a:srgbClr val="000000"/>
                </a:solidFill>
                <a:latin typeface="Arial" panose="020B0604020202020204" pitchFamily="34" charset="0"/>
                <a:ea typeface="ＭＳ Ｐゴシック" panose="020B0600070205080204" pitchFamily="34" charset="-128"/>
                <a:cs typeface="Arial" panose="020B0604020202020204" pitchFamily="34" charset="0"/>
                <a:sym typeface="Arial"/>
              </a:rPr>
              <a:t>Respond to on-line </a:t>
            </a:r>
            <a:r>
              <a:rPr lang="en-US" altLang="en-US" sz="1800" b="0" dirty="0" err="1">
                <a:solidFill>
                  <a:srgbClr val="000000"/>
                </a:solidFill>
                <a:latin typeface="Arial" panose="020B0604020202020204" pitchFamily="34" charset="0"/>
                <a:ea typeface="ＭＳ Ｐゴシック" panose="020B0600070205080204" pitchFamily="34" charset="-128"/>
                <a:cs typeface="Arial" panose="020B0604020202020204" pitchFamily="34" charset="0"/>
                <a:sym typeface="Arial"/>
              </a:rPr>
              <a:t>eClass</a:t>
            </a:r>
            <a:r>
              <a:rPr lang="en-US" altLang="en-US" sz="1800" b="0" dirty="0">
                <a:solidFill>
                  <a:srgbClr val="000000"/>
                </a:solidFill>
                <a:latin typeface="Arial" panose="020B0604020202020204" pitchFamily="34" charset="0"/>
                <a:ea typeface="ＭＳ Ｐゴシック" panose="020B0600070205080204" pitchFamily="34" charset="-128"/>
                <a:cs typeface="Arial" panose="020B0604020202020204" pitchFamily="34" charset="0"/>
                <a:sym typeface="Arial"/>
              </a:rPr>
              <a:t> quizzes BEFORE the lectures</a:t>
            </a:r>
          </a:p>
          <a:p>
            <a:pPr marL="720000" indent="-360000" eaLnBrk="0" hangingPunct="0">
              <a:lnSpc>
                <a:spcPct val="90000"/>
              </a:lnSpc>
              <a:spcBef>
                <a:spcPts val="0"/>
              </a:spcBef>
              <a:buClrTx/>
              <a:buSzPct val="100000"/>
              <a:buFont typeface="Wingdings" panose="05000000000000000000" pitchFamily="2" charset="2"/>
              <a:buChar char="Ø"/>
              <a:defRPr/>
            </a:pPr>
            <a:r>
              <a:rPr lang="en-US" altLang="en-US" sz="1800" b="0" dirty="0">
                <a:solidFill>
                  <a:srgbClr val="000000"/>
                </a:solidFill>
                <a:latin typeface="Arial" panose="020B0604020202020204" pitchFamily="34" charset="0"/>
                <a:ea typeface="ＭＳ Ｐゴシック" panose="020B0600070205080204" pitchFamily="34" charset="-128"/>
                <a:cs typeface="Arial" panose="020B0604020202020204" pitchFamily="34" charset="0"/>
                <a:sym typeface="Arial"/>
              </a:rPr>
              <a:t>Designed to motivate the student to prepare ahead of lectures, NOT assess after lectures</a:t>
            </a:r>
          </a:p>
          <a:p>
            <a:pPr marL="432000" marR="0" lvl="0" indent="-432000" algn="l" defTabSz="914400" rtl="0" eaLnBrk="0" fontAlgn="base" latinLnBrk="0" hangingPunct="0">
              <a:lnSpc>
                <a:spcPct val="90000"/>
              </a:lnSpc>
              <a:spcBef>
                <a:spcPts val="0"/>
              </a:spcBef>
              <a:spcAft>
                <a:spcPct val="0"/>
              </a:spcAft>
              <a:buClrTx/>
              <a:buSzPct val="100000"/>
              <a:buFont typeface="Wingdings" panose="05000000000000000000" pitchFamily="2" charset="2"/>
              <a:buChar char="Ø"/>
              <a:tabLst/>
              <a:defRPr/>
            </a:pPr>
            <a:r>
              <a:rPr lang="en-US" altLang="en-US" sz="1800"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sym typeface="Arial"/>
              </a:rPr>
              <a:t>Active Learning Exercises</a:t>
            </a:r>
          </a:p>
          <a:p>
            <a:pPr marL="720000" marR="0" lvl="0" indent="-360000" defTabSz="914400" eaLnBrk="0" latinLnBrk="0" hangingPunct="0">
              <a:lnSpc>
                <a:spcPct val="90000"/>
              </a:lnSpc>
              <a:spcBef>
                <a:spcPts val="0"/>
              </a:spcBef>
              <a:buClrTx/>
              <a:buSzPct val="100000"/>
              <a:buFont typeface="Wingdings" panose="05000000000000000000" pitchFamily="2" charset="2"/>
              <a:buChar char="Ø"/>
              <a:tabLst/>
              <a:defRPr/>
            </a:pPr>
            <a:r>
              <a:rPr lang="en-US" altLang="en-US" sz="1800" b="0" dirty="0">
                <a:solidFill>
                  <a:srgbClr val="000000"/>
                </a:solidFill>
                <a:latin typeface="Arial" panose="020B0604020202020204" pitchFamily="34" charset="0"/>
                <a:ea typeface="ＭＳ Ｐゴシック" panose="020B0600070205080204" pitchFamily="34" charset="-128"/>
                <a:cs typeface="Arial" panose="020B0604020202020204" pitchFamily="34" charset="0"/>
                <a:sym typeface="Arial"/>
              </a:rPr>
              <a:t>In-class, designed to engage students and to self-assess (not graded) </a:t>
            </a:r>
            <a:endParaRPr lang="en-US" altLang="en-US" sz="1800"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sym typeface="Arial"/>
            </a:endParaRPr>
          </a:p>
        </p:txBody>
      </p:sp>
      <p:sp>
        <p:nvSpPr>
          <p:cNvPr id="9" name="Rectangle 2"/>
          <p:cNvSpPr>
            <a:spLocks noChangeArrowheads="1"/>
          </p:cNvSpPr>
          <p:nvPr/>
        </p:nvSpPr>
        <p:spPr bwMode="auto">
          <a:xfrm>
            <a:off x="180000" y="216000"/>
            <a:ext cx="8640000" cy="504000"/>
          </a:xfrm>
          <a:prstGeom prst="rect">
            <a:avLst/>
          </a:prstGeom>
          <a:noFill/>
          <a:ln>
            <a:noFill/>
          </a:ln>
          <a:extLst/>
        </p:spPr>
        <p:txBody>
          <a:bodyPr anchor="ctr"/>
          <a:lstStyle>
            <a:lvl1pPr>
              <a:lnSpc>
                <a:spcPct val="120000"/>
              </a:lnSpc>
              <a:spcBef>
                <a:spcPts val="1000"/>
              </a:spcBef>
              <a:buClr>
                <a:schemeClr val="tx1"/>
              </a:buClr>
              <a:buFont typeface="Arial" panose="020B0604020202020204" pitchFamily="34" charset="0"/>
              <a:buChar char="•"/>
              <a:defRPr sz="2000">
                <a:solidFill>
                  <a:schemeClr val="tx1"/>
                </a:solidFill>
                <a:latin typeface="Tw Cen MT" panose="020B0602020104020603" pitchFamily="34" charset="0"/>
              </a:defRPr>
            </a:lvl1pPr>
            <a:lvl2pPr marL="742950" indent="-285750">
              <a:lnSpc>
                <a:spcPct val="120000"/>
              </a:lnSpc>
              <a:spcBef>
                <a:spcPts val="500"/>
              </a:spcBef>
              <a:buClr>
                <a:schemeClr val="tx1"/>
              </a:buClr>
              <a:buFont typeface="Arial" panose="020B0604020202020204" pitchFamily="34" charset="0"/>
              <a:buChar char="•"/>
              <a:defRPr>
                <a:solidFill>
                  <a:schemeClr val="tx1"/>
                </a:solidFill>
                <a:latin typeface="Tw Cen MT" panose="020B0602020104020603" pitchFamily="34" charset="0"/>
              </a:defRPr>
            </a:lvl2pPr>
            <a:lvl3pPr marL="1143000" indent="-228600">
              <a:lnSpc>
                <a:spcPct val="120000"/>
              </a:lnSpc>
              <a:spcBef>
                <a:spcPts val="500"/>
              </a:spcBef>
              <a:buClr>
                <a:schemeClr val="tx1"/>
              </a:buClr>
              <a:buFont typeface="Arial" panose="020B0604020202020204" pitchFamily="34" charset="0"/>
              <a:buChar char="•"/>
              <a:defRPr sz="1600">
                <a:solidFill>
                  <a:schemeClr val="tx1"/>
                </a:solidFill>
                <a:latin typeface="Tw Cen MT" panose="020B0602020104020603" pitchFamily="34" charset="0"/>
              </a:defRPr>
            </a:lvl3pPr>
            <a:lvl4pPr marL="16002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4pPr>
            <a:lvl5pPr marL="20574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5pPr>
            <a:lvl6pPr marL="25146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6pPr>
            <a:lvl7pPr marL="29718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7pPr>
            <a:lvl8pPr marL="34290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8pPr>
            <a:lvl9pPr marL="38862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9pPr>
          </a:lstStyle>
          <a:p>
            <a:pPr marL="0" marR="0" lvl="0" indent="0" algn="l" defTabSz="914400" rtl="0" eaLnBrk="1" fontAlgn="base" latinLnBrk="0" hangingPunct="1">
              <a:lnSpc>
                <a:spcPct val="100000"/>
              </a:lnSpc>
              <a:spcBef>
                <a:spcPct val="0"/>
              </a:spcBef>
              <a:spcAft>
                <a:spcPct val="0"/>
              </a:spcAft>
              <a:buClrTx/>
              <a:buSzTx/>
              <a:buFont typeface="Arial" panose="020B0604020202020204" pitchFamily="34" charset="0"/>
              <a:buNone/>
              <a:tabLst/>
              <a:defRPr/>
            </a:pPr>
            <a:r>
              <a:rPr kumimoji="0" lang="en-US" altLang="en-US" sz="2400" b="0" i="0" u="none" strike="noStrike" kern="1200" cap="none" spc="0" normalizeH="0" baseline="0" noProof="0" dirty="0" smtClean="0">
                <a:ln>
                  <a:noFill/>
                </a:ln>
                <a:solidFill>
                  <a:srgbClr val="333399"/>
                </a:solidFill>
                <a:effectLst/>
                <a:uLnTx/>
                <a:uFillTx/>
                <a:latin typeface="Arial" panose="020B0604020202020204" pitchFamily="34" charset="0"/>
                <a:ea typeface="+mn-ea"/>
                <a:cs typeface="Arial" panose="020B0604020202020204" pitchFamily="34" charset="0"/>
                <a:sym typeface="Arial"/>
              </a:rPr>
              <a:t>This Course is Different – Case</a:t>
            </a:r>
            <a:r>
              <a:rPr kumimoji="0" lang="en-US" altLang="en-US" sz="2400" b="0" i="0" u="none" strike="noStrike" kern="1200" cap="none" spc="0" normalizeH="0" noProof="0" dirty="0" smtClean="0">
                <a:ln>
                  <a:noFill/>
                </a:ln>
                <a:solidFill>
                  <a:srgbClr val="333399"/>
                </a:solidFill>
                <a:effectLst/>
                <a:uLnTx/>
                <a:uFillTx/>
                <a:latin typeface="Arial" panose="020B0604020202020204" pitchFamily="34" charset="0"/>
                <a:ea typeface="+mn-ea"/>
                <a:cs typeface="Arial" panose="020B0604020202020204" pitchFamily="34" charset="0"/>
                <a:sym typeface="Arial"/>
              </a:rPr>
              <a:t> Study and </a:t>
            </a:r>
            <a:r>
              <a:rPr kumimoji="0" lang="en-US" altLang="en-US" sz="2400" b="0" i="0" u="none" strike="noStrike" kern="1200" cap="none" spc="0" normalizeH="0" baseline="0" noProof="0" dirty="0" smtClean="0">
                <a:ln>
                  <a:noFill/>
                </a:ln>
                <a:solidFill>
                  <a:srgbClr val="333399"/>
                </a:solidFill>
                <a:effectLst/>
                <a:uLnTx/>
                <a:uFillTx/>
                <a:latin typeface="Arial" panose="020B0604020202020204" pitchFamily="34" charset="0"/>
                <a:ea typeface="+mn-ea"/>
                <a:cs typeface="Arial" panose="020B0604020202020204" pitchFamily="34" charset="0"/>
                <a:sym typeface="Arial"/>
              </a:rPr>
              <a:t>Blended Learning!</a:t>
            </a:r>
            <a:endParaRPr kumimoji="0" lang="en-US" altLang="en-US" sz="2400" b="0" i="0" u="none" strike="noStrike" kern="1200" cap="none" spc="0" normalizeH="0" baseline="0" noProof="0" dirty="0">
              <a:ln>
                <a:noFill/>
              </a:ln>
              <a:solidFill>
                <a:srgbClr val="333399"/>
              </a:solidFill>
              <a:effectLst/>
              <a:uLnTx/>
              <a:uFillTx/>
              <a:latin typeface="Arial" panose="020B0604020202020204" pitchFamily="34" charset="0"/>
              <a:ea typeface="+mn-ea"/>
              <a:cs typeface="Arial" panose="020B0604020202020204" pitchFamily="34" charset="0"/>
              <a:sym typeface="Arial"/>
            </a:endParaRPr>
          </a:p>
        </p:txBody>
      </p:sp>
      <p:sp>
        <p:nvSpPr>
          <p:cNvPr id="12" name="Slide Number Placeholder 1"/>
          <p:cNvSpPr txBox="1">
            <a:spLocks noGrp="1"/>
          </p:cNvSpPr>
          <p:nvPr/>
        </p:nvSpPr>
        <p:spPr bwMode="auto">
          <a:xfrm>
            <a:off x="8280000" y="6300000"/>
            <a:ext cx="533400" cy="28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tx2"/>
              </a:buClr>
              <a:buSzPct val="65000"/>
              <a:buFont typeface="Wingdings" panose="05000000000000000000" pitchFamily="2" charset="2"/>
              <a:buChar char="v"/>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SzPct val="65000"/>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B9AAC074-F6B9-4EA4-AE59-9F9DB0D8944F}" type="slidenum">
              <a:rPr kumimoji="0" lang="en-US" altLang="en-US" sz="1200" b="1" i="1" u="none" strike="noStrike" kern="120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sym typeface="Arial"/>
              </a:rPr>
              <a:pPr marL="0" marR="0" lvl="0" indent="0" algn="r" defTabSz="914400" rtl="0" eaLnBrk="1" fontAlgn="base" latinLnBrk="0" hangingPunct="1">
                <a:lnSpc>
                  <a:spcPct val="100000"/>
                </a:lnSpc>
                <a:spcBef>
                  <a:spcPct val="0"/>
                </a:spcBef>
                <a:spcAft>
                  <a:spcPct val="0"/>
                </a:spcAft>
                <a:buClrTx/>
                <a:buSzTx/>
                <a:buFontTx/>
                <a:buNone/>
                <a:tabLst/>
                <a:defRPr/>
              </a:pPr>
              <a:t>4</a:t>
            </a:fld>
            <a:endParaRPr kumimoji="0" lang="en-US" altLang="en-US" sz="1200" b="1" i="1" u="none" strike="noStrike" kern="120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sym typeface="Arial"/>
            </a:endParaRPr>
          </a:p>
        </p:txBody>
      </p:sp>
      <p:sp>
        <p:nvSpPr>
          <p:cNvPr id="6" name="Google Shape;125;p2"/>
          <p:cNvSpPr/>
          <p:nvPr/>
        </p:nvSpPr>
        <p:spPr>
          <a:xfrm>
            <a:off x="2700000" y="6300000"/>
            <a:ext cx="5400000" cy="288000"/>
          </a:xfrm>
          <a:prstGeom prst="rect">
            <a:avLst/>
          </a:prstGeom>
          <a:no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Pts val="1600"/>
              <a:buFontTx/>
              <a:buNone/>
              <a:tabLst/>
              <a:defRPr/>
            </a:pPr>
            <a:r>
              <a:rPr kumimoji="0" lang="en-US" sz="1200" b="1" i="1" u="none" strike="noStrike" kern="0" cap="none" spc="0" normalizeH="0" baseline="0" noProof="0" dirty="0" smtClean="0">
                <a:ln>
                  <a:noFill/>
                </a:ln>
                <a:solidFill>
                  <a:srgbClr val="000000"/>
                </a:solidFill>
                <a:effectLst/>
                <a:uLnTx/>
                <a:uFillTx/>
                <a:latin typeface="Arial" charset="0"/>
                <a:ea typeface="Times New Roman"/>
                <a:cs typeface="Arial" panose="020B0604020202020204" pitchFamily="34" charset="0"/>
                <a:sym typeface="Times New Roman"/>
              </a:rPr>
              <a:t>ENGG404 Expectations, Course Syllabus, Course Plan, and Exam</a:t>
            </a:r>
            <a:endParaRPr kumimoji="0" lang="en-US" sz="1200" b="1" i="1" u="none" strike="noStrike" kern="0" cap="none" spc="0" normalizeH="0" baseline="0" noProof="0" dirty="0">
              <a:ln>
                <a:noFill/>
              </a:ln>
              <a:solidFill>
                <a:srgbClr val="000000"/>
              </a:solidFill>
              <a:effectLst/>
              <a:uLnTx/>
              <a:uFillTx/>
              <a:latin typeface="Arial" charset="0"/>
              <a:ea typeface="Times New Roman"/>
              <a:cs typeface="Arial" panose="020B0604020202020204" pitchFamily="34" charset="0"/>
              <a:sym typeface="Times New Roman"/>
            </a:endParaRPr>
          </a:p>
        </p:txBody>
      </p:sp>
    </p:spTree>
    <p:extLst>
      <p:ext uri="{BB962C8B-B14F-4D97-AF65-F5344CB8AC3E}">
        <p14:creationId xmlns:p14="http://schemas.microsoft.com/office/powerpoint/2010/main" val="468568806"/>
      </p:ext>
    </p:extLst>
  </p:cSld>
  <p:clrMapOvr>
    <a:masterClrMapping/>
  </p:clrMapOvr>
  <p:transition>
    <p:fade/>
  </p:transition>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3"/>
          <p:cNvSpPr>
            <a:spLocks noChangeArrowheads="1"/>
          </p:cNvSpPr>
          <p:nvPr/>
        </p:nvSpPr>
        <p:spPr bwMode="auto">
          <a:xfrm>
            <a:off x="180000" y="828000"/>
            <a:ext cx="8640000" cy="5328000"/>
          </a:xfrm>
          <a:prstGeom prst="rect">
            <a:avLst/>
          </a:prstGeom>
          <a:noFill/>
          <a:ln w="9525">
            <a:noFill/>
            <a:miter lim="800000"/>
            <a:headEnd/>
            <a:tailEnd/>
          </a:ln>
        </p:spPr>
        <p:txBody>
          <a:bodyPr/>
          <a:lstStyle>
            <a:lvl1pPr marL="609600" indent="-609600">
              <a:lnSpc>
                <a:spcPct val="120000"/>
              </a:lnSpc>
              <a:spcBef>
                <a:spcPts val="1000"/>
              </a:spcBef>
              <a:buClr>
                <a:schemeClr val="tx1"/>
              </a:buClr>
              <a:buFont typeface="Arial" panose="020B0604020202020204" pitchFamily="34" charset="0"/>
              <a:buChar char="•"/>
              <a:defRPr sz="2000">
                <a:solidFill>
                  <a:schemeClr val="tx1"/>
                </a:solidFill>
                <a:latin typeface="Tw Cen MT" panose="020B0602020104020603" pitchFamily="34" charset="0"/>
              </a:defRPr>
            </a:lvl1pPr>
            <a:lvl2pPr marL="742950" indent="-285750">
              <a:lnSpc>
                <a:spcPct val="120000"/>
              </a:lnSpc>
              <a:spcBef>
                <a:spcPts val="500"/>
              </a:spcBef>
              <a:buClr>
                <a:schemeClr val="tx1"/>
              </a:buClr>
              <a:buFont typeface="Arial" panose="020B0604020202020204" pitchFamily="34" charset="0"/>
              <a:buChar char="•"/>
              <a:defRPr>
                <a:solidFill>
                  <a:schemeClr val="tx1"/>
                </a:solidFill>
                <a:latin typeface="Tw Cen MT" panose="020B0602020104020603" pitchFamily="34" charset="0"/>
              </a:defRPr>
            </a:lvl2pPr>
            <a:lvl3pPr marL="1143000" indent="-228600">
              <a:lnSpc>
                <a:spcPct val="120000"/>
              </a:lnSpc>
              <a:spcBef>
                <a:spcPts val="500"/>
              </a:spcBef>
              <a:buClr>
                <a:schemeClr val="tx1"/>
              </a:buClr>
              <a:buFont typeface="Arial" panose="020B0604020202020204" pitchFamily="34" charset="0"/>
              <a:buChar char="•"/>
              <a:defRPr sz="1600">
                <a:solidFill>
                  <a:schemeClr val="tx1"/>
                </a:solidFill>
                <a:latin typeface="Tw Cen MT" panose="020B0602020104020603" pitchFamily="34" charset="0"/>
              </a:defRPr>
            </a:lvl3pPr>
            <a:lvl4pPr marL="16002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4pPr>
            <a:lvl5pPr marL="20574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5pPr>
            <a:lvl6pPr marL="25146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6pPr>
            <a:lvl7pPr marL="29718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7pPr>
            <a:lvl8pPr marL="34290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8pPr>
            <a:lvl9pPr marL="38862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9pPr>
          </a:lstStyle>
          <a:p>
            <a:pPr marL="0" lvl="0" indent="0" eaLnBrk="0" hangingPunct="0">
              <a:lnSpc>
                <a:spcPct val="100000"/>
              </a:lnSpc>
              <a:spcBef>
                <a:spcPts val="0"/>
              </a:spcBef>
              <a:buClr>
                <a:srgbClr val="000000"/>
              </a:buClr>
              <a:buSzPct val="100000"/>
              <a:buNone/>
            </a:pPr>
            <a:r>
              <a:rPr lang="en-US" altLang="en-US"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Welcome to Leadership in Risk Management</a:t>
            </a:r>
          </a:p>
          <a:p>
            <a:pPr marL="432000" marR="0" lvl="0" indent="-432000" algn="l" defTabSz="914400" rtl="0" eaLnBrk="0" fontAlgn="base" latinLnBrk="0" hangingPunct="0">
              <a:lnSpc>
                <a:spcPct val="100000"/>
              </a:lnSpc>
              <a:spcBef>
                <a:spcPts val="0"/>
              </a:spcBef>
              <a:spcAft>
                <a:spcPct val="0"/>
              </a:spcAft>
              <a:buClr>
                <a:srgbClr val="000000"/>
              </a:buClr>
              <a:buSzPct val="100000"/>
              <a:buFont typeface="Wingdings" panose="05000000000000000000" pitchFamily="2" charset="2"/>
              <a:buChar char="Ø"/>
              <a:tabLst/>
              <a:defRPr/>
            </a:pPr>
            <a:endParaRPr kumimoji="0" lang="en-US" altLang="en-US" sz="2000" b="0" i="0" u="none" strike="noStrike" kern="1200" cap="none" spc="0" normalizeH="0" baseline="0" noProof="0" dirty="0" smtClean="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a:p>
            <a:pPr marL="457200" lvl="0" indent="-457200" fontAlgn="auto">
              <a:lnSpc>
                <a:spcPct val="100000"/>
              </a:lnSpc>
              <a:spcBef>
                <a:spcPts val="0"/>
              </a:spcBef>
              <a:spcAft>
                <a:spcPts val="0"/>
              </a:spcAft>
              <a:buClr>
                <a:srgbClr val="000000"/>
              </a:buClr>
              <a:buSzPts val="2000"/>
              <a:buFont typeface="Noto Sans Symbols"/>
              <a:buChar char="⮚"/>
              <a:defRPr/>
            </a:pPr>
            <a:r>
              <a:rPr lang="en-US" kern="0" dirty="0">
                <a:solidFill>
                  <a:srgbClr val="000000"/>
                </a:solidFill>
                <a:latin typeface="Arial"/>
                <a:cs typeface="Arial"/>
                <a:sym typeface="Arial"/>
              </a:rPr>
              <a:t>“As future </a:t>
            </a:r>
            <a:r>
              <a:rPr lang="en-US" u="sng" kern="0" dirty="0">
                <a:solidFill>
                  <a:srgbClr val="000000"/>
                </a:solidFill>
                <a:latin typeface="Arial"/>
                <a:cs typeface="Arial"/>
                <a:sym typeface="Arial"/>
              </a:rPr>
              <a:t>engineering and business leaders</a:t>
            </a:r>
            <a:r>
              <a:rPr lang="en-US" kern="0" dirty="0">
                <a:solidFill>
                  <a:srgbClr val="000000"/>
                </a:solidFill>
                <a:latin typeface="Arial"/>
                <a:cs typeface="Arial"/>
                <a:sym typeface="Arial"/>
              </a:rPr>
              <a:t>, you will be confronted with a </a:t>
            </a:r>
            <a:r>
              <a:rPr lang="en-US" u="sng" kern="0" dirty="0">
                <a:solidFill>
                  <a:srgbClr val="000000"/>
                </a:solidFill>
                <a:latin typeface="Arial"/>
                <a:cs typeface="Arial"/>
                <a:sym typeface="Arial"/>
              </a:rPr>
              <a:t>myriad of risks</a:t>
            </a:r>
            <a:r>
              <a:rPr lang="en-US" kern="0" dirty="0">
                <a:solidFill>
                  <a:srgbClr val="000000"/>
                </a:solidFill>
                <a:latin typeface="Arial"/>
                <a:cs typeface="Arial"/>
                <a:sym typeface="Arial"/>
              </a:rPr>
              <a:t> …</a:t>
            </a:r>
            <a:endParaRPr lang="en-US" b="0" kern="0" dirty="0">
              <a:solidFill>
                <a:srgbClr val="000000"/>
              </a:solidFill>
              <a:latin typeface="Arial"/>
              <a:cs typeface="Arial"/>
              <a:sym typeface="Arial"/>
            </a:endParaRPr>
          </a:p>
          <a:p>
            <a:pPr marL="457200" lvl="0" indent="-330200" fontAlgn="auto">
              <a:lnSpc>
                <a:spcPct val="100000"/>
              </a:lnSpc>
              <a:spcBef>
                <a:spcPts val="0"/>
              </a:spcBef>
              <a:spcAft>
                <a:spcPts val="0"/>
              </a:spcAft>
              <a:buClr>
                <a:srgbClr val="000000"/>
              </a:buClr>
              <a:buSzPts val="2000"/>
              <a:buNone/>
              <a:defRPr/>
            </a:pPr>
            <a:endParaRPr lang="en-US" kern="0" dirty="0">
              <a:solidFill>
                <a:srgbClr val="000000"/>
              </a:solidFill>
              <a:latin typeface="Arial"/>
              <a:cs typeface="Arial"/>
              <a:sym typeface="Arial"/>
            </a:endParaRPr>
          </a:p>
          <a:p>
            <a:pPr marL="457200" lvl="0" indent="-457200" fontAlgn="auto">
              <a:lnSpc>
                <a:spcPct val="100000"/>
              </a:lnSpc>
              <a:spcBef>
                <a:spcPts val="0"/>
              </a:spcBef>
              <a:spcAft>
                <a:spcPts val="0"/>
              </a:spcAft>
              <a:buClr>
                <a:srgbClr val="000000"/>
              </a:buClr>
              <a:buSzPts val="2000"/>
              <a:buFont typeface="Noto Sans Symbols"/>
              <a:buChar char="⮚"/>
              <a:defRPr/>
            </a:pPr>
            <a:r>
              <a:rPr lang="en-US" kern="0" dirty="0">
                <a:solidFill>
                  <a:srgbClr val="000000"/>
                </a:solidFill>
                <a:latin typeface="Arial"/>
                <a:cs typeface="Arial"/>
                <a:sym typeface="Arial"/>
              </a:rPr>
              <a:t>Your job will be to manage those risks — all of them. </a:t>
            </a:r>
            <a:endParaRPr lang="en-US" b="0" kern="0" dirty="0">
              <a:solidFill>
                <a:srgbClr val="000000"/>
              </a:solidFill>
              <a:latin typeface="Arial"/>
              <a:cs typeface="Arial"/>
              <a:sym typeface="Arial"/>
            </a:endParaRPr>
          </a:p>
          <a:p>
            <a:pPr marL="457200" lvl="0" indent="-330200" fontAlgn="auto">
              <a:lnSpc>
                <a:spcPct val="100000"/>
              </a:lnSpc>
              <a:spcBef>
                <a:spcPts val="0"/>
              </a:spcBef>
              <a:spcAft>
                <a:spcPts val="0"/>
              </a:spcAft>
              <a:buClr>
                <a:srgbClr val="000000"/>
              </a:buClr>
              <a:buSzPts val="2000"/>
              <a:buNone/>
              <a:defRPr/>
            </a:pPr>
            <a:endParaRPr lang="en-US" b="0" kern="0" dirty="0">
              <a:solidFill>
                <a:srgbClr val="000000"/>
              </a:solidFill>
              <a:latin typeface="Arial"/>
              <a:cs typeface="Arial"/>
              <a:sym typeface="Arial"/>
            </a:endParaRPr>
          </a:p>
          <a:p>
            <a:pPr marL="457200" lvl="0" indent="-457200" fontAlgn="auto">
              <a:lnSpc>
                <a:spcPct val="100000"/>
              </a:lnSpc>
              <a:spcBef>
                <a:spcPts val="0"/>
              </a:spcBef>
              <a:spcAft>
                <a:spcPts val="0"/>
              </a:spcAft>
              <a:buClr>
                <a:srgbClr val="000000"/>
              </a:buClr>
              <a:buSzPts val="2000"/>
              <a:buFont typeface="Noto Sans Symbols"/>
              <a:buChar char="⮚"/>
              <a:defRPr/>
            </a:pPr>
            <a:r>
              <a:rPr lang="en-US" b="0" kern="0" dirty="0">
                <a:solidFill>
                  <a:srgbClr val="000000"/>
                </a:solidFill>
                <a:latin typeface="Arial"/>
                <a:cs typeface="Arial"/>
                <a:sym typeface="Arial"/>
              </a:rPr>
              <a:t>As you will see in this course, engineers are in the business of risk management. Our intent is to broaden your view and </a:t>
            </a:r>
            <a:r>
              <a:rPr lang="en-US" b="0" kern="0" dirty="0" smtClean="0">
                <a:solidFill>
                  <a:srgbClr val="000000"/>
                </a:solidFill>
                <a:latin typeface="Arial"/>
                <a:cs typeface="Arial"/>
                <a:sym typeface="Arial"/>
              </a:rPr>
              <a:t>develop your </a:t>
            </a:r>
            <a:r>
              <a:rPr lang="en-US" b="0" kern="0" dirty="0">
                <a:solidFill>
                  <a:srgbClr val="000000"/>
                </a:solidFill>
                <a:latin typeface="Arial"/>
                <a:cs typeface="Arial"/>
                <a:sym typeface="Arial"/>
              </a:rPr>
              <a:t>leadership capability in risk management toward supporting your successful engineering career. Leading organizations in the field of risk management comment “As future engineering and business leaders, you will be confronted with a myriad of risk. Your job will be to manage those risks — all of them.”</a:t>
            </a:r>
          </a:p>
        </p:txBody>
      </p:sp>
      <p:sp>
        <p:nvSpPr>
          <p:cNvPr id="9" name="Rectangle 2"/>
          <p:cNvSpPr>
            <a:spLocks noChangeArrowheads="1"/>
          </p:cNvSpPr>
          <p:nvPr/>
        </p:nvSpPr>
        <p:spPr bwMode="auto">
          <a:xfrm>
            <a:off x="180000" y="216000"/>
            <a:ext cx="8640000" cy="504000"/>
          </a:xfrm>
          <a:prstGeom prst="rect">
            <a:avLst/>
          </a:prstGeom>
          <a:noFill/>
          <a:ln>
            <a:noFill/>
          </a:ln>
          <a:extLst/>
        </p:spPr>
        <p:txBody>
          <a:bodyPr anchor="ctr"/>
          <a:lstStyle>
            <a:lvl1pPr>
              <a:lnSpc>
                <a:spcPct val="120000"/>
              </a:lnSpc>
              <a:spcBef>
                <a:spcPts val="1000"/>
              </a:spcBef>
              <a:buClr>
                <a:schemeClr val="tx1"/>
              </a:buClr>
              <a:buFont typeface="Arial" panose="020B0604020202020204" pitchFamily="34" charset="0"/>
              <a:buChar char="•"/>
              <a:defRPr sz="2000">
                <a:solidFill>
                  <a:schemeClr val="tx1"/>
                </a:solidFill>
                <a:latin typeface="Tw Cen MT" panose="020B0602020104020603" pitchFamily="34" charset="0"/>
              </a:defRPr>
            </a:lvl1pPr>
            <a:lvl2pPr marL="742950" indent="-285750">
              <a:lnSpc>
                <a:spcPct val="120000"/>
              </a:lnSpc>
              <a:spcBef>
                <a:spcPts val="500"/>
              </a:spcBef>
              <a:buClr>
                <a:schemeClr val="tx1"/>
              </a:buClr>
              <a:buFont typeface="Arial" panose="020B0604020202020204" pitchFamily="34" charset="0"/>
              <a:buChar char="•"/>
              <a:defRPr>
                <a:solidFill>
                  <a:schemeClr val="tx1"/>
                </a:solidFill>
                <a:latin typeface="Tw Cen MT" panose="020B0602020104020603" pitchFamily="34" charset="0"/>
              </a:defRPr>
            </a:lvl2pPr>
            <a:lvl3pPr marL="1143000" indent="-228600">
              <a:lnSpc>
                <a:spcPct val="120000"/>
              </a:lnSpc>
              <a:spcBef>
                <a:spcPts val="500"/>
              </a:spcBef>
              <a:buClr>
                <a:schemeClr val="tx1"/>
              </a:buClr>
              <a:buFont typeface="Arial" panose="020B0604020202020204" pitchFamily="34" charset="0"/>
              <a:buChar char="•"/>
              <a:defRPr sz="1600">
                <a:solidFill>
                  <a:schemeClr val="tx1"/>
                </a:solidFill>
                <a:latin typeface="Tw Cen MT" panose="020B0602020104020603" pitchFamily="34" charset="0"/>
              </a:defRPr>
            </a:lvl3pPr>
            <a:lvl4pPr marL="16002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4pPr>
            <a:lvl5pPr marL="20574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5pPr>
            <a:lvl6pPr marL="25146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6pPr>
            <a:lvl7pPr marL="29718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7pPr>
            <a:lvl8pPr marL="34290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8pPr>
            <a:lvl9pPr marL="38862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9pPr>
          </a:lstStyle>
          <a:p>
            <a:pPr lvl="0">
              <a:lnSpc>
                <a:spcPct val="100000"/>
              </a:lnSpc>
              <a:spcBef>
                <a:spcPct val="0"/>
              </a:spcBef>
              <a:buClrTx/>
              <a:buNone/>
            </a:pPr>
            <a:r>
              <a:rPr lang="en-US" altLang="en-US" sz="2400" b="0" dirty="0">
                <a:solidFill>
                  <a:srgbClr val="333399"/>
                </a:solidFill>
                <a:latin typeface="Arial" panose="020B0604020202020204" pitchFamily="34" charset="0"/>
                <a:cs typeface="Arial" panose="020B0604020202020204" pitchFamily="34" charset="0"/>
              </a:rPr>
              <a:t>Course Syllabus:</a:t>
            </a:r>
          </a:p>
        </p:txBody>
      </p:sp>
      <p:sp>
        <p:nvSpPr>
          <p:cNvPr id="12" name="Slide Number Placeholder 1"/>
          <p:cNvSpPr txBox="1">
            <a:spLocks noGrp="1"/>
          </p:cNvSpPr>
          <p:nvPr/>
        </p:nvSpPr>
        <p:spPr bwMode="auto">
          <a:xfrm>
            <a:off x="8280000" y="6300000"/>
            <a:ext cx="533400" cy="28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tx2"/>
              </a:buClr>
              <a:buSzPct val="65000"/>
              <a:buFont typeface="Wingdings" panose="05000000000000000000" pitchFamily="2" charset="2"/>
              <a:buChar char="v"/>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SzPct val="65000"/>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B9AAC074-F6B9-4EA4-AE59-9F9DB0D8944F}" type="slidenum">
              <a:rPr kumimoji="0" lang="en-US" altLang="en-US" sz="1200" b="1" i="1" u="none" strike="noStrike" kern="120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5</a:t>
            </a:fld>
            <a:endParaRPr kumimoji="0" lang="en-US" altLang="en-US" sz="1200" b="1" i="1" u="none" strike="noStrike" kern="120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sp>
        <p:nvSpPr>
          <p:cNvPr id="13" name="Google Shape;125;p2"/>
          <p:cNvSpPr/>
          <p:nvPr/>
        </p:nvSpPr>
        <p:spPr>
          <a:xfrm>
            <a:off x="2700000" y="6300000"/>
            <a:ext cx="5400000" cy="288000"/>
          </a:xfrm>
          <a:prstGeom prst="rect">
            <a:avLst/>
          </a:prstGeom>
          <a:no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Pts val="1600"/>
              <a:buFontTx/>
              <a:buNone/>
              <a:tabLst/>
              <a:defRPr/>
            </a:pPr>
            <a:r>
              <a:rPr kumimoji="0" lang="en-US" sz="1200" b="1" i="1" u="none" strike="noStrike" kern="0" cap="none" spc="0" normalizeH="0" baseline="0" noProof="0" dirty="0" smtClean="0">
                <a:ln>
                  <a:noFill/>
                </a:ln>
                <a:solidFill>
                  <a:srgbClr val="000000"/>
                </a:solidFill>
                <a:effectLst/>
                <a:uLnTx/>
                <a:uFillTx/>
                <a:latin typeface="Arial" charset="0"/>
                <a:ea typeface="Times New Roman"/>
                <a:cs typeface="Arial" panose="020B0604020202020204" pitchFamily="34" charset="0"/>
                <a:sym typeface="Times New Roman"/>
              </a:rPr>
              <a:t>ENGG404 Expectations, Course Syllabus, Course Plan, and Exam</a:t>
            </a:r>
            <a:endParaRPr kumimoji="0" lang="en-US" sz="1200" b="1" i="1" u="none" strike="noStrike" kern="0" cap="none" spc="0" normalizeH="0" baseline="0" noProof="0" dirty="0">
              <a:ln>
                <a:noFill/>
              </a:ln>
              <a:solidFill>
                <a:srgbClr val="000000"/>
              </a:solidFill>
              <a:effectLst/>
              <a:uLnTx/>
              <a:uFillTx/>
              <a:latin typeface="Arial" charset="0"/>
              <a:ea typeface="Times New Roman"/>
              <a:cs typeface="Arial" panose="020B0604020202020204" pitchFamily="34" charset="0"/>
              <a:sym typeface="Times New Roman"/>
            </a:endParaRPr>
          </a:p>
        </p:txBody>
      </p:sp>
    </p:spTree>
    <p:extLst>
      <p:ext uri="{BB962C8B-B14F-4D97-AF65-F5344CB8AC3E}">
        <p14:creationId xmlns:p14="http://schemas.microsoft.com/office/powerpoint/2010/main" val="343685835"/>
      </p:ext>
    </p:extLst>
  </p:cSld>
  <p:clrMapOvr>
    <a:masterClrMapping/>
  </p:clrMapOvr>
  <p:transition>
    <p:fade/>
  </p:transition>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3"/>
          <p:cNvSpPr>
            <a:spLocks noChangeArrowheads="1"/>
          </p:cNvSpPr>
          <p:nvPr/>
        </p:nvSpPr>
        <p:spPr bwMode="auto">
          <a:xfrm>
            <a:off x="180000" y="828000"/>
            <a:ext cx="8640000" cy="5328000"/>
          </a:xfrm>
          <a:prstGeom prst="rect">
            <a:avLst/>
          </a:prstGeom>
          <a:noFill/>
          <a:ln w="9525">
            <a:noFill/>
            <a:miter lim="800000"/>
            <a:headEnd/>
            <a:tailEnd/>
          </a:ln>
        </p:spPr>
        <p:txBody>
          <a:bodyPr/>
          <a:lstStyle>
            <a:lvl1pPr marL="609600" indent="-609600">
              <a:lnSpc>
                <a:spcPct val="120000"/>
              </a:lnSpc>
              <a:spcBef>
                <a:spcPts val="1000"/>
              </a:spcBef>
              <a:buClr>
                <a:schemeClr val="tx1"/>
              </a:buClr>
              <a:buFont typeface="Arial" panose="020B0604020202020204" pitchFamily="34" charset="0"/>
              <a:buChar char="•"/>
              <a:defRPr sz="2000">
                <a:solidFill>
                  <a:schemeClr val="tx1"/>
                </a:solidFill>
                <a:latin typeface="Tw Cen MT" panose="020B0602020104020603" pitchFamily="34" charset="0"/>
              </a:defRPr>
            </a:lvl1pPr>
            <a:lvl2pPr marL="742950" indent="-285750">
              <a:lnSpc>
                <a:spcPct val="120000"/>
              </a:lnSpc>
              <a:spcBef>
                <a:spcPts val="500"/>
              </a:spcBef>
              <a:buClr>
                <a:schemeClr val="tx1"/>
              </a:buClr>
              <a:buFont typeface="Arial" panose="020B0604020202020204" pitchFamily="34" charset="0"/>
              <a:buChar char="•"/>
              <a:defRPr>
                <a:solidFill>
                  <a:schemeClr val="tx1"/>
                </a:solidFill>
                <a:latin typeface="Tw Cen MT" panose="020B0602020104020603" pitchFamily="34" charset="0"/>
              </a:defRPr>
            </a:lvl2pPr>
            <a:lvl3pPr marL="1143000" indent="-228600">
              <a:lnSpc>
                <a:spcPct val="120000"/>
              </a:lnSpc>
              <a:spcBef>
                <a:spcPts val="500"/>
              </a:spcBef>
              <a:buClr>
                <a:schemeClr val="tx1"/>
              </a:buClr>
              <a:buFont typeface="Arial" panose="020B0604020202020204" pitchFamily="34" charset="0"/>
              <a:buChar char="•"/>
              <a:defRPr sz="1600">
                <a:solidFill>
                  <a:schemeClr val="tx1"/>
                </a:solidFill>
                <a:latin typeface="Tw Cen MT" panose="020B0602020104020603" pitchFamily="34" charset="0"/>
              </a:defRPr>
            </a:lvl3pPr>
            <a:lvl4pPr marL="16002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4pPr>
            <a:lvl5pPr marL="20574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5pPr>
            <a:lvl6pPr marL="25146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6pPr>
            <a:lvl7pPr marL="29718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7pPr>
            <a:lvl8pPr marL="34290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8pPr>
            <a:lvl9pPr marL="38862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9pPr>
          </a:lstStyle>
          <a:p>
            <a:pPr marL="0" lvl="0" indent="0" eaLnBrk="0" hangingPunct="0">
              <a:lnSpc>
                <a:spcPct val="100000"/>
              </a:lnSpc>
              <a:spcBef>
                <a:spcPts val="0"/>
              </a:spcBef>
              <a:buClr>
                <a:srgbClr val="000000"/>
              </a:buClr>
              <a:buSzPct val="100000"/>
              <a:buNone/>
            </a:pPr>
            <a:r>
              <a:rPr lang="en-US" altLang="en-US"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Class and Instructor Information:</a:t>
            </a:r>
          </a:p>
          <a:p>
            <a:pPr marL="432000" marR="0" lvl="0" indent="-432000" algn="l" defTabSz="914400" rtl="0" eaLnBrk="0" fontAlgn="base" latinLnBrk="0" hangingPunct="0">
              <a:lnSpc>
                <a:spcPct val="100000"/>
              </a:lnSpc>
              <a:spcBef>
                <a:spcPts val="0"/>
              </a:spcBef>
              <a:spcAft>
                <a:spcPct val="0"/>
              </a:spcAft>
              <a:buClr>
                <a:srgbClr val="000000"/>
              </a:buClr>
              <a:buSzPct val="100000"/>
              <a:buFont typeface="Wingdings" panose="05000000000000000000" pitchFamily="2" charset="2"/>
              <a:buChar char="Ø"/>
              <a:tabLst/>
              <a:defRPr/>
            </a:pPr>
            <a:endParaRPr kumimoji="0" lang="en-US" altLang="en-US" sz="2000" b="0" i="0" u="none" strike="noStrike" kern="1200" cap="none" spc="0" normalizeH="0" baseline="0" noProof="0" dirty="0" smtClean="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a:p>
            <a:pPr marL="360000" lvl="0" indent="-360000" eaLnBrk="0" hangingPunct="0">
              <a:lnSpc>
                <a:spcPct val="100000"/>
              </a:lnSpc>
              <a:spcBef>
                <a:spcPts val="0"/>
              </a:spcBef>
              <a:buClrTx/>
              <a:buSzPct val="100000"/>
              <a:buFont typeface="Wingdings" panose="05000000000000000000" pitchFamily="2" charset="2"/>
              <a:buChar char="Ø"/>
            </a:pPr>
            <a:r>
              <a:rPr lang="en-US"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The </a:t>
            </a:r>
            <a:r>
              <a:rPr lang="en-US" altLang="en-US"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rPr>
              <a:t>School </a:t>
            </a:r>
            <a:r>
              <a:rPr lang="en-US"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of Engineering Safety and Risk Management:</a:t>
            </a:r>
          </a:p>
          <a:p>
            <a:pPr marL="432000" marR="0" lvl="0" indent="-432000" algn="l" defTabSz="914400" rtl="0" eaLnBrk="0" fontAlgn="base" latinLnBrk="0" hangingPunct="0">
              <a:lnSpc>
                <a:spcPct val="100000"/>
              </a:lnSpc>
              <a:spcBef>
                <a:spcPts val="0"/>
              </a:spcBef>
              <a:spcAft>
                <a:spcPct val="0"/>
              </a:spcAft>
              <a:buClrTx/>
              <a:buSzPct val="100000"/>
              <a:buFont typeface="Wingdings" panose="05000000000000000000" pitchFamily="2" charset="2"/>
              <a:buChar char="Ø"/>
              <a:tabLst/>
              <a:defRPr/>
            </a:pPr>
            <a:endParaRPr kumimoji="0" lang="en-US" altLang="en-US" sz="2000" b="0" i="0" u="none" strike="noStrike" kern="1200" cap="none" spc="0" normalizeH="0" baseline="0" noProof="0" dirty="0" smtClean="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sp>
        <p:nvSpPr>
          <p:cNvPr id="9" name="Rectangle 2"/>
          <p:cNvSpPr>
            <a:spLocks noChangeArrowheads="1"/>
          </p:cNvSpPr>
          <p:nvPr/>
        </p:nvSpPr>
        <p:spPr bwMode="auto">
          <a:xfrm>
            <a:off x="180000" y="216000"/>
            <a:ext cx="8640000" cy="504000"/>
          </a:xfrm>
          <a:prstGeom prst="rect">
            <a:avLst/>
          </a:prstGeom>
          <a:noFill/>
          <a:ln>
            <a:noFill/>
          </a:ln>
          <a:extLst/>
        </p:spPr>
        <p:txBody>
          <a:bodyPr anchor="ctr"/>
          <a:lstStyle>
            <a:lvl1pPr>
              <a:lnSpc>
                <a:spcPct val="120000"/>
              </a:lnSpc>
              <a:spcBef>
                <a:spcPts val="1000"/>
              </a:spcBef>
              <a:buClr>
                <a:schemeClr val="tx1"/>
              </a:buClr>
              <a:buFont typeface="Arial" panose="020B0604020202020204" pitchFamily="34" charset="0"/>
              <a:buChar char="•"/>
              <a:defRPr sz="2000">
                <a:solidFill>
                  <a:schemeClr val="tx1"/>
                </a:solidFill>
                <a:latin typeface="Tw Cen MT" panose="020B0602020104020603" pitchFamily="34" charset="0"/>
              </a:defRPr>
            </a:lvl1pPr>
            <a:lvl2pPr marL="742950" indent="-285750">
              <a:lnSpc>
                <a:spcPct val="120000"/>
              </a:lnSpc>
              <a:spcBef>
                <a:spcPts val="500"/>
              </a:spcBef>
              <a:buClr>
                <a:schemeClr val="tx1"/>
              </a:buClr>
              <a:buFont typeface="Arial" panose="020B0604020202020204" pitchFamily="34" charset="0"/>
              <a:buChar char="•"/>
              <a:defRPr>
                <a:solidFill>
                  <a:schemeClr val="tx1"/>
                </a:solidFill>
                <a:latin typeface="Tw Cen MT" panose="020B0602020104020603" pitchFamily="34" charset="0"/>
              </a:defRPr>
            </a:lvl2pPr>
            <a:lvl3pPr marL="1143000" indent="-228600">
              <a:lnSpc>
                <a:spcPct val="120000"/>
              </a:lnSpc>
              <a:spcBef>
                <a:spcPts val="500"/>
              </a:spcBef>
              <a:buClr>
                <a:schemeClr val="tx1"/>
              </a:buClr>
              <a:buFont typeface="Arial" panose="020B0604020202020204" pitchFamily="34" charset="0"/>
              <a:buChar char="•"/>
              <a:defRPr sz="1600">
                <a:solidFill>
                  <a:schemeClr val="tx1"/>
                </a:solidFill>
                <a:latin typeface="Tw Cen MT" panose="020B0602020104020603" pitchFamily="34" charset="0"/>
              </a:defRPr>
            </a:lvl3pPr>
            <a:lvl4pPr marL="16002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4pPr>
            <a:lvl5pPr marL="20574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5pPr>
            <a:lvl6pPr marL="25146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6pPr>
            <a:lvl7pPr marL="29718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7pPr>
            <a:lvl8pPr marL="34290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8pPr>
            <a:lvl9pPr marL="38862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9pPr>
          </a:lstStyle>
          <a:p>
            <a:pPr lvl="0">
              <a:lnSpc>
                <a:spcPct val="100000"/>
              </a:lnSpc>
              <a:spcBef>
                <a:spcPct val="0"/>
              </a:spcBef>
              <a:buClrTx/>
              <a:buNone/>
            </a:pPr>
            <a:r>
              <a:rPr lang="en-US" altLang="en-US" sz="2400" b="0" dirty="0">
                <a:solidFill>
                  <a:srgbClr val="333399"/>
                </a:solidFill>
                <a:latin typeface="Arial" panose="020B0604020202020204" pitchFamily="34" charset="0"/>
                <a:cs typeface="Arial" panose="020B0604020202020204" pitchFamily="34" charset="0"/>
              </a:rPr>
              <a:t>Course Syllabus:</a:t>
            </a:r>
          </a:p>
        </p:txBody>
      </p:sp>
      <p:sp>
        <p:nvSpPr>
          <p:cNvPr id="12" name="Slide Number Placeholder 1"/>
          <p:cNvSpPr txBox="1">
            <a:spLocks noGrp="1"/>
          </p:cNvSpPr>
          <p:nvPr/>
        </p:nvSpPr>
        <p:spPr bwMode="auto">
          <a:xfrm>
            <a:off x="8280000" y="6300000"/>
            <a:ext cx="533400" cy="28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tx2"/>
              </a:buClr>
              <a:buSzPct val="65000"/>
              <a:buFont typeface="Wingdings" panose="05000000000000000000" pitchFamily="2" charset="2"/>
              <a:buChar char="v"/>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SzPct val="65000"/>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B9AAC074-F6B9-4EA4-AE59-9F9DB0D8944F}" type="slidenum">
              <a:rPr kumimoji="0" lang="en-US" altLang="en-US" sz="1200" b="1" i="1" u="none" strike="noStrike" kern="120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6</a:t>
            </a:fld>
            <a:endParaRPr kumimoji="0" lang="en-US" altLang="en-US" sz="1200" b="1" i="1" u="none" strike="noStrike" kern="120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sp>
        <p:nvSpPr>
          <p:cNvPr id="13" name="Google Shape;125;p2"/>
          <p:cNvSpPr/>
          <p:nvPr/>
        </p:nvSpPr>
        <p:spPr>
          <a:xfrm>
            <a:off x="2700000" y="6300000"/>
            <a:ext cx="5400000" cy="288000"/>
          </a:xfrm>
          <a:prstGeom prst="rect">
            <a:avLst/>
          </a:prstGeom>
          <a:no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Pts val="1600"/>
              <a:buFontTx/>
              <a:buNone/>
              <a:tabLst/>
              <a:defRPr/>
            </a:pPr>
            <a:r>
              <a:rPr kumimoji="0" lang="en-US" sz="1200" b="1" i="1" u="none" strike="noStrike" kern="0" cap="none" spc="0" normalizeH="0" baseline="0" noProof="0" dirty="0" smtClean="0">
                <a:ln>
                  <a:noFill/>
                </a:ln>
                <a:solidFill>
                  <a:srgbClr val="000000"/>
                </a:solidFill>
                <a:effectLst/>
                <a:uLnTx/>
                <a:uFillTx/>
                <a:latin typeface="Arial" charset="0"/>
                <a:ea typeface="Times New Roman"/>
                <a:cs typeface="Arial" panose="020B0604020202020204" pitchFamily="34" charset="0"/>
                <a:sym typeface="Times New Roman"/>
              </a:rPr>
              <a:t>ENGG404 Expectations, Course Syllabus, Course Plan, and Exam</a:t>
            </a:r>
            <a:endParaRPr kumimoji="0" lang="en-US" sz="1200" b="1" i="1" u="none" strike="noStrike" kern="0" cap="none" spc="0" normalizeH="0" baseline="0" noProof="0" dirty="0">
              <a:ln>
                <a:noFill/>
              </a:ln>
              <a:solidFill>
                <a:srgbClr val="000000"/>
              </a:solidFill>
              <a:effectLst/>
              <a:uLnTx/>
              <a:uFillTx/>
              <a:latin typeface="Arial" charset="0"/>
              <a:ea typeface="Times New Roman"/>
              <a:cs typeface="Arial" panose="020B0604020202020204" pitchFamily="34" charset="0"/>
              <a:sym typeface="Times New Roman"/>
            </a:endParaRPr>
          </a:p>
        </p:txBody>
      </p:sp>
      <p:sp>
        <p:nvSpPr>
          <p:cNvPr id="7" name="Google Shape;129;p4"/>
          <p:cNvSpPr/>
          <p:nvPr/>
        </p:nvSpPr>
        <p:spPr>
          <a:xfrm>
            <a:off x="1103223" y="2064682"/>
            <a:ext cx="3051196" cy="685799"/>
          </a:xfrm>
          <a:prstGeom prst="rect">
            <a:avLst/>
          </a:prstGeom>
          <a:solidFill>
            <a:srgbClr val="FFFFFF"/>
          </a:solidFill>
          <a:ln w="28575" cap="flat" cmpd="sng">
            <a:solidFill>
              <a:schemeClr val="lt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t>Professor </a:t>
            </a:r>
            <a:r>
              <a:rPr kumimoji="0" lang="en-US" sz="1200" b="0" i="0" u="none" strike="noStrike" kern="0" cap="none" spc="0" normalizeH="0" baseline="0" noProof="0" dirty="0" err="1">
                <a:ln>
                  <a:noFill/>
                </a:ln>
                <a:solidFill>
                  <a:srgbClr val="000000"/>
                </a:solidFill>
                <a:effectLst/>
                <a:uLnTx/>
                <a:uFillTx/>
                <a:latin typeface="Arial"/>
                <a:ea typeface="Arial"/>
                <a:cs typeface="Arial"/>
                <a:sym typeface="Arial"/>
              </a:rPr>
              <a:t>Winkel</a:t>
            </a:r>
            <a:r>
              <a:rPr kumimoji="0" lang="en-US" sz="1200" b="0" i="0" u="none" strike="noStrike" kern="0" cap="none" spc="0" normalizeH="0" baseline="0" noProof="0" dirty="0" smtClean="0">
                <a:ln>
                  <a:noFill/>
                </a:ln>
                <a:solidFill>
                  <a:srgbClr val="000000"/>
                </a:solidFill>
                <a:effectLst/>
                <a:uLnTx/>
                <a:uFillTx/>
                <a:latin typeface="Arial"/>
                <a:ea typeface="Arial"/>
                <a:cs typeface="Arial"/>
                <a:sym typeface="Arial"/>
              </a:rPr>
              <a:t>, </a:t>
            </a:r>
            <a:br>
              <a:rPr kumimoji="0" lang="en-US" sz="1200" b="0" i="0" u="none" strike="noStrike" kern="0" cap="none" spc="0" normalizeH="0" baseline="0" noProof="0" dirty="0" smtClean="0">
                <a:ln>
                  <a:noFill/>
                </a:ln>
                <a:solidFill>
                  <a:srgbClr val="000000"/>
                </a:solidFill>
                <a:effectLst/>
                <a:uLnTx/>
                <a:uFillTx/>
                <a:latin typeface="Arial"/>
                <a:ea typeface="Arial"/>
                <a:cs typeface="Arial"/>
                <a:sym typeface="Arial"/>
              </a:rPr>
            </a:br>
            <a:r>
              <a:rPr kumimoji="0" lang="en-US" sz="1200" b="0" i="0" u="none" strike="noStrike" kern="0" cap="none" spc="0" normalizeH="0" baseline="0" noProof="0" dirty="0" err="1" smtClean="0">
                <a:ln>
                  <a:noFill/>
                </a:ln>
                <a:solidFill>
                  <a:srgbClr val="000000"/>
                </a:solidFill>
                <a:effectLst/>
                <a:uLnTx/>
                <a:uFillTx/>
                <a:latin typeface="Arial"/>
                <a:ea typeface="Arial"/>
                <a:cs typeface="Arial"/>
                <a:sym typeface="Arial"/>
              </a:rPr>
              <a:t>P.Eng</a:t>
            </a:r>
            <a: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t>., </a:t>
            </a:r>
            <a:r>
              <a:rPr kumimoji="0" lang="en-US" sz="1200" b="0" i="0" u="none" strike="noStrike" kern="0" cap="none" spc="0" normalizeH="0" baseline="0" noProof="0" dirty="0" err="1">
                <a:ln>
                  <a:noFill/>
                </a:ln>
                <a:solidFill>
                  <a:srgbClr val="000000"/>
                </a:solidFill>
                <a:effectLst/>
                <a:uLnTx/>
                <a:uFillTx/>
                <a:latin typeface="Arial"/>
                <a:ea typeface="Arial"/>
                <a:cs typeface="Arial"/>
                <a:sym typeface="Arial"/>
              </a:rPr>
              <a:t>M.Sc.Eng</a:t>
            </a:r>
            <a: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t>.;</a:t>
            </a:r>
            <a:endParaRPr kumimoji="0" sz="1400" b="0" i="0" u="none" strike="noStrike" kern="0" cap="none" spc="0" normalizeH="0" baseline="0" noProof="0" dirty="0">
              <a:ln>
                <a:noFill/>
              </a:ln>
              <a:solidFill>
                <a:srgbClr val="000000"/>
              </a:solidFill>
              <a:effectLst/>
              <a:uLnTx/>
              <a:uFillTx/>
              <a:latin typeface="Arial"/>
              <a:cs typeface="Arial"/>
              <a:sym typeface="Arial"/>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smtClean="0">
                <a:ln>
                  <a:noFill/>
                </a:ln>
                <a:solidFill>
                  <a:srgbClr val="000000"/>
                </a:solidFill>
                <a:effectLst/>
                <a:uLnTx/>
                <a:uFillTx/>
                <a:latin typeface="Arial"/>
                <a:ea typeface="Arial"/>
                <a:cs typeface="Arial"/>
                <a:sym typeface="Arial"/>
              </a:rPr>
              <a:t>Chair</a:t>
            </a:r>
            <a:endParaRPr kumimoji="0" sz="1200" b="0" i="0" u="none" strike="noStrike" kern="0" cap="none" spc="0" normalizeH="0" baseline="0" noProof="0" dirty="0">
              <a:ln>
                <a:noFill/>
              </a:ln>
              <a:solidFill>
                <a:srgbClr val="000000"/>
              </a:solidFill>
              <a:effectLst/>
              <a:uLnTx/>
              <a:uFillTx/>
              <a:latin typeface="Arial"/>
              <a:ea typeface="Arial"/>
              <a:cs typeface="Arial"/>
              <a:sym typeface="Arial"/>
            </a:endParaRPr>
          </a:p>
        </p:txBody>
      </p:sp>
      <p:sp>
        <p:nvSpPr>
          <p:cNvPr id="10" name="Google Shape;130;p4"/>
          <p:cNvSpPr/>
          <p:nvPr/>
        </p:nvSpPr>
        <p:spPr>
          <a:xfrm>
            <a:off x="2434062" y="4003936"/>
            <a:ext cx="1720357" cy="730885"/>
          </a:xfrm>
          <a:prstGeom prst="rect">
            <a:avLst/>
          </a:prstGeom>
          <a:solidFill>
            <a:srgbClr val="FFFFFF"/>
          </a:solidFill>
          <a:ln w="28575" cap="flat" cmpd="sng">
            <a:solidFill>
              <a:schemeClr val="lt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a:ea typeface="Arial"/>
                <a:cs typeface="Arial"/>
                <a:sym typeface="Arial"/>
              </a:rPr>
              <a:t>Dr. Lefsrud, </a:t>
            </a:r>
            <a:br>
              <a:rPr kumimoji="0" lang="en-US" sz="1200" b="0" i="0" u="none" strike="noStrike" kern="0" cap="none" spc="0" normalizeH="0" baseline="0" noProof="0">
                <a:ln>
                  <a:noFill/>
                </a:ln>
                <a:solidFill>
                  <a:srgbClr val="000000"/>
                </a:solidFill>
                <a:effectLst/>
                <a:uLnTx/>
                <a:uFillTx/>
                <a:latin typeface="Arial"/>
                <a:ea typeface="Arial"/>
                <a:cs typeface="Arial"/>
                <a:sym typeface="Arial"/>
              </a:rPr>
            </a:br>
            <a:r>
              <a:rPr kumimoji="0" lang="en-US" sz="1200" b="0" i="0" u="none" strike="noStrike" kern="0" cap="none" spc="0" normalizeH="0" baseline="0" noProof="0">
                <a:ln>
                  <a:noFill/>
                </a:ln>
                <a:solidFill>
                  <a:srgbClr val="000000"/>
                </a:solidFill>
                <a:effectLst/>
                <a:uLnTx/>
                <a:uFillTx/>
                <a:latin typeface="Arial"/>
                <a:ea typeface="Arial"/>
                <a:cs typeface="Arial"/>
                <a:sym typeface="Arial"/>
              </a:rPr>
              <a:t>PhD, P.Eng.;</a:t>
            </a:r>
            <a:endParaRPr kumimoji="0" sz="1200" b="0" i="0" u="none" strike="noStrike" kern="0" cap="none" spc="0" normalizeH="0" baseline="0" noProof="0">
              <a:ln>
                <a:noFill/>
              </a:ln>
              <a:solidFill>
                <a:srgbClr val="463634"/>
              </a:solidFill>
              <a:effectLst/>
              <a:uLnTx/>
              <a:uFillTx/>
              <a:latin typeface="Arial"/>
              <a:ea typeface="Arial"/>
              <a:cs typeface="Arial"/>
              <a:sym typeface="Arial"/>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a:ea typeface="Arial"/>
                <a:cs typeface="Arial"/>
                <a:sym typeface="Arial"/>
              </a:rPr>
              <a:t>Assistant Professor</a:t>
            </a:r>
            <a:endParaRPr kumimoji="0" sz="1200" b="0" i="0" u="none" strike="noStrike" kern="0" cap="none" spc="0" normalizeH="0" baseline="0" noProof="0">
              <a:ln>
                <a:noFill/>
              </a:ln>
              <a:solidFill>
                <a:srgbClr val="463634"/>
              </a:solidFill>
              <a:effectLst/>
              <a:uLnTx/>
              <a:uFillTx/>
              <a:latin typeface="Arial"/>
              <a:ea typeface="Arial"/>
              <a:cs typeface="Arial"/>
              <a:sym typeface="Arial"/>
            </a:endParaRPr>
          </a:p>
        </p:txBody>
      </p:sp>
      <p:sp>
        <p:nvSpPr>
          <p:cNvPr id="11" name="Google Shape;131;p4"/>
          <p:cNvSpPr/>
          <p:nvPr/>
        </p:nvSpPr>
        <p:spPr>
          <a:xfrm>
            <a:off x="429849" y="4008263"/>
            <a:ext cx="1720357" cy="730885"/>
          </a:xfrm>
          <a:prstGeom prst="rect">
            <a:avLst/>
          </a:prstGeom>
          <a:solidFill>
            <a:srgbClr val="FFFFFF"/>
          </a:solidFill>
          <a:ln w="28575" cap="flat" cmpd="sng">
            <a:solidFill>
              <a:schemeClr val="lt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t>Professor Cocchio, </a:t>
            </a:r>
            <a:endParaRPr kumimoji="0" lang="en-US" sz="1200" b="0" i="0" u="none" strike="noStrike" kern="0" cap="none" spc="0" normalizeH="0" baseline="0" noProof="0" dirty="0" smtClean="0">
              <a:ln>
                <a:noFill/>
              </a:ln>
              <a:solidFill>
                <a:srgbClr val="000000"/>
              </a:solidFill>
              <a:effectLst/>
              <a:uLnTx/>
              <a:uFillTx/>
              <a:latin typeface="Arial"/>
              <a:ea typeface="Arial"/>
              <a:cs typeface="Arial"/>
              <a:sym typeface="Arial"/>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smtClean="0">
                <a:ln>
                  <a:noFill/>
                </a:ln>
                <a:solidFill>
                  <a:srgbClr val="000000"/>
                </a:solidFill>
                <a:effectLst/>
                <a:uLnTx/>
                <a:uFillTx/>
                <a:latin typeface="Arial"/>
                <a:ea typeface="Arial"/>
                <a:cs typeface="Arial"/>
                <a:sym typeface="Arial"/>
              </a:rPr>
              <a:t>P</a:t>
            </a:r>
            <a: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t>. Eng., MBA;</a:t>
            </a:r>
            <a:endParaRPr kumimoji="0" sz="1400" b="0" i="0" u="none" strike="noStrike" kern="0" cap="none" spc="0" normalizeH="0" baseline="0" noProof="0" dirty="0">
              <a:ln>
                <a:noFill/>
              </a:ln>
              <a:solidFill>
                <a:srgbClr val="000000"/>
              </a:solidFill>
              <a:effectLst/>
              <a:uLnTx/>
              <a:uFillTx/>
              <a:latin typeface="Arial"/>
              <a:cs typeface="Arial"/>
              <a:sym typeface="Arial"/>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t>Industrial Professor</a:t>
            </a:r>
            <a:endParaRPr kumimoji="0" sz="1200" b="0" i="0" u="none" strike="noStrike" kern="0" cap="none" spc="0" normalizeH="0" baseline="0" noProof="0" dirty="0">
              <a:ln>
                <a:noFill/>
              </a:ln>
              <a:solidFill>
                <a:srgbClr val="000000"/>
              </a:solidFill>
              <a:effectLst/>
              <a:uLnTx/>
              <a:uFillTx/>
              <a:latin typeface="Arial"/>
              <a:ea typeface="Arial"/>
              <a:cs typeface="Arial"/>
              <a:sym typeface="Arial"/>
            </a:endParaRPr>
          </a:p>
        </p:txBody>
      </p:sp>
      <p:sp>
        <p:nvSpPr>
          <p:cNvPr id="14" name="Google Shape;132;p4"/>
          <p:cNvSpPr/>
          <p:nvPr/>
        </p:nvSpPr>
        <p:spPr>
          <a:xfrm>
            <a:off x="6435532" y="3993515"/>
            <a:ext cx="1720357" cy="730885"/>
          </a:xfrm>
          <a:prstGeom prst="rect">
            <a:avLst/>
          </a:prstGeom>
          <a:solidFill>
            <a:srgbClr val="FFFFFF"/>
          </a:solidFill>
          <a:ln w="28575" cap="flat" cmpd="sng">
            <a:solidFill>
              <a:schemeClr val="lt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t>Dr. White, </a:t>
            </a:r>
            <a:b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br>
            <a: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t>PhD, </a:t>
            </a:r>
            <a:r>
              <a:rPr kumimoji="0" lang="en-US" sz="1200" b="0" i="0" u="none" strike="noStrike" kern="0" cap="none" spc="0" normalizeH="0" baseline="0" noProof="0" dirty="0" err="1">
                <a:ln>
                  <a:noFill/>
                </a:ln>
                <a:solidFill>
                  <a:srgbClr val="000000"/>
                </a:solidFill>
                <a:effectLst/>
                <a:uLnTx/>
                <a:uFillTx/>
                <a:latin typeface="Arial"/>
                <a:ea typeface="Arial"/>
                <a:cs typeface="Arial"/>
                <a:sym typeface="Arial"/>
              </a:rPr>
              <a:t>P.Eng</a:t>
            </a:r>
            <a: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t>.;</a:t>
            </a:r>
            <a:endParaRPr kumimoji="0" sz="1400" b="0" i="0" u="none" strike="noStrike" kern="0" cap="none" spc="0" normalizeH="0" baseline="0" noProof="0" dirty="0">
              <a:ln>
                <a:noFill/>
              </a:ln>
              <a:solidFill>
                <a:srgbClr val="000000"/>
              </a:solidFill>
              <a:effectLst/>
              <a:uLnTx/>
              <a:uFillTx/>
              <a:latin typeface="Arial"/>
              <a:cs typeface="Arial"/>
              <a:sym typeface="Arial"/>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t>Industrial Professor</a:t>
            </a:r>
            <a:endParaRPr kumimoji="0" sz="1200" b="0" i="0" u="none" strike="noStrike" kern="0" cap="none" spc="0" normalizeH="0" baseline="0" noProof="0" dirty="0">
              <a:ln>
                <a:noFill/>
              </a:ln>
              <a:solidFill>
                <a:srgbClr val="000000"/>
              </a:solidFill>
              <a:effectLst/>
              <a:uLnTx/>
              <a:uFillTx/>
              <a:latin typeface="Arial"/>
              <a:ea typeface="Arial"/>
              <a:cs typeface="Arial"/>
              <a:sym typeface="Arial"/>
            </a:endParaRPr>
          </a:p>
        </p:txBody>
      </p:sp>
      <p:sp>
        <p:nvSpPr>
          <p:cNvPr id="15" name="Google Shape;133;p4"/>
          <p:cNvSpPr/>
          <p:nvPr/>
        </p:nvSpPr>
        <p:spPr>
          <a:xfrm>
            <a:off x="4431319" y="4000170"/>
            <a:ext cx="1720357" cy="730885"/>
          </a:xfrm>
          <a:prstGeom prst="rect">
            <a:avLst/>
          </a:prstGeom>
          <a:solidFill>
            <a:srgbClr val="FFFFFF"/>
          </a:solidFill>
          <a:ln w="28575" cap="flat" cmpd="sng">
            <a:solidFill>
              <a:schemeClr val="lt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t>Dr. </a:t>
            </a:r>
            <a:r>
              <a:rPr kumimoji="0" lang="en-US" sz="1200" b="0" i="0" u="none" strike="noStrike" kern="0" cap="none" spc="0" normalizeH="0" baseline="0" noProof="0" dirty="0" err="1">
                <a:ln>
                  <a:noFill/>
                </a:ln>
                <a:solidFill>
                  <a:srgbClr val="000000"/>
                </a:solidFill>
                <a:effectLst/>
                <a:uLnTx/>
                <a:uFillTx/>
                <a:latin typeface="Arial"/>
                <a:ea typeface="Arial"/>
                <a:cs typeface="Arial"/>
                <a:sym typeface="Arial"/>
              </a:rPr>
              <a:t>Macciotta</a:t>
            </a:r>
            <a: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t>, </a:t>
            </a:r>
            <a:b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br>
            <a: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t>PhD, </a:t>
            </a:r>
            <a:r>
              <a:rPr kumimoji="0" lang="en-US" sz="1200" b="0" i="0" u="none" strike="noStrike" kern="0" cap="none" spc="0" normalizeH="0" baseline="0" noProof="0" dirty="0" err="1">
                <a:ln>
                  <a:noFill/>
                </a:ln>
                <a:solidFill>
                  <a:srgbClr val="000000"/>
                </a:solidFill>
                <a:effectLst/>
                <a:uLnTx/>
                <a:uFillTx/>
                <a:latin typeface="Arial"/>
                <a:ea typeface="Arial"/>
                <a:cs typeface="Arial"/>
                <a:sym typeface="Arial"/>
              </a:rPr>
              <a:t>P.Eng</a:t>
            </a:r>
            <a: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t>.;</a:t>
            </a:r>
            <a:endParaRPr kumimoji="0" sz="1400" b="0" i="0" u="none" strike="noStrike" kern="0" cap="none" spc="0" normalizeH="0" baseline="0" noProof="0" dirty="0">
              <a:ln>
                <a:noFill/>
              </a:ln>
              <a:solidFill>
                <a:srgbClr val="000000"/>
              </a:solidFill>
              <a:effectLst/>
              <a:uLnTx/>
              <a:uFillTx/>
              <a:latin typeface="Arial"/>
              <a:cs typeface="Arial"/>
              <a:sym typeface="Arial"/>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t>Industrial Professor</a:t>
            </a:r>
            <a:endParaRPr kumimoji="0" sz="1200" b="0" i="0" u="none" strike="noStrike" kern="0" cap="none" spc="0" normalizeH="0" baseline="0" noProof="0" dirty="0">
              <a:ln>
                <a:noFill/>
              </a:ln>
              <a:solidFill>
                <a:srgbClr val="000000"/>
              </a:solidFill>
              <a:effectLst/>
              <a:uLnTx/>
              <a:uFillTx/>
              <a:latin typeface="Arial"/>
              <a:ea typeface="Arial"/>
              <a:cs typeface="Arial"/>
              <a:sym typeface="Arial"/>
            </a:endParaRPr>
          </a:p>
        </p:txBody>
      </p:sp>
      <p:sp>
        <p:nvSpPr>
          <p:cNvPr id="16" name="Google Shape;134;p4"/>
          <p:cNvSpPr/>
          <p:nvPr/>
        </p:nvSpPr>
        <p:spPr>
          <a:xfrm>
            <a:off x="4431319" y="2071033"/>
            <a:ext cx="2585910" cy="679449"/>
          </a:xfrm>
          <a:prstGeom prst="rect">
            <a:avLst/>
          </a:prstGeom>
          <a:solidFill>
            <a:srgbClr val="FFFFFF"/>
          </a:solidFill>
          <a:ln w="28575" cap="flat" cmpd="sng">
            <a:solidFill>
              <a:schemeClr val="lt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t>Professor Coles, </a:t>
            </a:r>
            <a:r>
              <a:rPr kumimoji="0" lang="en-US" sz="1200" b="0" i="0" u="none" strike="noStrike" kern="0" cap="none" spc="0" normalizeH="0" baseline="0" noProof="0" dirty="0" smtClean="0">
                <a:ln>
                  <a:noFill/>
                </a:ln>
                <a:solidFill>
                  <a:srgbClr val="000000"/>
                </a:solidFill>
                <a:effectLst/>
                <a:uLnTx/>
                <a:uFillTx/>
                <a:latin typeface="Arial"/>
                <a:ea typeface="Arial"/>
                <a:cs typeface="Arial"/>
                <a:sym typeface="Arial"/>
              </a:rPr>
              <a:t/>
            </a:r>
            <a:br>
              <a:rPr kumimoji="0" lang="en-US" sz="1200" b="0" i="0" u="none" strike="noStrike" kern="0" cap="none" spc="0" normalizeH="0" baseline="0" noProof="0" dirty="0" smtClean="0">
                <a:ln>
                  <a:noFill/>
                </a:ln>
                <a:solidFill>
                  <a:srgbClr val="000000"/>
                </a:solidFill>
                <a:effectLst/>
                <a:uLnTx/>
                <a:uFillTx/>
                <a:latin typeface="Arial"/>
                <a:ea typeface="Arial"/>
                <a:cs typeface="Arial"/>
                <a:sym typeface="Arial"/>
              </a:rPr>
            </a:br>
            <a:r>
              <a:rPr kumimoji="0" lang="en-US" sz="1200" b="0" i="0" u="none" strike="noStrike" kern="0" cap="none" spc="0" normalizeH="0" baseline="0" noProof="0" dirty="0" err="1" smtClean="0">
                <a:ln>
                  <a:noFill/>
                </a:ln>
                <a:solidFill>
                  <a:srgbClr val="000000"/>
                </a:solidFill>
                <a:effectLst/>
                <a:uLnTx/>
                <a:uFillTx/>
                <a:latin typeface="Arial"/>
                <a:ea typeface="Arial"/>
                <a:cs typeface="Arial"/>
                <a:sym typeface="Arial"/>
              </a:rPr>
              <a:t>P.Eng</a:t>
            </a:r>
            <a: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t>., </a:t>
            </a:r>
            <a:r>
              <a:rPr kumimoji="0" lang="en-US" sz="1200" b="0" i="0" u="none" strike="noStrike" kern="0" cap="none" spc="0" normalizeH="0" baseline="0" noProof="0" dirty="0" err="1">
                <a:ln>
                  <a:noFill/>
                </a:ln>
                <a:solidFill>
                  <a:srgbClr val="000000"/>
                </a:solidFill>
                <a:effectLst/>
                <a:uLnTx/>
                <a:uFillTx/>
                <a:latin typeface="Arial"/>
                <a:ea typeface="Arial"/>
                <a:cs typeface="Arial"/>
                <a:sym typeface="Arial"/>
              </a:rPr>
              <a:t>M.Eng</a:t>
            </a:r>
            <a: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t>.;</a:t>
            </a:r>
            <a:endParaRPr kumimoji="0" sz="1400" b="0" i="0" u="none" strike="noStrike" kern="0" cap="none" spc="0" normalizeH="0" baseline="0" noProof="0" dirty="0">
              <a:ln>
                <a:noFill/>
              </a:ln>
              <a:solidFill>
                <a:srgbClr val="000000"/>
              </a:solidFill>
              <a:effectLst/>
              <a:uLnTx/>
              <a:uFillTx/>
              <a:latin typeface="Arial"/>
              <a:cs typeface="Arial"/>
              <a:sym typeface="Arial"/>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smtClean="0">
                <a:ln>
                  <a:noFill/>
                </a:ln>
                <a:solidFill>
                  <a:srgbClr val="000000"/>
                </a:solidFill>
                <a:effectLst/>
                <a:uLnTx/>
                <a:uFillTx/>
                <a:latin typeface="Arial"/>
                <a:ea typeface="Arial"/>
                <a:cs typeface="Arial"/>
                <a:sym typeface="Arial"/>
              </a:rPr>
              <a:t>Director</a:t>
            </a:r>
            <a: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t>, Industrial Professor</a:t>
            </a:r>
            <a:endParaRPr kumimoji="0" sz="1200" b="0" i="0" u="none" strike="noStrike" kern="0" cap="none" spc="0" normalizeH="0" baseline="0" noProof="0" dirty="0">
              <a:ln>
                <a:noFill/>
              </a:ln>
              <a:solidFill>
                <a:srgbClr val="000000"/>
              </a:solidFill>
              <a:effectLst/>
              <a:uLnTx/>
              <a:uFillTx/>
              <a:latin typeface="Arial"/>
              <a:ea typeface="Arial"/>
              <a:cs typeface="Arial"/>
              <a:sym typeface="Arial"/>
            </a:endParaRPr>
          </a:p>
        </p:txBody>
      </p:sp>
      <p:cxnSp>
        <p:nvCxnSpPr>
          <p:cNvPr id="17" name="Google Shape;135;p4"/>
          <p:cNvCxnSpPr>
            <a:stCxn id="16" idx="2"/>
            <a:endCxn id="15" idx="0"/>
          </p:cNvCxnSpPr>
          <p:nvPr/>
        </p:nvCxnSpPr>
        <p:spPr>
          <a:xfrm rot="5400000">
            <a:off x="4883042" y="3158938"/>
            <a:ext cx="1249688" cy="432776"/>
          </a:xfrm>
          <a:prstGeom prst="bentConnector3">
            <a:avLst>
              <a:gd name="adj1" fmla="val 50000"/>
            </a:avLst>
          </a:prstGeom>
          <a:solidFill>
            <a:schemeClr val="accent1"/>
          </a:solidFill>
          <a:ln w="28575" cap="flat" cmpd="sng">
            <a:solidFill>
              <a:schemeClr val="lt2"/>
            </a:solidFill>
            <a:prstDash val="solid"/>
            <a:round/>
            <a:headEnd type="none" w="sm" len="sm"/>
            <a:tailEnd type="none" w="sm" len="sm"/>
          </a:ln>
        </p:spPr>
      </p:cxnSp>
      <p:cxnSp>
        <p:nvCxnSpPr>
          <p:cNvPr id="18" name="Google Shape;136;p4"/>
          <p:cNvCxnSpPr>
            <a:stCxn id="7" idx="2"/>
            <a:endCxn id="14" idx="0"/>
          </p:cNvCxnSpPr>
          <p:nvPr/>
        </p:nvCxnSpPr>
        <p:spPr>
          <a:xfrm rot="16200000" flipH="1">
            <a:off x="4340749" y="1038553"/>
            <a:ext cx="1243034" cy="4666890"/>
          </a:xfrm>
          <a:prstGeom prst="bentConnector3">
            <a:avLst>
              <a:gd name="adj1" fmla="val 50000"/>
            </a:avLst>
          </a:prstGeom>
          <a:solidFill>
            <a:schemeClr val="accent1"/>
          </a:solidFill>
          <a:ln w="28575" cap="flat" cmpd="sng">
            <a:solidFill>
              <a:schemeClr val="lt2"/>
            </a:solidFill>
            <a:prstDash val="solid"/>
            <a:round/>
            <a:headEnd type="none" w="sm" len="sm"/>
            <a:tailEnd type="none" w="sm" len="sm"/>
          </a:ln>
        </p:spPr>
      </p:cxnSp>
      <p:cxnSp>
        <p:nvCxnSpPr>
          <p:cNvPr id="19" name="Google Shape;137;p4"/>
          <p:cNvCxnSpPr>
            <a:stCxn id="11" idx="0"/>
            <a:endCxn id="16" idx="2"/>
          </p:cNvCxnSpPr>
          <p:nvPr/>
        </p:nvCxnSpPr>
        <p:spPr>
          <a:xfrm rot="5400000" flipH="1" flipV="1">
            <a:off x="2878261" y="1162250"/>
            <a:ext cx="1257781" cy="4434246"/>
          </a:xfrm>
          <a:prstGeom prst="bentConnector3">
            <a:avLst>
              <a:gd name="adj1" fmla="val 50000"/>
            </a:avLst>
          </a:prstGeom>
          <a:solidFill>
            <a:schemeClr val="accent1"/>
          </a:solidFill>
          <a:ln w="28575" cap="flat" cmpd="sng">
            <a:solidFill>
              <a:schemeClr val="lt2"/>
            </a:solidFill>
            <a:prstDash val="solid"/>
            <a:round/>
            <a:headEnd type="none" w="sm" len="sm"/>
            <a:tailEnd type="none" w="sm" len="sm"/>
          </a:ln>
        </p:spPr>
      </p:cxnSp>
      <p:cxnSp>
        <p:nvCxnSpPr>
          <p:cNvPr id="20" name="Google Shape;138;p4"/>
          <p:cNvCxnSpPr>
            <a:stCxn id="14" idx="0"/>
            <a:endCxn id="7" idx="2"/>
          </p:cNvCxnSpPr>
          <p:nvPr/>
        </p:nvCxnSpPr>
        <p:spPr>
          <a:xfrm rot="16200000" flipV="1">
            <a:off x="4340749" y="1038553"/>
            <a:ext cx="1243034" cy="4666890"/>
          </a:xfrm>
          <a:prstGeom prst="bentConnector3">
            <a:avLst>
              <a:gd name="adj1" fmla="val 50000"/>
            </a:avLst>
          </a:prstGeom>
          <a:solidFill>
            <a:schemeClr val="accent1"/>
          </a:solidFill>
          <a:ln w="28575" cap="flat" cmpd="sng">
            <a:solidFill>
              <a:schemeClr val="lt2"/>
            </a:solidFill>
            <a:prstDash val="solid"/>
            <a:round/>
            <a:headEnd type="none" w="sm" len="sm"/>
            <a:tailEnd type="none" w="sm" len="sm"/>
          </a:ln>
        </p:spPr>
      </p:cxnSp>
      <p:cxnSp>
        <p:nvCxnSpPr>
          <p:cNvPr id="21" name="Google Shape;139;p4"/>
          <p:cNvCxnSpPr>
            <a:stCxn id="10" idx="0"/>
            <a:endCxn id="7" idx="2"/>
          </p:cNvCxnSpPr>
          <p:nvPr/>
        </p:nvCxnSpPr>
        <p:spPr>
          <a:xfrm rot="16200000" flipV="1">
            <a:off x="2334804" y="3044499"/>
            <a:ext cx="1253455" cy="665420"/>
          </a:xfrm>
          <a:prstGeom prst="bentConnector3">
            <a:avLst>
              <a:gd name="adj1" fmla="val 50000"/>
            </a:avLst>
          </a:prstGeom>
          <a:solidFill>
            <a:schemeClr val="accent1"/>
          </a:solidFill>
          <a:ln w="28575" cap="flat" cmpd="sng">
            <a:solidFill>
              <a:schemeClr val="lt2"/>
            </a:solidFill>
            <a:prstDash val="solid"/>
            <a:round/>
            <a:headEnd type="none" w="sm" len="sm"/>
            <a:tailEnd type="none" w="sm" len="sm"/>
          </a:ln>
        </p:spPr>
      </p:cxnSp>
      <p:cxnSp>
        <p:nvCxnSpPr>
          <p:cNvPr id="83" name="Google Shape;137;p4"/>
          <p:cNvCxnSpPr>
            <a:stCxn id="7" idx="3"/>
            <a:endCxn id="16" idx="1"/>
          </p:cNvCxnSpPr>
          <p:nvPr/>
        </p:nvCxnSpPr>
        <p:spPr>
          <a:xfrm>
            <a:off x="4154419" y="2407582"/>
            <a:ext cx="276900" cy="3176"/>
          </a:xfrm>
          <a:prstGeom prst="bentConnector3">
            <a:avLst>
              <a:gd name="adj1" fmla="val 50000"/>
            </a:avLst>
          </a:prstGeom>
          <a:ln w="9525"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Tree>
    <p:extLst>
      <p:ext uri="{BB962C8B-B14F-4D97-AF65-F5344CB8AC3E}">
        <p14:creationId xmlns:p14="http://schemas.microsoft.com/office/powerpoint/2010/main" val="1521369644"/>
      </p:ext>
    </p:extLst>
  </p:cSld>
  <p:clrMapOvr>
    <a:masterClrMapping/>
  </p:clrMapOvr>
  <p:transition>
    <p:fade/>
  </p:transition>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3"/>
          <p:cNvSpPr>
            <a:spLocks noChangeArrowheads="1"/>
          </p:cNvSpPr>
          <p:nvPr/>
        </p:nvSpPr>
        <p:spPr bwMode="auto">
          <a:xfrm>
            <a:off x="180000" y="828000"/>
            <a:ext cx="8640000" cy="5328000"/>
          </a:xfrm>
          <a:prstGeom prst="rect">
            <a:avLst/>
          </a:prstGeom>
          <a:noFill/>
          <a:ln w="9525">
            <a:noFill/>
            <a:miter lim="800000"/>
            <a:headEnd/>
            <a:tailEnd/>
          </a:ln>
        </p:spPr>
        <p:txBody>
          <a:bodyPr/>
          <a:lstStyle>
            <a:lvl1pPr marL="609600" indent="-609600">
              <a:lnSpc>
                <a:spcPct val="120000"/>
              </a:lnSpc>
              <a:spcBef>
                <a:spcPts val="1000"/>
              </a:spcBef>
              <a:buClr>
                <a:schemeClr val="tx1"/>
              </a:buClr>
              <a:buFont typeface="Arial" panose="020B0604020202020204" pitchFamily="34" charset="0"/>
              <a:buChar char="•"/>
              <a:defRPr sz="2000">
                <a:solidFill>
                  <a:schemeClr val="tx1"/>
                </a:solidFill>
                <a:latin typeface="Tw Cen MT" panose="020B0602020104020603" pitchFamily="34" charset="0"/>
              </a:defRPr>
            </a:lvl1pPr>
            <a:lvl2pPr marL="742950" indent="-285750">
              <a:lnSpc>
                <a:spcPct val="120000"/>
              </a:lnSpc>
              <a:spcBef>
                <a:spcPts val="500"/>
              </a:spcBef>
              <a:buClr>
                <a:schemeClr val="tx1"/>
              </a:buClr>
              <a:buFont typeface="Arial" panose="020B0604020202020204" pitchFamily="34" charset="0"/>
              <a:buChar char="•"/>
              <a:defRPr>
                <a:solidFill>
                  <a:schemeClr val="tx1"/>
                </a:solidFill>
                <a:latin typeface="Tw Cen MT" panose="020B0602020104020603" pitchFamily="34" charset="0"/>
              </a:defRPr>
            </a:lvl2pPr>
            <a:lvl3pPr marL="1143000" indent="-228600">
              <a:lnSpc>
                <a:spcPct val="120000"/>
              </a:lnSpc>
              <a:spcBef>
                <a:spcPts val="500"/>
              </a:spcBef>
              <a:buClr>
                <a:schemeClr val="tx1"/>
              </a:buClr>
              <a:buFont typeface="Arial" panose="020B0604020202020204" pitchFamily="34" charset="0"/>
              <a:buChar char="•"/>
              <a:defRPr sz="1600">
                <a:solidFill>
                  <a:schemeClr val="tx1"/>
                </a:solidFill>
                <a:latin typeface="Tw Cen MT" panose="020B0602020104020603" pitchFamily="34" charset="0"/>
              </a:defRPr>
            </a:lvl3pPr>
            <a:lvl4pPr marL="16002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4pPr>
            <a:lvl5pPr marL="20574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5pPr>
            <a:lvl6pPr marL="25146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6pPr>
            <a:lvl7pPr marL="29718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7pPr>
            <a:lvl8pPr marL="34290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8pPr>
            <a:lvl9pPr marL="38862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9pPr>
          </a:lstStyle>
          <a:p>
            <a:pPr marL="0" lvl="0" indent="0" fontAlgn="auto">
              <a:lnSpc>
                <a:spcPct val="100000"/>
              </a:lnSpc>
              <a:spcBef>
                <a:spcPts val="0"/>
              </a:spcBef>
              <a:spcAft>
                <a:spcPts val="0"/>
              </a:spcAft>
              <a:buClr>
                <a:srgbClr val="000000"/>
              </a:buClr>
              <a:buSzPts val="2000"/>
              <a:buNone/>
              <a:defRPr/>
            </a:pPr>
            <a:r>
              <a:rPr lang="en-US" kern="0" dirty="0" smtClean="0">
                <a:solidFill>
                  <a:srgbClr val="000000"/>
                </a:solidFill>
                <a:latin typeface="Arial"/>
                <a:ea typeface="Arial"/>
                <a:cs typeface="Arial"/>
                <a:sym typeface="Arial"/>
              </a:rPr>
              <a:t>Course </a:t>
            </a:r>
            <a:r>
              <a:rPr lang="en-US" kern="0" dirty="0">
                <a:solidFill>
                  <a:srgbClr val="000000"/>
                </a:solidFill>
                <a:latin typeface="Arial"/>
                <a:ea typeface="Arial"/>
                <a:cs typeface="Arial"/>
                <a:sym typeface="Arial"/>
              </a:rPr>
              <a:t>Information: </a:t>
            </a:r>
            <a:endParaRPr lang="en-US" sz="1400" kern="0" dirty="0">
              <a:solidFill>
                <a:srgbClr val="000000"/>
              </a:solidFill>
              <a:latin typeface="Arial"/>
              <a:cs typeface="Arial"/>
              <a:sym typeface="Arial"/>
            </a:endParaRPr>
          </a:p>
          <a:p>
            <a:pPr marL="457200" lvl="0" indent="-330200" fontAlgn="auto">
              <a:lnSpc>
                <a:spcPct val="100000"/>
              </a:lnSpc>
              <a:spcBef>
                <a:spcPts val="0"/>
              </a:spcBef>
              <a:spcAft>
                <a:spcPts val="0"/>
              </a:spcAft>
              <a:buClr>
                <a:srgbClr val="000000"/>
              </a:buClr>
              <a:buSzPts val="2000"/>
              <a:buNone/>
              <a:defRPr/>
            </a:pPr>
            <a:endParaRPr lang="en-US" b="0" kern="0" dirty="0">
              <a:solidFill>
                <a:srgbClr val="000000"/>
              </a:solidFill>
              <a:latin typeface="Arial"/>
              <a:ea typeface="Arial"/>
              <a:cs typeface="Arial"/>
              <a:sym typeface="Arial"/>
            </a:endParaRPr>
          </a:p>
          <a:p>
            <a:pPr marL="0" lvl="0" indent="0" fontAlgn="auto">
              <a:lnSpc>
                <a:spcPct val="100000"/>
              </a:lnSpc>
              <a:spcBef>
                <a:spcPts val="0"/>
              </a:spcBef>
              <a:spcAft>
                <a:spcPts val="0"/>
              </a:spcAft>
              <a:buClr>
                <a:srgbClr val="000000"/>
              </a:buClr>
              <a:buSzPts val="2000"/>
              <a:buNone/>
              <a:defRPr/>
            </a:pPr>
            <a:r>
              <a:rPr lang="en-US" b="0" u="sng" kern="0" dirty="0">
                <a:solidFill>
                  <a:srgbClr val="000000"/>
                </a:solidFill>
                <a:latin typeface="Arial"/>
                <a:ea typeface="Arial"/>
                <a:cs typeface="Arial"/>
                <a:sym typeface="Arial"/>
              </a:rPr>
              <a:t>Most questions pertain to:</a:t>
            </a:r>
            <a:endParaRPr lang="en-US" sz="1400" b="0" kern="0" dirty="0">
              <a:solidFill>
                <a:srgbClr val="000000"/>
              </a:solidFill>
              <a:latin typeface="Arial"/>
              <a:cs typeface="Arial"/>
              <a:sym typeface="Arial"/>
            </a:endParaRPr>
          </a:p>
          <a:p>
            <a:pPr marL="457200" lvl="0" indent="-457200" fontAlgn="auto">
              <a:lnSpc>
                <a:spcPct val="100000"/>
              </a:lnSpc>
              <a:spcBef>
                <a:spcPts val="0"/>
              </a:spcBef>
              <a:spcAft>
                <a:spcPts val="0"/>
              </a:spcAft>
              <a:buClr>
                <a:srgbClr val="000000"/>
              </a:buClr>
              <a:buSzPts val="2000"/>
              <a:buFont typeface="Noto Sans Symbols"/>
              <a:buChar char="⮚"/>
              <a:defRPr/>
            </a:pPr>
            <a:r>
              <a:rPr lang="en-US" b="0" kern="0" dirty="0" smtClean="0">
                <a:solidFill>
                  <a:srgbClr val="000000"/>
                </a:solidFill>
                <a:latin typeface="Arial"/>
                <a:ea typeface="Arial"/>
                <a:cs typeface="Arial"/>
                <a:sym typeface="Arial"/>
              </a:rPr>
              <a:t>Marks </a:t>
            </a:r>
            <a:r>
              <a:rPr lang="en-US" b="0" kern="0" dirty="0">
                <a:solidFill>
                  <a:srgbClr val="000000"/>
                </a:solidFill>
                <a:latin typeface="Arial"/>
                <a:ea typeface="Arial"/>
                <a:cs typeface="Arial"/>
                <a:sym typeface="Arial"/>
              </a:rPr>
              <a:t>and Deductions</a:t>
            </a:r>
            <a:endParaRPr lang="en-US" sz="1400" b="0" kern="0" dirty="0">
              <a:solidFill>
                <a:srgbClr val="000000"/>
              </a:solidFill>
              <a:latin typeface="Arial"/>
              <a:cs typeface="Arial"/>
              <a:sym typeface="Arial"/>
            </a:endParaRPr>
          </a:p>
          <a:p>
            <a:pPr marL="457200" lvl="0" indent="-457200" fontAlgn="auto">
              <a:lnSpc>
                <a:spcPct val="100000"/>
              </a:lnSpc>
              <a:spcBef>
                <a:spcPts val="0"/>
              </a:spcBef>
              <a:spcAft>
                <a:spcPts val="0"/>
              </a:spcAft>
              <a:buClr>
                <a:srgbClr val="000000"/>
              </a:buClr>
              <a:buSzPts val="2000"/>
              <a:buFont typeface="Noto Sans Symbols"/>
              <a:buChar char="⮚"/>
              <a:defRPr/>
            </a:pPr>
            <a:r>
              <a:rPr lang="en-US" b="0" kern="0" dirty="0" smtClean="0">
                <a:solidFill>
                  <a:srgbClr val="000000"/>
                </a:solidFill>
                <a:latin typeface="Arial"/>
                <a:ea typeface="Arial"/>
                <a:cs typeface="Arial"/>
                <a:sym typeface="Arial"/>
              </a:rPr>
              <a:t>Course </a:t>
            </a:r>
            <a:r>
              <a:rPr lang="en-US" b="0" kern="0" dirty="0">
                <a:solidFill>
                  <a:srgbClr val="000000"/>
                </a:solidFill>
                <a:latin typeface="Arial"/>
                <a:ea typeface="Arial"/>
                <a:cs typeface="Arial"/>
                <a:sym typeface="Arial"/>
              </a:rPr>
              <a:t>Plan </a:t>
            </a:r>
            <a:endParaRPr lang="en-US" sz="1400" b="0" kern="0" dirty="0">
              <a:solidFill>
                <a:srgbClr val="000000"/>
              </a:solidFill>
              <a:latin typeface="Arial"/>
              <a:cs typeface="Arial"/>
              <a:sym typeface="Arial"/>
            </a:endParaRPr>
          </a:p>
          <a:p>
            <a:pPr marL="457200" lvl="0" indent="-457200" fontAlgn="auto">
              <a:lnSpc>
                <a:spcPct val="100000"/>
              </a:lnSpc>
              <a:spcBef>
                <a:spcPts val="0"/>
              </a:spcBef>
              <a:spcAft>
                <a:spcPts val="0"/>
              </a:spcAft>
              <a:buClr>
                <a:srgbClr val="000000"/>
              </a:buClr>
              <a:buSzPts val="2000"/>
              <a:buFont typeface="Noto Sans Symbols"/>
              <a:buChar char="⮚"/>
              <a:defRPr/>
            </a:pPr>
            <a:r>
              <a:rPr lang="en-US" b="0" kern="0" dirty="0" err="1" smtClean="0">
                <a:solidFill>
                  <a:srgbClr val="000000"/>
                </a:solidFill>
                <a:latin typeface="Arial"/>
                <a:ea typeface="Arial"/>
                <a:cs typeface="Arial"/>
                <a:sym typeface="Arial"/>
              </a:rPr>
              <a:t>eClass</a:t>
            </a:r>
            <a:r>
              <a:rPr lang="en-US" b="0" kern="0" dirty="0" smtClean="0">
                <a:solidFill>
                  <a:srgbClr val="000000"/>
                </a:solidFill>
                <a:latin typeface="Arial"/>
                <a:ea typeface="Arial"/>
                <a:cs typeface="Arial"/>
                <a:sym typeface="Arial"/>
              </a:rPr>
              <a:t> </a:t>
            </a:r>
          </a:p>
          <a:p>
            <a:pPr marL="457200" lvl="0" indent="-457200" fontAlgn="auto">
              <a:lnSpc>
                <a:spcPct val="100000"/>
              </a:lnSpc>
              <a:spcBef>
                <a:spcPts val="0"/>
              </a:spcBef>
              <a:spcAft>
                <a:spcPts val="0"/>
              </a:spcAft>
              <a:buClr>
                <a:srgbClr val="000000"/>
              </a:buClr>
              <a:buSzPts val="2000"/>
              <a:buFont typeface="Noto Sans Symbols"/>
              <a:buChar char="⮚"/>
              <a:defRPr/>
            </a:pPr>
            <a:r>
              <a:rPr lang="en-US" b="0" kern="0" dirty="0" smtClean="0">
                <a:solidFill>
                  <a:srgbClr val="000000"/>
                </a:solidFill>
                <a:latin typeface="Arial"/>
                <a:ea typeface="Arial"/>
                <a:cs typeface="Arial"/>
                <a:sym typeface="Arial"/>
              </a:rPr>
              <a:t>Final Exam</a:t>
            </a:r>
          </a:p>
          <a:p>
            <a:pPr marL="457200" lvl="0" indent="-457200" fontAlgn="auto">
              <a:lnSpc>
                <a:spcPct val="100000"/>
              </a:lnSpc>
              <a:spcBef>
                <a:spcPts val="0"/>
              </a:spcBef>
              <a:spcAft>
                <a:spcPts val="0"/>
              </a:spcAft>
              <a:buClr>
                <a:srgbClr val="000000"/>
              </a:buClr>
              <a:buSzPts val="2000"/>
              <a:buFont typeface="Noto Sans Symbols"/>
              <a:buChar char="⮚"/>
              <a:defRPr/>
            </a:pPr>
            <a:r>
              <a:rPr lang="en-US" b="0" kern="0" dirty="0" smtClean="0">
                <a:solidFill>
                  <a:srgbClr val="000000"/>
                </a:solidFill>
                <a:latin typeface="Arial"/>
                <a:ea typeface="Arial"/>
                <a:cs typeface="Arial"/>
                <a:sym typeface="Arial"/>
              </a:rPr>
              <a:t>Seminars</a:t>
            </a:r>
            <a:endParaRPr lang="en-US" sz="1600" b="0" kern="0" dirty="0">
              <a:solidFill>
                <a:srgbClr val="000000"/>
              </a:solidFill>
              <a:latin typeface="Arial"/>
              <a:cs typeface="Arial"/>
              <a:sym typeface="Arial"/>
            </a:endParaRPr>
          </a:p>
          <a:p>
            <a:pPr marL="457200" lvl="0" indent="-330200" fontAlgn="auto">
              <a:lnSpc>
                <a:spcPct val="100000"/>
              </a:lnSpc>
              <a:spcBef>
                <a:spcPts val="0"/>
              </a:spcBef>
              <a:spcAft>
                <a:spcPts val="0"/>
              </a:spcAft>
              <a:buClr>
                <a:srgbClr val="000000"/>
              </a:buClr>
              <a:buSzPts val="2000"/>
              <a:buNone/>
              <a:defRPr/>
            </a:pPr>
            <a:endParaRPr lang="en-US" b="0" kern="0" dirty="0">
              <a:solidFill>
                <a:srgbClr val="000000"/>
              </a:solidFill>
              <a:latin typeface="Arial"/>
              <a:ea typeface="Arial"/>
              <a:cs typeface="Arial"/>
              <a:sym typeface="Arial"/>
            </a:endParaRPr>
          </a:p>
          <a:p>
            <a:pPr marL="0" lvl="0" indent="0" fontAlgn="auto">
              <a:lnSpc>
                <a:spcPct val="100000"/>
              </a:lnSpc>
              <a:spcBef>
                <a:spcPts val="0"/>
              </a:spcBef>
              <a:spcAft>
                <a:spcPts val="0"/>
              </a:spcAft>
              <a:buClr>
                <a:srgbClr val="000000"/>
              </a:buClr>
              <a:buSzPts val="2000"/>
              <a:buNone/>
              <a:defRPr/>
            </a:pPr>
            <a:r>
              <a:rPr lang="en-US" b="0" u="sng" kern="0" dirty="0">
                <a:solidFill>
                  <a:srgbClr val="000000"/>
                </a:solidFill>
                <a:latin typeface="Arial"/>
                <a:ea typeface="Arial"/>
                <a:cs typeface="Arial"/>
                <a:sym typeface="Arial"/>
              </a:rPr>
              <a:t>Answers:</a:t>
            </a:r>
            <a:endParaRPr lang="en-US" sz="1400" b="0" kern="0" dirty="0">
              <a:solidFill>
                <a:srgbClr val="000000"/>
              </a:solidFill>
              <a:latin typeface="Arial"/>
              <a:cs typeface="Arial"/>
              <a:sym typeface="Arial"/>
            </a:endParaRPr>
          </a:p>
          <a:p>
            <a:pPr marL="457200" lvl="0" indent="-457200" fontAlgn="auto">
              <a:lnSpc>
                <a:spcPct val="100000"/>
              </a:lnSpc>
              <a:spcBef>
                <a:spcPts val="0"/>
              </a:spcBef>
              <a:spcAft>
                <a:spcPts val="0"/>
              </a:spcAft>
              <a:buClr>
                <a:srgbClr val="000000"/>
              </a:buClr>
              <a:buSzPts val="2000"/>
              <a:buFont typeface="Noto Sans Symbols"/>
              <a:buChar char="⮚"/>
              <a:defRPr/>
            </a:pPr>
            <a:r>
              <a:rPr lang="en-US" b="0" kern="0" dirty="0" smtClean="0">
                <a:solidFill>
                  <a:srgbClr val="000000"/>
                </a:solidFill>
                <a:latin typeface="Arial"/>
                <a:ea typeface="Arial"/>
                <a:cs typeface="Arial"/>
                <a:sym typeface="Arial"/>
              </a:rPr>
              <a:t>All </a:t>
            </a:r>
            <a:r>
              <a:rPr lang="en-US" b="0" kern="0" dirty="0">
                <a:solidFill>
                  <a:srgbClr val="000000"/>
                </a:solidFill>
                <a:latin typeface="Arial"/>
                <a:ea typeface="Arial"/>
                <a:cs typeface="Arial"/>
                <a:sym typeface="Arial"/>
              </a:rPr>
              <a:t>in the Syllabus</a:t>
            </a:r>
            <a:endParaRPr lang="en-US" sz="1400" b="0" kern="0" dirty="0">
              <a:solidFill>
                <a:srgbClr val="000000"/>
              </a:solidFill>
              <a:latin typeface="Arial"/>
              <a:cs typeface="Arial"/>
              <a:sym typeface="Arial"/>
            </a:endParaRPr>
          </a:p>
          <a:p>
            <a:pPr marL="457200" lvl="0" indent="-457200" fontAlgn="auto">
              <a:lnSpc>
                <a:spcPct val="100000"/>
              </a:lnSpc>
              <a:spcBef>
                <a:spcPts val="0"/>
              </a:spcBef>
              <a:spcAft>
                <a:spcPts val="0"/>
              </a:spcAft>
              <a:buClr>
                <a:srgbClr val="000000"/>
              </a:buClr>
              <a:buSzPts val="2000"/>
              <a:buFont typeface="Noto Sans Symbols"/>
              <a:buChar char="⮚"/>
              <a:defRPr/>
            </a:pPr>
            <a:r>
              <a:rPr lang="en-US" b="0" kern="0" dirty="0" smtClean="0">
                <a:solidFill>
                  <a:srgbClr val="000000"/>
                </a:solidFill>
                <a:latin typeface="Arial"/>
                <a:ea typeface="Arial"/>
                <a:cs typeface="Arial"/>
                <a:sym typeface="Arial"/>
              </a:rPr>
              <a:t>Highlights </a:t>
            </a:r>
            <a:r>
              <a:rPr lang="en-US" b="0" kern="0" dirty="0">
                <a:solidFill>
                  <a:srgbClr val="000000"/>
                </a:solidFill>
                <a:latin typeface="Arial"/>
                <a:ea typeface="Arial"/>
                <a:cs typeface="Arial"/>
                <a:sym typeface="Arial"/>
              </a:rPr>
              <a:t>presented here </a:t>
            </a:r>
            <a:r>
              <a:rPr lang="en-US" b="0" kern="0" dirty="0" smtClean="0">
                <a:solidFill>
                  <a:srgbClr val="000000"/>
                </a:solidFill>
                <a:latin typeface="Arial"/>
                <a:ea typeface="Arial"/>
                <a:cs typeface="Arial"/>
                <a:sym typeface="Arial"/>
              </a:rPr>
              <a:t>…</a:t>
            </a:r>
            <a:endParaRPr lang="en-US" sz="1400" b="0" kern="0" dirty="0">
              <a:solidFill>
                <a:srgbClr val="000000"/>
              </a:solidFill>
              <a:latin typeface="Arial"/>
              <a:cs typeface="Arial"/>
              <a:sym typeface="Arial"/>
            </a:endParaRPr>
          </a:p>
        </p:txBody>
      </p:sp>
      <p:sp>
        <p:nvSpPr>
          <p:cNvPr id="9" name="Rectangle 2"/>
          <p:cNvSpPr>
            <a:spLocks noChangeArrowheads="1"/>
          </p:cNvSpPr>
          <p:nvPr/>
        </p:nvSpPr>
        <p:spPr bwMode="auto">
          <a:xfrm>
            <a:off x="180000" y="216000"/>
            <a:ext cx="8640000" cy="504000"/>
          </a:xfrm>
          <a:prstGeom prst="rect">
            <a:avLst/>
          </a:prstGeom>
          <a:noFill/>
          <a:ln>
            <a:noFill/>
          </a:ln>
          <a:extLst/>
        </p:spPr>
        <p:txBody>
          <a:bodyPr anchor="ctr"/>
          <a:lstStyle>
            <a:lvl1pPr>
              <a:lnSpc>
                <a:spcPct val="120000"/>
              </a:lnSpc>
              <a:spcBef>
                <a:spcPts val="1000"/>
              </a:spcBef>
              <a:buClr>
                <a:schemeClr val="tx1"/>
              </a:buClr>
              <a:buFont typeface="Arial" panose="020B0604020202020204" pitchFamily="34" charset="0"/>
              <a:buChar char="•"/>
              <a:defRPr sz="2000">
                <a:solidFill>
                  <a:schemeClr val="tx1"/>
                </a:solidFill>
                <a:latin typeface="Tw Cen MT" panose="020B0602020104020603" pitchFamily="34" charset="0"/>
              </a:defRPr>
            </a:lvl1pPr>
            <a:lvl2pPr marL="742950" indent="-285750">
              <a:lnSpc>
                <a:spcPct val="120000"/>
              </a:lnSpc>
              <a:spcBef>
                <a:spcPts val="500"/>
              </a:spcBef>
              <a:buClr>
                <a:schemeClr val="tx1"/>
              </a:buClr>
              <a:buFont typeface="Arial" panose="020B0604020202020204" pitchFamily="34" charset="0"/>
              <a:buChar char="•"/>
              <a:defRPr>
                <a:solidFill>
                  <a:schemeClr val="tx1"/>
                </a:solidFill>
                <a:latin typeface="Tw Cen MT" panose="020B0602020104020603" pitchFamily="34" charset="0"/>
              </a:defRPr>
            </a:lvl2pPr>
            <a:lvl3pPr marL="1143000" indent="-228600">
              <a:lnSpc>
                <a:spcPct val="120000"/>
              </a:lnSpc>
              <a:spcBef>
                <a:spcPts val="500"/>
              </a:spcBef>
              <a:buClr>
                <a:schemeClr val="tx1"/>
              </a:buClr>
              <a:buFont typeface="Arial" panose="020B0604020202020204" pitchFamily="34" charset="0"/>
              <a:buChar char="•"/>
              <a:defRPr sz="1600">
                <a:solidFill>
                  <a:schemeClr val="tx1"/>
                </a:solidFill>
                <a:latin typeface="Tw Cen MT" panose="020B0602020104020603" pitchFamily="34" charset="0"/>
              </a:defRPr>
            </a:lvl3pPr>
            <a:lvl4pPr marL="16002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4pPr>
            <a:lvl5pPr marL="20574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5pPr>
            <a:lvl6pPr marL="25146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6pPr>
            <a:lvl7pPr marL="29718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7pPr>
            <a:lvl8pPr marL="34290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8pPr>
            <a:lvl9pPr marL="38862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9pPr>
          </a:lstStyle>
          <a:p>
            <a:pPr lvl="0">
              <a:lnSpc>
                <a:spcPct val="100000"/>
              </a:lnSpc>
              <a:spcBef>
                <a:spcPct val="0"/>
              </a:spcBef>
              <a:buClrTx/>
              <a:buNone/>
            </a:pPr>
            <a:r>
              <a:rPr lang="en-US" altLang="en-US" sz="2400" b="0" dirty="0">
                <a:solidFill>
                  <a:srgbClr val="333399"/>
                </a:solidFill>
                <a:latin typeface="Arial" panose="020B0604020202020204" pitchFamily="34" charset="0"/>
                <a:cs typeface="Arial" panose="020B0604020202020204" pitchFamily="34" charset="0"/>
              </a:rPr>
              <a:t>Course Syllabus:</a:t>
            </a:r>
          </a:p>
        </p:txBody>
      </p:sp>
      <p:sp>
        <p:nvSpPr>
          <p:cNvPr id="12" name="Slide Number Placeholder 1"/>
          <p:cNvSpPr txBox="1">
            <a:spLocks noGrp="1"/>
          </p:cNvSpPr>
          <p:nvPr/>
        </p:nvSpPr>
        <p:spPr bwMode="auto">
          <a:xfrm>
            <a:off x="8280000" y="6300000"/>
            <a:ext cx="533400" cy="28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tx2"/>
              </a:buClr>
              <a:buSzPct val="65000"/>
              <a:buFont typeface="Wingdings" panose="05000000000000000000" pitchFamily="2" charset="2"/>
              <a:buChar char="v"/>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SzPct val="65000"/>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B9AAC074-F6B9-4EA4-AE59-9F9DB0D8944F}" type="slidenum">
              <a:rPr kumimoji="0" lang="en-US" altLang="en-US" sz="1200" b="1" i="1" u="none" strike="noStrike" kern="120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7</a:t>
            </a:fld>
            <a:endParaRPr kumimoji="0" lang="en-US" altLang="en-US" sz="1200" b="1" i="1" u="none" strike="noStrike" kern="120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sp>
        <p:nvSpPr>
          <p:cNvPr id="13" name="Google Shape;125;p2"/>
          <p:cNvSpPr/>
          <p:nvPr/>
        </p:nvSpPr>
        <p:spPr>
          <a:xfrm>
            <a:off x="2700000" y="6300000"/>
            <a:ext cx="5400000" cy="288000"/>
          </a:xfrm>
          <a:prstGeom prst="rect">
            <a:avLst/>
          </a:prstGeom>
          <a:no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Pts val="1600"/>
              <a:buFontTx/>
              <a:buNone/>
              <a:tabLst/>
              <a:defRPr/>
            </a:pPr>
            <a:r>
              <a:rPr kumimoji="0" lang="en-US" sz="1200" b="1" i="1" u="none" strike="noStrike" kern="0" cap="none" spc="0" normalizeH="0" baseline="0" noProof="0" dirty="0" smtClean="0">
                <a:ln>
                  <a:noFill/>
                </a:ln>
                <a:solidFill>
                  <a:srgbClr val="000000"/>
                </a:solidFill>
                <a:effectLst/>
                <a:uLnTx/>
                <a:uFillTx/>
                <a:latin typeface="Arial" charset="0"/>
                <a:ea typeface="Times New Roman"/>
                <a:cs typeface="Arial" panose="020B0604020202020204" pitchFamily="34" charset="0"/>
                <a:sym typeface="Times New Roman"/>
              </a:rPr>
              <a:t>ENGG404 Expectations, Course Syllabus, Course Plan, and Exam</a:t>
            </a:r>
            <a:endParaRPr kumimoji="0" lang="en-US" sz="1200" b="1" i="1" u="none" strike="noStrike" kern="0" cap="none" spc="0" normalizeH="0" baseline="0" noProof="0" dirty="0">
              <a:ln>
                <a:noFill/>
              </a:ln>
              <a:solidFill>
                <a:srgbClr val="000000"/>
              </a:solidFill>
              <a:effectLst/>
              <a:uLnTx/>
              <a:uFillTx/>
              <a:latin typeface="Arial" charset="0"/>
              <a:ea typeface="Times New Roman"/>
              <a:cs typeface="Arial" panose="020B0604020202020204" pitchFamily="34" charset="0"/>
              <a:sym typeface="Times New Roman"/>
            </a:endParaRPr>
          </a:p>
        </p:txBody>
      </p:sp>
      <p:pic>
        <p:nvPicPr>
          <p:cNvPr id="7" name="Google Shape;175;p7" descr="The Answer Man Tackles All of Your Booze Related Holiday ..."/>
          <p:cNvPicPr preferRelativeResize="0"/>
          <p:nvPr/>
        </p:nvPicPr>
        <p:blipFill rotWithShape="1">
          <a:blip r:embed="rId3">
            <a:alphaModFix/>
          </a:blip>
          <a:srcRect/>
          <a:stretch/>
        </p:blipFill>
        <p:spPr>
          <a:xfrm>
            <a:off x="4394200" y="1066800"/>
            <a:ext cx="4368800" cy="3276600"/>
          </a:xfrm>
          <a:prstGeom prst="rect">
            <a:avLst/>
          </a:prstGeom>
          <a:noFill/>
          <a:ln>
            <a:noFill/>
          </a:ln>
        </p:spPr>
      </p:pic>
    </p:spTree>
    <p:extLst>
      <p:ext uri="{BB962C8B-B14F-4D97-AF65-F5344CB8AC3E}">
        <p14:creationId xmlns:p14="http://schemas.microsoft.com/office/powerpoint/2010/main" val="1035166335"/>
      </p:ext>
    </p:extLst>
  </p:cSld>
  <p:clrMapOvr>
    <a:masterClrMapping/>
  </p:clrMapOvr>
  <p:transition>
    <p:fade/>
  </p:transition>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3"/>
          <p:cNvSpPr>
            <a:spLocks noChangeArrowheads="1"/>
          </p:cNvSpPr>
          <p:nvPr/>
        </p:nvSpPr>
        <p:spPr bwMode="auto">
          <a:xfrm>
            <a:off x="180000" y="828000"/>
            <a:ext cx="8640000" cy="5328000"/>
          </a:xfrm>
          <a:prstGeom prst="rect">
            <a:avLst/>
          </a:prstGeom>
          <a:noFill/>
          <a:ln w="9525">
            <a:noFill/>
            <a:miter lim="800000"/>
            <a:headEnd/>
            <a:tailEnd/>
          </a:ln>
        </p:spPr>
        <p:txBody>
          <a:bodyPr/>
          <a:lstStyle>
            <a:lvl1pPr marL="609600" indent="-609600">
              <a:lnSpc>
                <a:spcPct val="120000"/>
              </a:lnSpc>
              <a:spcBef>
                <a:spcPts val="1000"/>
              </a:spcBef>
              <a:buClr>
                <a:schemeClr val="tx1"/>
              </a:buClr>
              <a:buFont typeface="Arial" panose="020B0604020202020204" pitchFamily="34" charset="0"/>
              <a:buChar char="•"/>
              <a:defRPr sz="2000">
                <a:solidFill>
                  <a:schemeClr val="tx1"/>
                </a:solidFill>
                <a:latin typeface="Tw Cen MT" panose="020B0602020104020603" pitchFamily="34" charset="0"/>
              </a:defRPr>
            </a:lvl1pPr>
            <a:lvl2pPr marL="742950" indent="-285750">
              <a:lnSpc>
                <a:spcPct val="120000"/>
              </a:lnSpc>
              <a:spcBef>
                <a:spcPts val="500"/>
              </a:spcBef>
              <a:buClr>
                <a:schemeClr val="tx1"/>
              </a:buClr>
              <a:buFont typeface="Arial" panose="020B0604020202020204" pitchFamily="34" charset="0"/>
              <a:buChar char="•"/>
              <a:defRPr>
                <a:solidFill>
                  <a:schemeClr val="tx1"/>
                </a:solidFill>
                <a:latin typeface="Tw Cen MT" panose="020B0602020104020603" pitchFamily="34" charset="0"/>
              </a:defRPr>
            </a:lvl2pPr>
            <a:lvl3pPr marL="1143000" indent="-228600">
              <a:lnSpc>
                <a:spcPct val="120000"/>
              </a:lnSpc>
              <a:spcBef>
                <a:spcPts val="500"/>
              </a:spcBef>
              <a:buClr>
                <a:schemeClr val="tx1"/>
              </a:buClr>
              <a:buFont typeface="Arial" panose="020B0604020202020204" pitchFamily="34" charset="0"/>
              <a:buChar char="•"/>
              <a:defRPr sz="1600">
                <a:solidFill>
                  <a:schemeClr val="tx1"/>
                </a:solidFill>
                <a:latin typeface="Tw Cen MT" panose="020B0602020104020603" pitchFamily="34" charset="0"/>
              </a:defRPr>
            </a:lvl3pPr>
            <a:lvl4pPr marL="16002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4pPr>
            <a:lvl5pPr marL="20574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5pPr>
            <a:lvl6pPr marL="25146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6pPr>
            <a:lvl7pPr marL="29718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7pPr>
            <a:lvl8pPr marL="34290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8pPr>
            <a:lvl9pPr marL="38862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9pPr>
          </a:lstStyle>
          <a:p>
            <a:pPr marL="0" lvl="0" indent="0" fontAlgn="auto">
              <a:lnSpc>
                <a:spcPct val="100000"/>
              </a:lnSpc>
              <a:spcBef>
                <a:spcPts val="0"/>
              </a:spcBef>
              <a:spcAft>
                <a:spcPts val="0"/>
              </a:spcAft>
              <a:buClr>
                <a:srgbClr val="000000"/>
              </a:buClr>
              <a:buSzPts val="2000"/>
              <a:buNone/>
              <a:defRPr/>
            </a:pPr>
            <a:r>
              <a:rPr lang="en-US" kern="0" dirty="0" smtClean="0">
                <a:solidFill>
                  <a:srgbClr val="000000"/>
                </a:solidFill>
                <a:latin typeface="Arial"/>
                <a:ea typeface="Arial"/>
                <a:cs typeface="Arial"/>
                <a:sym typeface="Arial"/>
              </a:rPr>
              <a:t>When to Take This Course </a:t>
            </a:r>
            <a:r>
              <a:rPr lang="en-US" b="0" kern="0" dirty="0" smtClean="0">
                <a:solidFill>
                  <a:srgbClr val="000000"/>
                </a:solidFill>
                <a:latin typeface="Arial"/>
                <a:ea typeface="Arial"/>
                <a:cs typeface="Arial"/>
                <a:sym typeface="Arial"/>
              </a:rPr>
              <a:t>(complete details in the Syllabus)</a:t>
            </a:r>
            <a:r>
              <a:rPr lang="en-US" kern="0" dirty="0" smtClean="0">
                <a:solidFill>
                  <a:srgbClr val="000000"/>
                </a:solidFill>
                <a:latin typeface="Arial"/>
                <a:ea typeface="Arial"/>
                <a:cs typeface="Arial"/>
                <a:sym typeface="Arial"/>
              </a:rPr>
              <a:t>: </a:t>
            </a:r>
          </a:p>
          <a:p>
            <a:pPr marL="360000" indent="-360000" fontAlgn="auto">
              <a:lnSpc>
                <a:spcPct val="100000"/>
              </a:lnSpc>
              <a:spcBef>
                <a:spcPts val="0"/>
              </a:spcBef>
              <a:spcAft>
                <a:spcPts val="0"/>
              </a:spcAft>
              <a:buClr>
                <a:srgbClr val="000000"/>
              </a:buClr>
              <a:buSzPts val="2000"/>
              <a:buFont typeface="Wingdings" panose="05000000000000000000" pitchFamily="2" charset="2"/>
              <a:buChar char="Ø"/>
              <a:defRPr/>
            </a:pPr>
            <a:r>
              <a:rPr lang="en-US" b="0" kern="0" dirty="0" smtClean="0">
                <a:solidFill>
                  <a:srgbClr val="000000"/>
                </a:solidFill>
                <a:latin typeface="Arial"/>
                <a:ea typeface="Arial"/>
                <a:cs typeface="Arial"/>
                <a:sym typeface="Arial"/>
              </a:rPr>
              <a:t>Are you taking ENGG404 </a:t>
            </a:r>
            <a:r>
              <a:rPr lang="en-US" kern="0" dirty="0" smtClean="0">
                <a:solidFill>
                  <a:srgbClr val="000000"/>
                </a:solidFill>
                <a:latin typeface="Arial"/>
                <a:ea typeface="Arial"/>
                <a:cs typeface="Arial"/>
                <a:sym typeface="Arial"/>
              </a:rPr>
              <a:t>out-of-sequence</a:t>
            </a:r>
            <a:r>
              <a:rPr lang="en-US" b="0" kern="0" dirty="0" smtClean="0">
                <a:solidFill>
                  <a:srgbClr val="000000"/>
                </a:solidFill>
                <a:latin typeface="Arial"/>
                <a:ea typeface="Arial"/>
                <a:cs typeface="Arial"/>
                <a:sym typeface="Arial"/>
              </a:rPr>
              <a:t> (i.e. not taking this course per your program / plan / year schedule)? </a:t>
            </a:r>
          </a:p>
          <a:p>
            <a:pPr marL="360000" indent="-360000" fontAlgn="auto">
              <a:lnSpc>
                <a:spcPct val="100000"/>
              </a:lnSpc>
              <a:spcBef>
                <a:spcPts val="0"/>
              </a:spcBef>
              <a:spcAft>
                <a:spcPts val="0"/>
              </a:spcAft>
              <a:buClr>
                <a:srgbClr val="000000"/>
              </a:buClr>
              <a:buSzPts val="2000"/>
              <a:buFont typeface="Wingdings" panose="05000000000000000000" pitchFamily="2" charset="2"/>
              <a:buChar char="Ø"/>
              <a:defRPr/>
            </a:pPr>
            <a:r>
              <a:rPr lang="en-US" kern="0" dirty="0" smtClean="0">
                <a:solidFill>
                  <a:srgbClr val="000000"/>
                </a:solidFill>
                <a:latin typeface="Arial"/>
                <a:ea typeface="Arial"/>
                <a:cs typeface="Arial"/>
                <a:sym typeface="Arial"/>
              </a:rPr>
              <a:t>Think again! Consider these points:</a:t>
            </a:r>
          </a:p>
          <a:p>
            <a:pPr marL="720000" indent="-360000" fontAlgn="auto">
              <a:lnSpc>
                <a:spcPct val="100000"/>
              </a:lnSpc>
              <a:spcBef>
                <a:spcPts val="0"/>
              </a:spcBef>
              <a:spcAft>
                <a:spcPts val="0"/>
              </a:spcAft>
              <a:buClr>
                <a:srgbClr val="000000"/>
              </a:buClr>
              <a:buSzPts val="2000"/>
              <a:buFont typeface="Noto Sans Symbols"/>
              <a:buChar char="⮚"/>
              <a:defRPr/>
            </a:pPr>
            <a:r>
              <a:rPr lang="en-US" b="0" kern="0" dirty="0" smtClean="0">
                <a:solidFill>
                  <a:srgbClr val="000000"/>
                </a:solidFill>
                <a:latin typeface="Arial"/>
                <a:ea typeface="Arial"/>
                <a:cs typeface="Arial"/>
                <a:sym typeface="Arial"/>
              </a:rPr>
              <a:t>400-Level / 4th </a:t>
            </a:r>
            <a:r>
              <a:rPr lang="en-US" b="0" kern="0" dirty="0">
                <a:solidFill>
                  <a:srgbClr val="000000"/>
                </a:solidFill>
                <a:latin typeface="Arial"/>
                <a:ea typeface="Arial"/>
                <a:cs typeface="Arial"/>
                <a:sym typeface="Arial"/>
              </a:rPr>
              <a:t>year heavily-weighted </a:t>
            </a:r>
            <a:r>
              <a:rPr lang="en-US" b="0" kern="0" dirty="0" smtClean="0">
                <a:solidFill>
                  <a:srgbClr val="000000"/>
                </a:solidFill>
                <a:latin typeface="Arial"/>
                <a:ea typeface="Arial"/>
                <a:cs typeface="Arial"/>
                <a:sym typeface="Arial"/>
              </a:rPr>
              <a:t>course: Weighting = 3.8</a:t>
            </a:r>
            <a:endParaRPr lang="en-US" b="0" kern="0" dirty="0">
              <a:solidFill>
                <a:srgbClr val="000000"/>
              </a:solidFill>
              <a:latin typeface="Arial"/>
              <a:ea typeface="Arial"/>
              <a:cs typeface="Arial"/>
              <a:sym typeface="Arial"/>
            </a:endParaRPr>
          </a:p>
          <a:p>
            <a:pPr marL="720000" lvl="0" indent="-360000" fontAlgn="auto">
              <a:lnSpc>
                <a:spcPct val="100000"/>
              </a:lnSpc>
              <a:spcBef>
                <a:spcPts val="0"/>
              </a:spcBef>
              <a:spcAft>
                <a:spcPts val="0"/>
              </a:spcAft>
              <a:buClr>
                <a:srgbClr val="000000"/>
              </a:buClr>
              <a:buSzPts val="2000"/>
              <a:buFont typeface="Noto Sans Symbols"/>
              <a:buChar char="⮚"/>
              <a:defRPr/>
            </a:pPr>
            <a:r>
              <a:rPr lang="en-US" b="0" kern="0" dirty="0" smtClean="0">
                <a:solidFill>
                  <a:srgbClr val="000000"/>
                </a:solidFill>
                <a:latin typeface="Arial"/>
                <a:ea typeface="Arial"/>
                <a:cs typeface="Arial"/>
                <a:sym typeface="Arial"/>
              </a:rPr>
              <a:t>Team </a:t>
            </a:r>
            <a:r>
              <a:rPr lang="en-US" b="0" kern="0" dirty="0">
                <a:solidFill>
                  <a:srgbClr val="000000"/>
                </a:solidFill>
                <a:latin typeface="Arial"/>
                <a:ea typeface="Arial"/>
                <a:cs typeface="Arial"/>
                <a:sym typeface="Arial"/>
              </a:rPr>
              <a:t>project </a:t>
            </a:r>
            <a:r>
              <a:rPr lang="en-US" b="0" kern="0" dirty="0" smtClean="0">
                <a:solidFill>
                  <a:srgbClr val="000000"/>
                </a:solidFill>
                <a:latin typeface="Arial"/>
                <a:ea typeface="Arial"/>
                <a:cs typeface="Arial"/>
                <a:sym typeface="Arial"/>
              </a:rPr>
              <a:t>with </a:t>
            </a:r>
            <a:r>
              <a:rPr lang="en-US" b="0" kern="0" dirty="0">
                <a:solidFill>
                  <a:srgbClr val="000000"/>
                </a:solidFill>
                <a:latin typeface="Arial"/>
                <a:ea typeface="Arial"/>
                <a:cs typeface="Arial"/>
                <a:sym typeface="Arial"/>
              </a:rPr>
              <a:t>your cohort is </a:t>
            </a:r>
            <a:r>
              <a:rPr lang="en-US" b="0" kern="0" dirty="0" smtClean="0">
                <a:solidFill>
                  <a:srgbClr val="000000"/>
                </a:solidFill>
                <a:latin typeface="Arial"/>
                <a:ea typeface="Arial"/>
                <a:cs typeface="Arial"/>
                <a:sym typeface="Arial"/>
              </a:rPr>
              <a:t>beneficial; on a work-term is a hindrance!</a:t>
            </a:r>
            <a:endParaRPr lang="en-US" b="0" kern="0" dirty="0">
              <a:solidFill>
                <a:srgbClr val="000000"/>
              </a:solidFill>
              <a:latin typeface="Arial"/>
              <a:ea typeface="Arial"/>
              <a:cs typeface="Arial"/>
              <a:sym typeface="Arial"/>
            </a:endParaRPr>
          </a:p>
          <a:p>
            <a:pPr marL="360000" indent="-360000" fontAlgn="auto">
              <a:lnSpc>
                <a:spcPct val="100000"/>
              </a:lnSpc>
              <a:spcBef>
                <a:spcPts val="0"/>
              </a:spcBef>
              <a:spcAft>
                <a:spcPts val="0"/>
              </a:spcAft>
              <a:buClr>
                <a:srgbClr val="000000"/>
              </a:buClr>
              <a:buSzPts val="2000"/>
              <a:buFont typeface="Noto Sans Symbols"/>
              <a:buChar char="⮚"/>
              <a:defRPr/>
            </a:pPr>
            <a:r>
              <a:rPr lang="en-US" kern="0" dirty="0" smtClean="0">
                <a:solidFill>
                  <a:srgbClr val="000000"/>
                </a:solidFill>
                <a:latin typeface="Arial"/>
                <a:ea typeface="Arial"/>
                <a:cs typeface="Arial"/>
                <a:sym typeface="Arial"/>
              </a:rPr>
              <a:t>In-sequence with Program/Plan and Year: </a:t>
            </a:r>
            <a:r>
              <a:rPr lang="en-US" b="0" kern="0" dirty="0" smtClean="0">
                <a:solidFill>
                  <a:srgbClr val="000000"/>
                </a:solidFill>
                <a:latin typeface="Arial"/>
                <a:ea typeface="Arial"/>
                <a:cs typeface="Arial"/>
                <a:sym typeface="Arial"/>
              </a:rPr>
              <a:t>Team Project </a:t>
            </a:r>
            <a:r>
              <a:rPr lang="en-US" b="0" kern="0" dirty="0">
                <a:solidFill>
                  <a:srgbClr val="000000"/>
                </a:solidFill>
                <a:latin typeface="Arial"/>
                <a:ea typeface="Arial"/>
                <a:cs typeface="Arial"/>
                <a:sym typeface="Arial"/>
              </a:rPr>
              <a:t>Intent is </a:t>
            </a:r>
            <a:r>
              <a:rPr lang="en-US" b="0" kern="0" dirty="0" smtClean="0">
                <a:solidFill>
                  <a:srgbClr val="000000"/>
                </a:solidFill>
                <a:latin typeface="Arial"/>
                <a:ea typeface="Arial"/>
                <a:cs typeface="Arial"/>
                <a:sym typeface="Arial"/>
              </a:rPr>
              <a:t>to work on </a:t>
            </a:r>
            <a:r>
              <a:rPr lang="en-US" b="0" kern="0" dirty="0">
                <a:solidFill>
                  <a:srgbClr val="000000"/>
                </a:solidFill>
                <a:latin typeface="Arial"/>
                <a:ea typeface="Arial"/>
                <a:cs typeface="Arial"/>
                <a:sym typeface="Arial"/>
              </a:rPr>
              <a:t>a team project with specific relevance to </a:t>
            </a:r>
            <a:r>
              <a:rPr lang="en-US" b="0" kern="0" dirty="0" smtClean="0">
                <a:solidFill>
                  <a:srgbClr val="000000"/>
                </a:solidFill>
                <a:latin typeface="Arial"/>
                <a:ea typeface="Arial"/>
                <a:cs typeface="Arial"/>
                <a:sym typeface="Arial"/>
              </a:rPr>
              <a:t>your engineering discipline </a:t>
            </a:r>
            <a:r>
              <a:rPr lang="en-US" b="0" kern="0" dirty="0">
                <a:solidFill>
                  <a:srgbClr val="000000"/>
                </a:solidFill>
                <a:latin typeface="Arial"/>
                <a:ea typeface="Arial"/>
                <a:cs typeface="Arial"/>
                <a:sym typeface="Arial"/>
              </a:rPr>
              <a:t>to enhance your learning experience in this course.</a:t>
            </a:r>
          </a:p>
          <a:p>
            <a:pPr marL="360000" indent="-360000" fontAlgn="auto">
              <a:lnSpc>
                <a:spcPct val="100000"/>
              </a:lnSpc>
              <a:spcBef>
                <a:spcPts val="0"/>
              </a:spcBef>
              <a:spcAft>
                <a:spcPts val="0"/>
              </a:spcAft>
              <a:buClr>
                <a:srgbClr val="000000"/>
              </a:buClr>
              <a:buSzPts val="2000"/>
              <a:buFont typeface="Noto Sans Symbols"/>
              <a:buChar char="⮚"/>
              <a:defRPr/>
            </a:pPr>
            <a:r>
              <a:rPr lang="en-US" kern="0" dirty="0" smtClean="0">
                <a:solidFill>
                  <a:srgbClr val="000000"/>
                </a:solidFill>
                <a:latin typeface="Arial"/>
                <a:ea typeface="Arial"/>
                <a:cs typeface="Arial"/>
                <a:sym typeface="Arial"/>
              </a:rPr>
              <a:t>On a work </a:t>
            </a:r>
            <a:r>
              <a:rPr lang="en-US" kern="0" dirty="0">
                <a:solidFill>
                  <a:srgbClr val="000000"/>
                </a:solidFill>
                <a:latin typeface="Arial"/>
                <a:ea typeface="Arial"/>
                <a:cs typeface="Arial"/>
                <a:sym typeface="Arial"/>
              </a:rPr>
              <a:t>term? </a:t>
            </a:r>
            <a:r>
              <a:rPr lang="en-US" b="0" kern="0" dirty="0">
                <a:solidFill>
                  <a:srgbClr val="000000"/>
                </a:solidFill>
                <a:latin typeface="Arial"/>
                <a:ea typeface="Arial"/>
                <a:cs typeface="Arial"/>
                <a:sym typeface="Arial"/>
              </a:rPr>
              <a:t>This course uses blended learning techniques and requires attendance, participation, and engagement in real-time</a:t>
            </a:r>
            <a:r>
              <a:rPr lang="en-US" b="0" kern="0" dirty="0" smtClean="0">
                <a:solidFill>
                  <a:srgbClr val="000000"/>
                </a:solidFill>
                <a:latin typeface="Arial"/>
                <a:ea typeface="Arial"/>
                <a:cs typeface="Arial"/>
                <a:sym typeface="Arial"/>
              </a:rPr>
              <a:t>. Your work-term commitments will create conflicts and are barriers to success.</a:t>
            </a:r>
            <a:endParaRPr lang="en-US" b="0" kern="0" dirty="0">
              <a:solidFill>
                <a:srgbClr val="000000"/>
              </a:solidFill>
              <a:latin typeface="Arial"/>
              <a:ea typeface="Arial"/>
              <a:cs typeface="Arial"/>
              <a:sym typeface="Arial"/>
            </a:endParaRPr>
          </a:p>
          <a:p>
            <a:pPr marL="360000" lvl="0" indent="-360000" fontAlgn="auto">
              <a:lnSpc>
                <a:spcPct val="100000"/>
              </a:lnSpc>
              <a:spcBef>
                <a:spcPts val="0"/>
              </a:spcBef>
              <a:spcAft>
                <a:spcPts val="0"/>
              </a:spcAft>
              <a:buClr>
                <a:srgbClr val="000000"/>
              </a:buClr>
              <a:buSzPts val="2000"/>
              <a:buFont typeface="Noto Sans Symbols"/>
              <a:buChar char="⮚"/>
              <a:defRPr/>
            </a:pPr>
            <a:endParaRPr lang="en-US" b="0" kern="0" dirty="0" smtClean="0">
              <a:solidFill>
                <a:srgbClr val="000000"/>
              </a:solidFill>
              <a:latin typeface="Arial"/>
              <a:ea typeface="Arial"/>
              <a:cs typeface="Arial"/>
              <a:sym typeface="Arial"/>
            </a:endParaRPr>
          </a:p>
          <a:p>
            <a:pPr marL="0" lvl="0" indent="0" algn="ctr" fontAlgn="auto">
              <a:lnSpc>
                <a:spcPct val="100000"/>
              </a:lnSpc>
              <a:spcBef>
                <a:spcPts val="0"/>
              </a:spcBef>
              <a:spcAft>
                <a:spcPts val="0"/>
              </a:spcAft>
              <a:buClr>
                <a:srgbClr val="000000"/>
              </a:buClr>
              <a:buSzPts val="2000"/>
              <a:buNone/>
              <a:defRPr/>
            </a:pPr>
            <a:r>
              <a:rPr lang="en-US" sz="2400" kern="0" dirty="0" smtClean="0">
                <a:solidFill>
                  <a:srgbClr val="000000"/>
                </a:solidFill>
                <a:latin typeface="Arial"/>
                <a:ea typeface="Arial"/>
                <a:cs typeface="Arial"/>
                <a:sym typeface="Arial"/>
              </a:rPr>
              <a:t>You should NOT take this course out-of-sequence, or as an “add-on” while on your work term. </a:t>
            </a:r>
          </a:p>
        </p:txBody>
      </p:sp>
      <p:sp>
        <p:nvSpPr>
          <p:cNvPr id="9" name="Rectangle 2"/>
          <p:cNvSpPr>
            <a:spLocks noChangeArrowheads="1"/>
          </p:cNvSpPr>
          <p:nvPr/>
        </p:nvSpPr>
        <p:spPr bwMode="auto">
          <a:xfrm>
            <a:off x="180000" y="216000"/>
            <a:ext cx="8640000" cy="504000"/>
          </a:xfrm>
          <a:prstGeom prst="rect">
            <a:avLst/>
          </a:prstGeom>
          <a:noFill/>
          <a:ln>
            <a:noFill/>
          </a:ln>
          <a:extLst/>
        </p:spPr>
        <p:txBody>
          <a:bodyPr anchor="ctr"/>
          <a:lstStyle>
            <a:lvl1pPr>
              <a:lnSpc>
                <a:spcPct val="120000"/>
              </a:lnSpc>
              <a:spcBef>
                <a:spcPts val="1000"/>
              </a:spcBef>
              <a:buClr>
                <a:schemeClr val="tx1"/>
              </a:buClr>
              <a:buFont typeface="Arial" panose="020B0604020202020204" pitchFamily="34" charset="0"/>
              <a:buChar char="•"/>
              <a:defRPr sz="2000">
                <a:solidFill>
                  <a:schemeClr val="tx1"/>
                </a:solidFill>
                <a:latin typeface="Tw Cen MT" panose="020B0602020104020603" pitchFamily="34" charset="0"/>
              </a:defRPr>
            </a:lvl1pPr>
            <a:lvl2pPr marL="742950" indent="-285750">
              <a:lnSpc>
                <a:spcPct val="120000"/>
              </a:lnSpc>
              <a:spcBef>
                <a:spcPts val="500"/>
              </a:spcBef>
              <a:buClr>
                <a:schemeClr val="tx1"/>
              </a:buClr>
              <a:buFont typeface="Arial" panose="020B0604020202020204" pitchFamily="34" charset="0"/>
              <a:buChar char="•"/>
              <a:defRPr>
                <a:solidFill>
                  <a:schemeClr val="tx1"/>
                </a:solidFill>
                <a:latin typeface="Tw Cen MT" panose="020B0602020104020603" pitchFamily="34" charset="0"/>
              </a:defRPr>
            </a:lvl2pPr>
            <a:lvl3pPr marL="1143000" indent="-228600">
              <a:lnSpc>
                <a:spcPct val="120000"/>
              </a:lnSpc>
              <a:spcBef>
                <a:spcPts val="500"/>
              </a:spcBef>
              <a:buClr>
                <a:schemeClr val="tx1"/>
              </a:buClr>
              <a:buFont typeface="Arial" panose="020B0604020202020204" pitchFamily="34" charset="0"/>
              <a:buChar char="•"/>
              <a:defRPr sz="1600">
                <a:solidFill>
                  <a:schemeClr val="tx1"/>
                </a:solidFill>
                <a:latin typeface="Tw Cen MT" panose="020B0602020104020603" pitchFamily="34" charset="0"/>
              </a:defRPr>
            </a:lvl3pPr>
            <a:lvl4pPr marL="16002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4pPr>
            <a:lvl5pPr marL="20574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5pPr>
            <a:lvl6pPr marL="25146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6pPr>
            <a:lvl7pPr marL="29718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7pPr>
            <a:lvl8pPr marL="34290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8pPr>
            <a:lvl9pPr marL="38862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9pPr>
          </a:lstStyle>
          <a:p>
            <a:pPr lvl="0">
              <a:lnSpc>
                <a:spcPct val="100000"/>
              </a:lnSpc>
              <a:spcBef>
                <a:spcPct val="0"/>
              </a:spcBef>
              <a:buClrTx/>
              <a:buNone/>
            </a:pPr>
            <a:r>
              <a:rPr lang="en-US" altLang="en-US" sz="2400" b="0" dirty="0">
                <a:solidFill>
                  <a:srgbClr val="333399"/>
                </a:solidFill>
                <a:latin typeface="Arial" panose="020B0604020202020204" pitchFamily="34" charset="0"/>
                <a:cs typeface="Arial" panose="020B0604020202020204" pitchFamily="34" charset="0"/>
              </a:rPr>
              <a:t>Course Syllabus:</a:t>
            </a:r>
          </a:p>
        </p:txBody>
      </p:sp>
      <p:sp>
        <p:nvSpPr>
          <p:cNvPr id="12" name="Slide Number Placeholder 1"/>
          <p:cNvSpPr txBox="1">
            <a:spLocks noGrp="1"/>
          </p:cNvSpPr>
          <p:nvPr/>
        </p:nvSpPr>
        <p:spPr bwMode="auto">
          <a:xfrm>
            <a:off x="8280000" y="6300000"/>
            <a:ext cx="533400" cy="28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tx2"/>
              </a:buClr>
              <a:buSzPct val="65000"/>
              <a:buFont typeface="Wingdings" panose="05000000000000000000" pitchFamily="2" charset="2"/>
              <a:buChar char="v"/>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SzPct val="65000"/>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B9AAC074-F6B9-4EA4-AE59-9F9DB0D8944F}" type="slidenum">
              <a:rPr kumimoji="0" lang="en-US" altLang="en-US" sz="1200" b="1" i="1" u="none" strike="noStrike" kern="120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8</a:t>
            </a:fld>
            <a:endParaRPr kumimoji="0" lang="en-US" altLang="en-US" sz="1200" b="1" i="1" u="none" strike="noStrike" kern="120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sp>
        <p:nvSpPr>
          <p:cNvPr id="13" name="Google Shape;125;p2"/>
          <p:cNvSpPr/>
          <p:nvPr/>
        </p:nvSpPr>
        <p:spPr>
          <a:xfrm>
            <a:off x="2700000" y="6300000"/>
            <a:ext cx="5400000" cy="288000"/>
          </a:xfrm>
          <a:prstGeom prst="rect">
            <a:avLst/>
          </a:prstGeom>
          <a:no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Pts val="1600"/>
              <a:buFontTx/>
              <a:buNone/>
              <a:tabLst/>
              <a:defRPr/>
            </a:pPr>
            <a:r>
              <a:rPr kumimoji="0" lang="en-US" sz="1200" b="1" i="1" u="none" strike="noStrike" kern="0" cap="none" spc="0" normalizeH="0" baseline="0" noProof="0" dirty="0" smtClean="0">
                <a:ln>
                  <a:noFill/>
                </a:ln>
                <a:solidFill>
                  <a:srgbClr val="000000"/>
                </a:solidFill>
                <a:effectLst/>
                <a:uLnTx/>
                <a:uFillTx/>
                <a:latin typeface="Arial" charset="0"/>
                <a:ea typeface="Times New Roman"/>
                <a:cs typeface="Arial" panose="020B0604020202020204" pitchFamily="34" charset="0"/>
                <a:sym typeface="Times New Roman"/>
              </a:rPr>
              <a:t>ENGG404 Expectations, Course Syllabus, Course Plan, and Exam</a:t>
            </a:r>
            <a:endParaRPr kumimoji="0" lang="en-US" sz="1200" b="1" i="1" u="none" strike="noStrike" kern="0" cap="none" spc="0" normalizeH="0" baseline="0" noProof="0" dirty="0">
              <a:ln>
                <a:noFill/>
              </a:ln>
              <a:solidFill>
                <a:srgbClr val="000000"/>
              </a:solidFill>
              <a:effectLst/>
              <a:uLnTx/>
              <a:uFillTx/>
              <a:latin typeface="Arial" charset="0"/>
              <a:ea typeface="Times New Roman"/>
              <a:cs typeface="Arial" panose="020B0604020202020204" pitchFamily="34" charset="0"/>
              <a:sym typeface="Times New Roman"/>
            </a:endParaRPr>
          </a:p>
        </p:txBody>
      </p:sp>
    </p:spTree>
    <p:extLst>
      <p:ext uri="{BB962C8B-B14F-4D97-AF65-F5344CB8AC3E}">
        <p14:creationId xmlns:p14="http://schemas.microsoft.com/office/powerpoint/2010/main" val="520296343"/>
      </p:ext>
    </p:extLst>
  </p:cSld>
  <p:clrMapOvr>
    <a:masterClrMapping/>
  </p:clrMapOvr>
  <p:transition>
    <p:fade/>
  </p:transition>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3"/>
          <p:cNvSpPr>
            <a:spLocks noChangeArrowheads="1"/>
          </p:cNvSpPr>
          <p:nvPr/>
        </p:nvSpPr>
        <p:spPr bwMode="auto">
          <a:xfrm>
            <a:off x="180000" y="828000"/>
            <a:ext cx="8640000" cy="5328000"/>
          </a:xfrm>
          <a:prstGeom prst="rect">
            <a:avLst/>
          </a:prstGeom>
          <a:noFill/>
          <a:ln w="9525">
            <a:noFill/>
            <a:miter lim="800000"/>
            <a:headEnd/>
            <a:tailEnd/>
          </a:ln>
        </p:spPr>
        <p:txBody>
          <a:bodyPr/>
          <a:lstStyle>
            <a:lvl1pPr marL="609600" indent="-609600">
              <a:lnSpc>
                <a:spcPct val="120000"/>
              </a:lnSpc>
              <a:spcBef>
                <a:spcPts val="1000"/>
              </a:spcBef>
              <a:buClr>
                <a:schemeClr val="tx1"/>
              </a:buClr>
              <a:buFont typeface="Arial" panose="020B0604020202020204" pitchFamily="34" charset="0"/>
              <a:buChar char="•"/>
              <a:defRPr sz="2000">
                <a:solidFill>
                  <a:schemeClr val="tx1"/>
                </a:solidFill>
                <a:latin typeface="Tw Cen MT" panose="020B0602020104020603" pitchFamily="34" charset="0"/>
              </a:defRPr>
            </a:lvl1pPr>
            <a:lvl2pPr marL="742950" indent="-285750">
              <a:lnSpc>
                <a:spcPct val="120000"/>
              </a:lnSpc>
              <a:spcBef>
                <a:spcPts val="500"/>
              </a:spcBef>
              <a:buClr>
                <a:schemeClr val="tx1"/>
              </a:buClr>
              <a:buFont typeface="Arial" panose="020B0604020202020204" pitchFamily="34" charset="0"/>
              <a:buChar char="•"/>
              <a:defRPr>
                <a:solidFill>
                  <a:schemeClr val="tx1"/>
                </a:solidFill>
                <a:latin typeface="Tw Cen MT" panose="020B0602020104020603" pitchFamily="34" charset="0"/>
              </a:defRPr>
            </a:lvl2pPr>
            <a:lvl3pPr marL="1143000" indent="-228600">
              <a:lnSpc>
                <a:spcPct val="120000"/>
              </a:lnSpc>
              <a:spcBef>
                <a:spcPts val="500"/>
              </a:spcBef>
              <a:buClr>
                <a:schemeClr val="tx1"/>
              </a:buClr>
              <a:buFont typeface="Arial" panose="020B0604020202020204" pitchFamily="34" charset="0"/>
              <a:buChar char="•"/>
              <a:defRPr sz="1600">
                <a:solidFill>
                  <a:schemeClr val="tx1"/>
                </a:solidFill>
                <a:latin typeface="Tw Cen MT" panose="020B0602020104020603" pitchFamily="34" charset="0"/>
              </a:defRPr>
            </a:lvl3pPr>
            <a:lvl4pPr marL="16002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4pPr>
            <a:lvl5pPr marL="20574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5pPr>
            <a:lvl6pPr marL="25146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6pPr>
            <a:lvl7pPr marL="29718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7pPr>
            <a:lvl8pPr marL="34290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8pPr>
            <a:lvl9pPr marL="38862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9pPr>
          </a:lstStyle>
          <a:p>
            <a:pPr marL="0" lvl="0" indent="0" eaLnBrk="0" hangingPunct="0">
              <a:lnSpc>
                <a:spcPct val="100000"/>
              </a:lnSpc>
              <a:spcBef>
                <a:spcPts val="0"/>
              </a:spcBef>
              <a:buClr>
                <a:srgbClr val="000000"/>
              </a:buClr>
              <a:buSzPct val="100000"/>
              <a:buNone/>
            </a:pPr>
            <a:r>
              <a:rPr lang="en-US" altLang="en-US"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Marking Scheme – the Allocation of Course Marks</a:t>
            </a:r>
            <a:r>
              <a:rPr lang="en-US" altLang="en-US"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rPr>
              <a:t>:</a:t>
            </a:r>
          </a:p>
          <a:p>
            <a:pPr marL="0" lvl="0" indent="0" eaLnBrk="0" hangingPunct="0">
              <a:lnSpc>
                <a:spcPct val="100000"/>
              </a:lnSpc>
              <a:spcBef>
                <a:spcPts val="0"/>
              </a:spcBef>
              <a:buClr>
                <a:srgbClr val="000000"/>
              </a:buClr>
              <a:buSzPct val="100000"/>
              <a:buNone/>
            </a:pPr>
            <a:endParaRPr kumimoji="0" lang="en-US" altLang="en-US" sz="2000" b="0" i="0" u="none" strike="noStrike" kern="1200" cap="none" spc="0" normalizeH="0" baseline="0" noProof="0" dirty="0" smtClean="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a:p>
            <a:pPr marL="0" lvl="0" indent="0" eaLnBrk="0" hangingPunct="0">
              <a:lnSpc>
                <a:spcPct val="100000"/>
              </a:lnSpc>
              <a:spcBef>
                <a:spcPts val="0"/>
              </a:spcBef>
              <a:buClr>
                <a:srgbClr val="000000"/>
              </a:buClr>
              <a:buSzPct val="100000"/>
              <a:buNone/>
            </a:pPr>
            <a:endParaRPr kumimoji="0" lang="en-US" alt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a:p>
            <a:pPr marL="0" lvl="0" indent="0" eaLnBrk="0" hangingPunct="0">
              <a:lnSpc>
                <a:spcPct val="100000"/>
              </a:lnSpc>
              <a:spcBef>
                <a:spcPts val="0"/>
              </a:spcBef>
              <a:buClr>
                <a:srgbClr val="000000"/>
              </a:buClr>
              <a:buSzPct val="100000"/>
              <a:buNone/>
            </a:pPr>
            <a:endParaRPr lang="en-US" altLang="en-US"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endParaRPr>
          </a:p>
          <a:p>
            <a:pPr marL="0" lvl="0" indent="0" eaLnBrk="0" hangingPunct="0">
              <a:lnSpc>
                <a:spcPct val="100000"/>
              </a:lnSpc>
              <a:spcBef>
                <a:spcPts val="0"/>
              </a:spcBef>
              <a:buClr>
                <a:srgbClr val="000000"/>
              </a:buClr>
              <a:buSzPct val="100000"/>
              <a:buNone/>
            </a:pPr>
            <a:endParaRPr kumimoji="0" lang="en-US" alt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a:p>
            <a:pPr marL="0" lvl="0" indent="0" eaLnBrk="0" hangingPunct="0">
              <a:lnSpc>
                <a:spcPct val="100000"/>
              </a:lnSpc>
              <a:spcBef>
                <a:spcPts val="0"/>
              </a:spcBef>
              <a:buClr>
                <a:srgbClr val="000000"/>
              </a:buClr>
              <a:buSzPct val="100000"/>
              <a:buNone/>
            </a:pPr>
            <a:endParaRPr lang="en-US" altLang="en-US"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endParaRPr>
          </a:p>
          <a:p>
            <a:pPr marL="0" lvl="0" indent="0" eaLnBrk="0" hangingPunct="0">
              <a:lnSpc>
                <a:spcPct val="100000"/>
              </a:lnSpc>
              <a:spcBef>
                <a:spcPts val="0"/>
              </a:spcBef>
              <a:buClr>
                <a:srgbClr val="000000"/>
              </a:buClr>
              <a:buSzPct val="100000"/>
              <a:buNone/>
            </a:pPr>
            <a:endParaRPr kumimoji="0" lang="en-US" alt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a:p>
            <a:pPr marL="0" lvl="0" indent="0" eaLnBrk="0" hangingPunct="0">
              <a:lnSpc>
                <a:spcPct val="100000"/>
              </a:lnSpc>
              <a:spcBef>
                <a:spcPts val="0"/>
              </a:spcBef>
              <a:buClr>
                <a:srgbClr val="000000"/>
              </a:buClr>
              <a:buSzPct val="100000"/>
              <a:buNone/>
            </a:pPr>
            <a:endParaRPr lang="en-US" altLang="en-US"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endParaRPr>
          </a:p>
          <a:p>
            <a:pPr marL="0" lvl="0" indent="0" eaLnBrk="0" hangingPunct="0">
              <a:lnSpc>
                <a:spcPct val="100000"/>
              </a:lnSpc>
              <a:spcBef>
                <a:spcPts val="0"/>
              </a:spcBef>
              <a:buClr>
                <a:srgbClr val="000000"/>
              </a:buClr>
              <a:buSzPct val="100000"/>
              <a:buNone/>
            </a:pPr>
            <a:endParaRPr kumimoji="0" lang="en-US" alt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a:p>
            <a:pPr marL="0" lvl="0" indent="0" eaLnBrk="0" hangingPunct="0">
              <a:lnSpc>
                <a:spcPct val="100000"/>
              </a:lnSpc>
              <a:spcBef>
                <a:spcPts val="0"/>
              </a:spcBef>
              <a:buClr>
                <a:srgbClr val="000000"/>
              </a:buClr>
              <a:buSzPct val="100000"/>
              <a:buNone/>
            </a:pPr>
            <a:endParaRPr lang="en-US" altLang="en-US"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endParaRPr>
          </a:p>
          <a:p>
            <a:pPr marL="0" lvl="0" indent="0" eaLnBrk="0" hangingPunct="0">
              <a:lnSpc>
                <a:spcPct val="100000"/>
              </a:lnSpc>
              <a:spcBef>
                <a:spcPts val="0"/>
              </a:spcBef>
              <a:buClr>
                <a:srgbClr val="000000"/>
              </a:buClr>
              <a:buSzPct val="100000"/>
              <a:buNone/>
            </a:pPr>
            <a:endParaRPr kumimoji="0" lang="en-US" alt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a:p>
            <a:pPr marL="0" lvl="0" indent="0" eaLnBrk="0" hangingPunct="0">
              <a:lnSpc>
                <a:spcPct val="100000"/>
              </a:lnSpc>
              <a:spcBef>
                <a:spcPts val="0"/>
              </a:spcBef>
              <a:buClr>
                <a:srgbClr val="000000"/>
              </a:buClr>
              <a:buSzPct val="100000"/>
              <a:buNone/>
            </a:pPr>
            <a:endParaRPr lang="en-US" altLang="en-US"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endParaRPr>
          </a:p>
          <a:p>
            <a:pPr marL="0" lvl="0" indent="0" eaLnBrk="0" hangingPunct="0">
              <a:lnSpc>
                <a:spcPct val="100000"/>
              </a:lnSpc>
              <a:spcBef>
                <a:spcPts val="0"/>
              </a:spcBef>
              <a:buClr>
                <a:srgbClr val="000000"/>
              </a:buClr>
              <a:buSzPct val="100000"/>
              <a:buNone/>
            </a:pPr>
            <a:endParaRPr kumimoji="0" lang="en-US" alt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a:p>
            <a:pPr marL="0" lvl="0" indent="0" eaLnBrk="0" hangingPunct="0">
              <a:lnSpc>
                <a:spcPct val="100000"/>
              </a:lnSpc>
              <a:spcBef>
                <a:spcPts val="0"/>
              </a:spcBef>
              <a:buClr>
                <a:srgbClr val="000000"/>
              </a:buClr>
              <a:buSzPct val="100000"/>
              <a:buNone/>
            </a:pPr>
            <a:endParaRPr lang="en-US" altLang="en-US"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endParaRPr>
          </a:p>
          <a:p>
            <a:pPr marL="0" lvl="0" indent="0" eaLnBrk="0" hangingPunct="0">
              <a:lnSpc>
                <a:spcPct val="100000"/>
              </a:lnSpc>
              <a:spcBef>
                <a:spcPts val="0"/>
              </a:spcBef>
              <a:buClr>
                <a:srgbClr val="000000"/>
              </a:buClr>
              <a:buSzPct val="100000"/>
              <a:buNone/>
            </a:pPr>
            <a:r>
              <a:rPr lang="en-US"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Deductions – may apply on late or missed submissions (assignments, quizzes, ITP Surveys), missed seminars, lack of participation / contribution on the Team </a:t>
            </a:r>
            <a:r>
              <a:rPr lang="en-US" altLang="en-US"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rPr>
              <a:t>Project.</a:t>
            </a:r>
            <a:endParaRPr kumimoji="0" lang="en-US" altLang="en-US" sz="2000" b="0" i="0" u="none" strike="noStrike" kern="1200" cap="none" spc="0" normalizeH="0" baseline="0" noProof="0" dirty="0" smtClean="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sp>
        <p:nvSpPr>
          <p:cNvPr id="9" name="Rectangle 2"/>
          <p:cNvSpPr>
            <a:spLocks noChangeArrowheads="1"/>
          </p:cNvSpPr>
          <p:nvPr/>
        </p:nvSpPr>
        <p:spPr bwMode="auto">
          <a:xfrm>
            <a:off x="180000" y="216000"/>
            <a:ext cx="8640000" cy="504000"/>
          </a:xfrm>
          <a:prstGeom prst="rect">
            <a:avLst/>
          </a:prstGeom>
          <a:noFill/>
          <a:ln>
            <a:noFill/>
          </a:ln>
          <a:extLst/>
        </p:spPr>
        <p:txBody>
          <a:bodyPr anchor="ctr"/>
          <a:lstStyle>
            <a:lvl1pPr>
              <a:lnSpc>
                <a:spcPct val="120000"/>
              </a:lnSpc>
              <a:spcBef>
                <a:spcPts val="1000"/>
              </a:spcBef>
              <a:buClr>
                <a:schemeClr val="tx1"/>
              </a:buClr>
              <a:buFont typeface="Arial" panose="020B0604020202020204" pitchFamily="34" charset="0"/>
              <a:buChar char="•"/>
              <a:defRPr sz="2000">
                <a:solidFill>
                  <a:schemeClr val="tx1"/>
                </a:solidFill>
                <a:latin typeface="Tw Cen MT" panose="020B0602020104020603" pitchFamily="34" charset="0"/>
              </a:defRPr>
            </a:lvl1pPr>
            <a:lvl2pPr marL="742950" indent="-285750">
              <a:lnSpc>
                <a:spcPct val="120000"/>
              </a:lnSpc>
              <a:spcBef>
                <a:spcPts val="500"/>
              </a:spcBef>
              <a:buClr>
                <a:schemeClr val="tx1"/>
              </a:buClr>
              <a:buFont typeface="Arial" panose="020B0604020202020204" pitchFamily="34" charset="0"/>
              <a:buChar char="•"/>
              <a:defRPr>
                <a:solidFill>
                  <a:schemeClr val="tx1"/>
                </a:solidFill>
                <a:latin typeface="Tw Cen MT" panose="020B0602020104020603" pitchFamily="34" charset="0"/>
              </a:defRPr>
            </a:lvl2pPr>
            <a:lvl3pPr marL="1143000" indent="-228600">
              <a:lnSpc>
                <a:spcPct val="120000"/>
              </a:lnSpc>
              <a:spcBef>
                <a:spcPts val="500"/>
              </a:spcBef>
              <a:buClr>
                <a:schemeClr val="tx1"/>
              </a:buClr>
              <a:buFont typeface="Arial" panose="020B0604020202020204" pitchFamily="34" charset="0"/>
              <a:buChar char="•"/>
              <a:defRPr sz="1600">
                <a:solidFill>
                  <a:schemeClr val="tx1"/>
                </a:solidFill>
                <a:latin typeface="Tw Cen MT" panose="020B0602020104020603" pitchFamily="34" charset="0"/>
              </a:defRPr>
            </a:lvl3pPr>
            <a:lvl4pPr marL="16002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4pPr>
            <a:lvl5pPr marL="20574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5pPr>
            <a:lvl6pPr marL="25146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6pPr>
            <a:lvl7pPr marL="29718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7pPr>
            <a:lvl8pPr marL="34290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8pPr>
            <a:lvl9pPr marL="38862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9pPr>
          </a:lstStyle>
          <a:p>
            <a:pPr lvl="0">
              <a:lnSpc>
                <a:spcPct val="100000"/>
              </a:lnSpc>
              <a:spcBef>
                <a:spcPct val="0"/>
              </a:spcBef>
              <a:buClrTx/>
              <a:buNone/>
            </a:pPr>
            <a:r>
              <a:rPr lang="en-US" altLang="en-US" sz="2400" b="0" dirty="0">
                <a:solidFill>
                  <a:srgbClr val="333399"/>
                </a:solidFill>
                <a:latin typeface="Arial" panose="020B0604020202020204" pitchFamily="34" charset="0"/>
                <a:cs typeface="Arial" panose="020B0604020202020204" pitchFamily="34" charset="0"/>
              </a:rPr>
              <a:t>Course Syllabus:</a:t>
            </a:r>
          </a:p>
        </p:txBody>
      </p:sp>
      <p:sp>
        <p:nvSpPr>
          <p:cNvPr id="12" name="Slide Number Placeholder 1"/>
          <p:cNvSpPr txBox="1">
            <a:spLocks noGrp="1"/>
          </p:cNvSpPr>
          <p:nvPr/>
        </p:nvSpPr>
        <p:spPr bwMode="auto">
          <a:xfrm>
            <a:off x="8280000" y="6300000"/>
            <a:ext cx="533400" cy="28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tx2"/>
              </a:buClr>
              <a:buSzPct val="65000"/>
              <a:buFont typeface="Wingdings" panose="05000000000000000000" pitchFamily="2" charset="2"/>
              <a:buChar char="v"/>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SzPct val="65000"/>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B9AAC074-F6B9-4EA4-AE59-9F9DB0D8944F}" type="slidenum">
              <a:rPr kumimoji="0" lang="en-US" altLang="en-US" sz="1200" b="1" i="1" u="none" strike="noStrike" kern="120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9</a:t>
            </a:fld>
            <a:endParaRPr kumimoji="0" lang="en-US" altLang="en-US" sz="1200" b="1" i="1" u="none" strike="noStrike" kern="120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sp>
        <p:nvSpPr>
          <p:cNvPr id="13" name="Google Shape;125;p2"/>
          <p:cNvSpPr/>
          <p:nvPr/>
        </p:nvSpPr>
        <p:spPr>
          <a:xfrm>
            <a:off x="2700000" y="6300000"/>
            <a:ext cx="5400000" cy="288000"/>
          </a:xfrm>
          <a:prstGeom prst="rect">
            <a:avLst/>
          </a:prstGeom>
          <a:no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Pts val="1600"/>
              <a:buFontTx/>
              <a:buNone/>
              <a:tabLst/>
              <a:defRPr/>
            </a:pPr>
            <a:r>
              <a:rPr kumimoji="0" lang="en-US" sz="1200" b="1" i="1" u="none" strike="noStrike" kern="0" cap="none" spc="0" normalizeH="0" baseline="0" noProof="0" dirty="0" smtClean="0">
                <a:ln>
                  <a:noFill/>
                </a:ln>
                <a:solidFill>
                  <a:srgbClr val="000000"/>
                </a:solidFill>
                <a:effectLst/>
                <a:uLnTx/>
                <a:uFillTx/>
                <a:latin typeface="Arial" charset="0"/>
                <a:ea typeface="Times New Roman"/>
                <a:cs typeface="Arial" panose="020B0604020202020204" pitchFamily="34" charset="0"/>
                <a:sym typeface="Times New Roman"/>
              </a:rPr>
              <a:t>ENGG404 Expectations, Course Syllabus, Course Plan, and Exam</a:t>
            </a:r>
            <a:endParaRPr kumimoji="0" lang="en-US" sz="1200" b="1" i="1" u="none" strike="noStrike" kern="0" cap="none" spc="0" normalizeH="0" baseline="0" noProof="0" dirty="0">
              <a:ln>
                <a:noFill/>
              </a:ln>
              <a:solidFill>
                <a:srgbClr val="000000"/>
              </a:solidFill>
              <a:effectLst/>
              <a:uLnTx/>
              <a:uFillTx/>
              <a:latin typeface="Arial" charset="0"/>
              <a:ea typeface="Times New Roman"/>
              <a:cs typeface="Arial" panose="020B0604020202020204" pitchFamily="34" charset="0"/>
              <a:sym typeface="Times New Roman"/>
            </a:endParaRPr>
          </a:p>
        </p:txBody>
      </p:sp>
      <p:graphicFrame>
        <p:nvGraphicFramePr>
          <p:cNvPr id="4" name="Table 3"/>
          <p:cNvGraphicFramePr>
            <a:graphicFrameLocks noGrp="1"/>
          </p:cNvGraphicFramePr>
          <p:nvPr>
            <p:extLst>
              <p:ext uri="{D42A27DB-BD31-4B8C-83A1-F6EECF244321}">
                <p14:modId xmlns:p14="http://schemas.microsoft.com/office/powerpoint/2010/main" val="1526088904"/>
              </p:ext>
            </p:extLst>
          </p:nvPr>
        </p:nvGraphicFramePr>
        <p:xfrm>
          <a:off x="304800" y="1360858"/>
          <a:ext cx="8508600" cy="3657600"/>
        </p:xfrm>
        <a:graphic>
          <a:graphicData uri="http://schemas.openxmlformats.org/drawingml/2006/table">
            <a:tbl>
              <a:tblPr firstRow="1" firstCol="1" lastRow="1" lastCol="1" bandRow="1" bandCol="1"/>
              <a:tblGrid>
                <a:gridCol w="5867400">
                  <a:extLst>
                    <a:ext uri="{9D8B030D-6E8A-4147-A177-3AD203B41FA5}">
                      <a16:colId xmlns:a16="http://schemas.microsoft.com/office/drawing/2014/main" val="1160343241"/>
                    </a:ext>
                  </a:extLst>
                </a:gridCol>
                <a:gridCol w="1710717">
                  <a:extLst>
                    <a:ext uri="{9D8B030D-6E8A-4147-A177-3AD203B41FA5}">
                      <a16:colId xmlns:a16="http://schemas.microsoft.com/office/drawing/2014/main" val="3655296164"/>
                    </a:ext>
                  </a:extLst>
                </a:gridCol>
                <a:gridCol w="930483">
                  <a:extLst>
                    <a:ext uri="{9D8B030D-6E8A-4147-A177-3AD203B41FA5}">
                      <a16:colId xmlns:a16="http://schemas.microsoft.com/office/drawing/2014/main" val="2727965069"/>
                    </a:ext>
                  </a:extLst>
                </a:gridCol>
              </a:tblGrid>
              <a:tr h="0">
                <a:tc>
                  <a:txBody>
                    <a:bodyPr/>
                    <a:lstStyle/>
                    <a:p>
                      <a:pPr>
                        <a:spcAft>
                          <a:spcPts val="0"/>
                        </a:spcAft>
                      </a:pPr>
                      <a:r>
                        <a:rPr lang="en-US" sz="1600" b="1" u="sng">
                          <a:effectLst/>
                          <a:latin typeface="Arial" panose="020B0604020202020204" pitchFamily="34" charset="0"/>
                          <a:ea typeface="Times New Roman" panose="02020603050405020304" pitchFamily="18" charset="0"/>
                          <a:cs typeface="Times New Roman" panose="02020603050405020304" pitchFamily="18" charset="0"/>
                        </a:rPr>
                        <a:t>Activity</a:t>
                      </a:r>
                      <a:endParaRPr lang="en-US" sz="2400">
                        <a:effectLst/>
                        <a:latin typeface="Times" panose="02020603050405020304" pitchFamily="18" charset="0"/>
                        <a:ea typeface="Times New Roman" panose="02020603050405020304" pitchFamily="18"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ctr">
                        <a:spcAft>
                          <a:spcPts val="0"/>
                        </a:spcAft>
                      </a:pPr>
                      <a:r>
                        <a:rPr lang="en-US" sz="1600" b="1" u="sng">
                          <a:effectLst/>
                          <a:latin typeface="Arial" panose="020B0604020202020204" pitchFamily="34" charset="0"/>
                          <a:ea typeface="Times New Roman" panose="02020603050405020304" pitchFamily="18" charset="0"/>
                          <a:cs typeface="Times New Roman" panose="02020603050405020304" pitchFamily="18" charset="0"/>
                        </a:rPr>
                        <a:t>(A)Synchronous</a:t>
                      </a:r>
                      <a:endParaRPr lang="en-US" sz="2400">
                        <a:effectLst/>
                        <a:latin typeface="Times" panose="02020603050405020304" pitchFamily="18" charset="0"/>
                        <a:ea typeface="Times New Roman" panose="02020603050405020304" pitchFamily="18"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r">
                        <a:spcAft>
                          <a:spcPts val="0"/>
                        </a:spcAft>
                      </a:pPr>
                      <a:r>
                        <a:rPr lang="en-US" sz="1600" b="1" u="sng">
                          <a:effectLst/>
                          <a:latin typeface="Arial" panose="020B0604020202020204" pitchFamily="34" charset="0"/>
                          <a:ea typeface="Times New Roman" panose="02020603050405020304" pitchFamily="18" charset="0"/>
                          <a:cs typeface="Times New Roman" panose="02020603050405020304" pitchFamily="18" charset="0"/>
                        </a:rPr>
                        <a:t>Weight</a:t>
                      </a:r>
                      <a:endParaRPr lang="en-US" sz="2400">
                        <a:effectLst/>
                        <a:latin typeface="Times" panose="02020603050405020304" pitchFamily="18" charset="0"/>
                        <a:ea typeface="Times New Roman" panose="02020603050405020304" pitchFamily="18"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3644475367"/>
                  </a:ext>
                </a:extLst>
              </a:tr>
              <a:tr h="0">
                <a:tc>
                  <a:txBody>
                    <a:bodyPr/>
                    <a:lstStyle/>
                    <a:p>
                      <a:pPr>
                        <a:spcAft>
                          <a:spcPts val="0"/>
                        </a:spcAft>
                      </a:pPr>
                      <a:r>
                        <a:rPr lang="en-US" sz="1600">
                          <a:effectLst/>
                          <a:latin typeface="Arial" panose="020B0604020202020204" pitchFamily="34" charset="0"/>
                          <a:ea typeface="Times New Roman" panose="02020603050405020304" pitchFamily="18" charset="0"/>
                          <a:cs typeface="Times New Roman" panose="02020603050405020304" pitchFamily="18" charset="0"/>
                        </a:rPr>
                        <a:t>On-line Quizzes</a:t>
                      </a:r>
                      <a:endParaRPr lang="en-US" sz="2400">
                        <a:effectLst/>
                        <a:latin typeface="Times" panose="02020603050405020304" pitchFamily="18" charset="0"/>
                        <a:ea typeface="Times New Roman" panose="02020603050405020304" pitchFamily="18"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ctr">
                        <a:spcAft>
                          <a:spcPts val="0"/>
                        </a:spcAft>
                      </a:pPr>
                      <a:r>
                        <a:rPr lang="en-US" sz="1600">
                          <a:effectLst/>
                          <a:latin typeface="Arial" panose="020B0604020202020204" pitchFamily="34" charset="0"/>
                          <a:ea typeface="Times New Roman" panose="02020603050405020304" pitchFamily="18" charset="0"/>
                          <a:cs typeface="Times New Roman" panose="02020603050405020304" pitchFamily="18" charset="0"/>
                        </a:rPr>
                        <a:t>Asynchronous</a:t>
                      </a:r>
                      <a:endParaRPr lang="en-US" sz="2400">
                        <a:effectLst/>
                        <a:latin typeface="Times" panose="02020603050405020304" pitchFamily="18" charset="0"/>
                        <a:ea typeface="Times New Roman" panose="02020603050405020304" pitchFamily="18"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r">
                        <a:spcAft>
                          <a:spcPts val="0"/>
                        </a:spcAft>
                      </a:pPr>
                      <a:r>
                        <a:rPr lang="en-US" sz="1600">
                          <a:effectLst/>
                          <a:latin typeface="Arial" panose="020B0604020202020204" pitchFamily="34" charset="0"/>
                          <a:ea typeface="Times New Roman" panose="02020603050405020304" pitchFamily="18" charset="0"/>
                          <a:cs typeface="Times New Roman" panose="02020603050405020304" pitchFamily="18" charset="0"/>
                        </a:rPr>
                        <a:t>5%</a:t>
                      </a:r>
                      <a:endParaRPr lang="en-US" sz="2400">
                        <a:effectLst/>
                        <a:latin typeface="Times" panose="02020603050405020304" pitchFamily="18" charset="0"/>
                        <a:ea typeface="Times New Roman" panose="02020603050405020304" pitchFamily="18"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3765050877"/>
                  </a:ext>
                </a:extLst>
              </a:tr>
              <a:tr h="0">
                <a:tc>
                  <a:txBody>
                    <a:bodyPr/>
                    <a:lstStyle/>
                    <a:p>
                      <a:pPr>
                        <a:spcAft>
                          <a:spcPts val="0"/>
                        </a:spcAft>
                      </a:pPr>
                      <a:r>
                        <a:rPr lang="en-US" sz="1600">
                          <a:effectLst/>
                          <a:latin typeface="Arial" panose="020B0604020202020204" pitchFamily="34" charset="0"/>
                          <a:ea typeface="Times New Roman" panose="02020603050405020304" pitchFamily="18" charset="0"/>
                          <a:cs typeface="Times New Roman" panose="02020603050405020304" pitchFamily="18" charset="0"/>
                        </a:rPr>
                        <a:t>Assignment #1</a:t>
                      </a:r>
                      <a:endParaRPr lang="en-US" sz="2400">
                        <a:effectLst/>
                        <a:latin typeface="Times" panose="02020603050405020304" pitchFamily="18" charset="0"/>
                        <a:ea typeface="Times New Roman" panose="02020603050405020304" pitchFamily="18"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ctr">
                        <a:spcAft>
                          <a:spcPts val="0"/>
                        </a:spcAft>
                      </a:pPr>
                      <a:r>
                        <a:rPr lang="en-US" sz="1600">
                          <a:effectLst/>
                          <a:latin typeface="Arial" panose="020B0604020202020204" pitchFamily="34" charset="0"/>
                          <a:ea typeface="Times New Roman" panose="02020603050405020304" pitchFamily="18" charset="0"/>
                          <a:cs typeface="Times New Roman" panose="02020603050405020304" pitchFamily="18" charset="0"/>
                        </a:rPr>
                        <a:t>Asynchronous</a:t>
                      </a:r>
                      <a:endParaRPr lang="en-US" sz="2400">
                        <a:effectLst/>
                        <a:latin typeface="Times" panose="02020603050405020304" pitchFamily="18" charset="0"/>
                        <a:ea typeface="Times New Roman" panose="02020603050405020304" pitchFamily="18"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r">
                        <a:spcAft>
                          <a:spcPts val="0"/>
                        </a:spcAft>
                      </a:pPr>
                      <a:r>
                        <a:rPr lang="en-US" sz="1600">
                          <a:effectLst/>
                          <a:latin typeface="Arial" panose="020B0604020202020204" pitchFamily="34" charset="0"/>
                          <a:ea typeface="Times New Roman" panose="02020603050405020304" pitchFamily="18" charset="0"/>
                          <a:cs typeface="Times New Roman" panose="02020603050405020304" pitchFamily="18" charset="0"/>
                        </a:rPr>
                        <a:t>2%</a:t>
                      </a:r>
                      <a:endParaRPr lang="en-US" sz="2400">
                        <a:effectLst/>
                        <a:latin typeface="Times" panose="02020603050405020304" pitchFamily="18" charset="0"/>
                        <a:ea typeface="Times New Roman" panose="02020603050405020304" pitchFamily="18"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3504004369"/>
                  </a:ext>
                </a:extLst>
              </a:tr>
              <a:tr h="0">
                <a:tc>
                  <a:txBody>
                    <a:bodyPr/>
                    <a:lstStyle/>
                    <a:p>
                      <a:pPr>
                        <a:spcAft>
                          <a:spcPts val="0"/>
                        </a:spcAft>
                      </a:pPr>
                      <a:r>
                        <a:rPr lang="en-US" sz="1600">
                          <a:effectLst/>
                          <a:latin typeface="Arial" panose="020B0604020202020204" pitchFamily="34" charset="0"/>
                          <a:ea typeface="Times New Roman" panose="02020603050405020304" pitchFamily="18" charset="0"/>
                          <a:cs typeface="Times New Roman" panose="02020603050405020304" pitchFamily="18" charset="0"/>
                        </a:rPr>
                        <a:t>Assignment #2</a:t>
                      </a:r>
                      <a:endParaRPr lang="en-US" sz="2400">
                        <a:effectLst/>
                        <a:latin typeface="Times" panose="02020603050405020304" pitchFamily="18" charset="0"/>
                        <a:ea typeface="Times New Roman" panose="02020603050405020304" pitchFamily="18"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ctr">
                        <a:spcAft>
                          <a:spcPts val="0"/>
                        </a:spcAft>
                      </a:pPr>
                      <a:r>
                        <a:rPr lang="en-US" sz="1600">
                          <a:effectLst/>
                          <a:latin typeface="Arial" panose="020B0604020202020204" pitchFamily="34" charset="0"/>
                          <a:ea typeface="Times New Roman" panose="02020603050405020304" pitchFamily="18" charset="0"/>
                          <a:cs typeface="Times New Roman" panose="02020603050405020304" pitchFamily="18" charset="0"/>
                        </a:rPr>
                        <a:t>Asynchronous</a:t>
                      </a:r>
                      <a:endParaRPr lang="en-US" sz="2400">
                        <a:effectLst/>
                        <a:latin typeface="Times" panose="02020603050405020304" pitchFamily="18" charset="0"/>
                        <a:ea typeface="Times New Roman" panose="02020603050405020304" pitchFamily="18"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r">
                        <a:spcAft>
                          <a:spcPts val="0"/>
                        </a:spcAft>
                      </a:pPr>
                      <a:r>
                        <a:rPr lang="en-US" sz="1600">
                          <a:effectLst/>
                          <a:latin typeface="Arial" panose="020B0604020202020204" pitchFamily="34" charset="0"/>
                          <a:ea typeface="Times New Roman" panose="02020603050405020304" pitchFamily="18" charset="0"/>
                          <a:cs typeface="Times New Roman" panose="02020603050405020304" pitchFamily="18" charset="0"/>
                        </a:rPr>
                        <a:t>2%</a:t>
                      </a:r>
                      <a:endParaRPr lang="en-US" sz="2400">
                        <a:effectLst/>
                        <a:latin typeface="Times" panose="02020603050405020304" pitchFamily="18" charset="0"/>
                        <a:ea typeface="Times New Roman" panose="02020603050405020304" pitchFamily="18"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3510826893"/>
                  </a:ext>
                </a:extLst>
              </a:tr>
              <a:tr h="0">
                <a:tc>
                  <a:txBody>
                    <a:bodyPr/>
                    <a:lstStyle/>
                    <a:p>
                      <a:pPr>
                        <a:spcAft>
                          <a:spcPts val="0"/>
                        </a:spcAft>
                      </a:pPr>
                      <a:r>
                        <a:rPr lang="en-US" sz="1600">
                          <a:effectLst/>
                          <a:latin typeface="Arial" panose="020B0604020202020204" pitchFamily="34" charset="0"/>
                          <a:ea typeface="Times New Roman" panose="02020603050405020304" pitchFamily="18" charset="0"/>
                          <a:cs typeface="Times New Roman" panose="02020603050405020304" pitchFamily="18" charset="0"/>
                        </a:rPr>
                        <a:t>Assignment #3</a:t>
                      </a:r>
                      <a:endParaRPr lang="en-US" sz="2400">
                        <a:effectLst/>
                        <a:latin typeface="Times" panose="02020603050405020304" pitchFamily="18" charset="0"/>
                        <a:ea typeface="Times New Roman" panose="02020603050405020304" pitchFamily="18"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ctr">
                        <a:spcAft>
                          <a:spcPts val="0"/>
                        </a:spcAft>
                      </a:pPr>
                      <a:r>
                        <a:rPr lang="en-US" sz="1600">
                          <a:effectLst/>
                          <a:latin typeface="Arial" panose="020B0604020202020204" pitchFamily="34" charset="0"/>
                          <a:ea typeface="Times New Roman" panose="02020603050405020304" pitchFamily="18" charset="0"/>
                          <a:cs typeface="Times New Roman" panose="02020603050405020304" pitchFamily="18" charset="0"/>
                        </a:rPr>
                        <a:t>Asynchronous</a:t>
                      </a:r>
                      <a:endParaRPr lang="en-US" sz="2400">
                        <a:effectLst/>
                        <a:latin typeface="Times" panose="02020603050405020304" pitchFamily="18" charset="0"/>
                        <a:ea typeface="Times New Roman" panose="02020603050405020304" pitchFamily="18"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r">
                        <a:spcAft>
                          <a:spcPts val="0"/>
                        </a:spcAft>
                      </a:pPr>
                      <a:r>
                        <a:rPr lang="en-US" sz="1600">
                          <a:effectLst/>
                          <a:latin typeface="Arial" panose="020B0604020202020204" pitchFamily="34" charset="0"/>
                          <a:ea typeface="Times New Roman" panose="02020603050405020304" pitchFamily="18" charset="0"/>
                          <a:cs typeface="Times New Roman" panose="02020603050405020304" pitchFamily="18" charset="0"/>
                        </a:rPr>
                        <a:t>5%</a:t>
                      </a:r>
                      <a:endParaRPr lang="en-US" sz="2400">
                        <a:effectLst/>
                        <a:latin typeface="Times" panose="02020603050405020304" pitchFamily="18" charset="0"/>
                        <a:ea typeface="Times New Roman" panose="02020603050405020304" pitchFamily="18"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226823177"/>
                  </a:ext>
                </a:extLst>
              </a:tr>
              <a:tr h="0">
                <a:tc>
                  <a:txBody>
                    <a:bodyPr/>
                    <a:lstStyle/>
                    <a:p>
                      <a:pPr>
                        <a:spcAft>
                          <a:spcPts val="0"/>
                        </a:spcAft>
                      </a:pPr>
                      <a:r>
                        <a:rPr lang="en-US" sz="1600">
                          <a:effectLst/>
                          <a:latin typeface="Arial" panose="020B0604020202020204" pitchFamily="34" charset="0"/>
                          <a:ea typeface="Times New Roman" panose="02020603050405020304" pitchFamily="18" charset="0"/>
                          <a:cs typeface="Times New Roman" panose="02020603050405020304" pitchFamily="18" charset="0"/>
                        </a:rPr>
                        <a:t>Assignment #4</a:t>
                      </a:r>
                      <a:endParaRPr lang="en-US" sz="2400">
                        <a:effectLst/>
                        <a:latin typeface="Times" panose="02020603050405020304" pitchFamily="18" charset="0"/>
                        <a:ea typeface="Times New Roman" panose="02020603050405020304" pitchFamily="18"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ctr">
                        <a:spcAft>
                          <a:spcPts val="0"/>
                        </a:spcAft>
                      </a:pPr>
                      <a:r>
                        <a:rPr lang="en-US" sz="1600">
                          <a:effectLst/>
                          <a:latin typeface="Arial" panose="020B0604020202020204" pitchFamily="34" charset="0"/>
                          <a:ea typeface="Times New Roman" panose="02020603050405020304" pitchFamily="18" charset="0"/>
                          <a:cs typeface="Times New Roman" panose="02020603050405020304" pitchFamily="18" charset="0"/>
                        </a:rPr>
                        <a:t>Asynchronous</a:t>
                      </a:r>
                      <a:endParaRPr lang="en-US" sz="2400">
                        <a:effectLst/>
                        <a:latin typeface="Times" panose="02020603050405020304" pitchFamily="18" charset="0"/>
                        <a:ea typeface="Times New Roman" panose="02020603050405020304" pitchFamily="18"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r">
                        <a:spcAft>
                          <a:spcPts val="0"/>
                        </a:spcAft>
                      </a:pPr>
                      <a:r>
                        <a:rPr lang="en-US" sz="1600">
                          <a:effectLst/>
                          <a:latin typeface="Arial" panose="020B0604020202020204" pitchFamily="34" charset="0"/>
                          <a:ea typeface="Times New Roman" panose="02020603050405020304" pitchFamily="18" charset="0"/>
                          <a:cs typeface="Times New Roman" panose="02020603050405020304" pitchFamily="18" charset="0"/>
                        </a:rPr>
                        <a:t>5%</a:t>
                      </a:r>
                      <a:endParaRPr lang="en-US" sz="2400">
                        <a:effectLst/>
                        <a:latin typeface="Times" panose="02020603050405020304" pitchFamily="18" charset="0"/>
                        <a:ea typeface="Times New Roman" panose="02020603050405020304" pitchFamily="18"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996119741"/>
                  </a:ext>
                </a:extLst>
              </a:tr>
              <a:tr h="0">
                <a:tc>
                  <a:txBody>
                    <a:bodyPr/>
                    <a:lstStyle/>
                    <a:p>
                      <a:pPr>
                        <a:spcAft>
                          <a:spcPts val="0"/>
                        </a:spcAft>
                      </a:pPr>
                      <a:r>
                        <a:rPr lang="en-US" sz="1600" dirty="0">
                          <a:effectLst/>
                          <a:latin typeface="Arial" panose="020B0604020202020204" pitchFamily="34" charset="0"/>
                          <a:ea typeface="Times New Roman" panose="02020603050405020304" pitchFamily="18" charset="0"/>
                          <a:cs typeface="Times New Roman" panose="02020603050405020304" pitchFamily="18" charset="0"/>
                        </a:rPr>
                        <a:t>ITP Metrics Surveys, (1</a:t>
                      </a:r>
                      <a:r>
                        <a:rPr lang="en-US" sz="1600" baseline="30000" dirty="0">
                          <a:effectLst/>
                          <a:latin typeface="Arial" panose="020B0604020202020204" pitchFamily="34" charset="0"/>
                          <a:ea typeface="Times New Roman" panose="02020603050405020304" pitchFamily="18" charset="0"/>
                          <a:cs typeface="Times New Roman" panose="02020603050405020304" pitchFamily="18" charset="0"/>
                        </a:rPr>
                        <a:t>st</a:t>
                      </a:r>
                      <a:r>
                        <a:rPr lang="en-US" sz="1600" dirty="0">
                          <a:effectLst/>
                          <a:latin typeface="Arial" panose="020B0604020202020204" pitchFamily="34" charset="0"/>
                          <a:ea typeface="Times New Roman" panose="02020603050405020304" pitchFamily="18" charset="0"/>
                          <a:cs typeface="Times New Roman" panose="02020603050405020304" pitchFamily="18" charset="0"/>
                        </a:rPr>
                        <a:t> </a:t>
                      </a:r>
                      <a:r>
                        <a:rPr lang="en-US" sz="1600" dirty="0" smtClean="0">
                          <a:effectLst/>
                          <a:latin typeface="Arial" panose="020B0604020202020204" pitchFamily="34" charset="0"/>
                          <a:ea typeface="Times New Roman" panose="02020603050405020304" pitchFamily="18" charset="0"/>
                          <a:cs typeface="Times New Roman" panose="02020603050405020304" pitchFamily="18" charset="0"/>
                        </a:rPr>
                        <a:t>= 2</a:t>
                      </a:r>
                      <a:r>
                        <a:rPr lang="en-US" sz="1600" dirty="0">
                          <a:effectLst/>
                          <a:latin typeface="Arial" panose="020B0604020202020204" pitchFamily="34" charset="0"/>
                          <a:ea typeface="Times New Roman" panose="02020603050405020304" pitchFamily="18" charset="0"/>
                          <a:cs typeface="Times New Roman" panose="02020603050405020304" pitchFamily="18" charset="0"/>
                        </a:rPr>
                        <a:t>%, 2</a:t>
                      </a:r>
                      <a:r>
                        <a:rPr lang="en-US" sz="1600" baseline="30000" dirty="0">
                          <a:effectLst/>
                          <a:latin typeface="Arial" panose="020B0604020202020204" pitchFamily="34" charset="0"/>
                          <a:ea typeface="Times New Roman" panose="02020603050405020304" pitchFamily="18" charset="0"/>
                          <a:cs typeface="Times New Roman" panose="02020603050405020304" pitchFamily="18" charset="0"/>
                        </a:rPr>
                        <a:t>nd</a:t>
                      </a:r>
                      <a:r>
                        <a:rPr lang="en-US" sz="1600" dirty="0">
                          <a:effectLst/>
                          <a:latin typeface="Arial" panose="020B0604020202020204" pitchFamily="34" charset="0"/>
                          <a:ea typeface="Times New Roman" panose="02020603050405020304" pitchFamily="18" charset="0"/>
                          <a:cs typeface="Times New Roman" panose="02020603050405020304" pitchFamily="18" charset="0"/>
                        </a:rPr>
                        <a:t> </a:t>
                      </a:r>
                      <a:r>
                        <a:rPr lang="en-US" sz="1600" dirty="0" smtClean="0">
                          <a:effectLst/>
                          <a:latin typeface="Arial" panose="020B0604020202020204" pitchFamily="34" charset="0"/>
                          <a:ea typeface="Times New Roman" panose="02020603050405020304" pitchFamily="18" charset="0"/>
                          <a:cs typeface="Times New Roman" panose="02020603050405020304" pitchFamily="18" charset="0"/>
                        </a:rPr>
                        <a:t>= 1</a:t>
                      </a:r>
                      <a:r>
                        <a:rPr lang="en-US" sz="1600" dirty="0">
                          <a:effectLst/>
                          <a:latin typeface="Arial" panose="020B0604020202020204" pitchFamily="34" charset="0"/>
                          <a:ea typeface="Times New Roman" panose="02020603050405020304" pitchFamily="18" charset="0"/>
                          <a:cs typeface="Times New Roman" panose="02020603050405020304" pitchFamily="18" charset="0"/>
                        </a:rPr>
                        <a:t>%)</a:t>
                      </a:r>
                      <a:endParaRPr lang="en-US" sz="2400" dirty="0">
                        <a:effectLst/>
                        <a:latin typeface="Times" panose="02020603050405020304" pitchFamily="18" charset="0"/>
                        <a:ea typeface="Times New Roman" panose="02020603050405020304" pitchFamily="18"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ctr">
                        <a:spcAft>
                          <a:spcPts val="0"/>
                        </a:spcAft>
                      </a:pPr>
                      <a:r>
                        <a:rPr lang="en-US" sz="1600">
                          <a:effectLst/>
                          <a:latin typeface="Arial" panose="020B0604020202020204" pitchFamily="34" charset="0"/>
                          <a:ea typeface="Times New Roman" panose="02020603050405020304" pitchFamily="18" charset="0"/>
                          <a:cs typeface="Times New Roman" panose="02020603050405020304" pitchFamily="18" charset="0"/>
                        </a:rPr>
                        <a:t>Asynchronous</a:t>
                      </a:r>
                      <a:endParaRPr lang="en-US" sz="2400">
                        <a:effectLst/>
                        <a:latin typeface="Times" panose="02020603050405020304" pitchFamily="18" charset="0"/>
                        <a:ea typeface="Times New Roman" panose="02020603050405020304" pitchFamily="18"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r">
                        <a:spcAft>
                          <a:spcPts val="0"/>
                        </a:spcAft>
                      </a:pPr>
                      <a:r>
                        <a:rPr lang="en-US" sz="1600">
                          <a:effectLst/>
                          <a:latin typeface="Arial" panose="020B0604020202020204" pitchFamily="34" charset="0"/>
                          <a:ea typeface="Times New Roman" panose="02020603050405020304" pitchFamily="18" charset="0"/>
                          <a:cs typeface="Times New Roman" panose="02020603050405020304" pitchFamily="18" charset="0"/>
                        </a:rPr>
                        <a:t>3%</a:t>
                      </a:r>
                      <a:endParaRPr lang="en-US" sz="2400">
                        <a:effectLst/>
                        <a:latin typeface="Times" panose="02020603050405020304" pitchFamily="18" charset="0"/>
                        <a:ea typeface="Times New Roman" panose="02020603050405020304" pitchFamily="18"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3064926632"/>
                  </a:ext>
                </a:extLst>
              </a:tr>
              <a:tr h="0">
                <a:tc>
                  <a:txBody>
                    <a:bodyPr/>
                    <a:lstStyle/>
                    <a:p>
                      <a:pPr>
                        <a:spcAft>
                          <a:spcPts val="0"/>
                        </a:spcAft>
                      </a:pPr>
                      <a:r>
                        <a:rPr lang="en-US" sz="1600">
                          <a:effectLst/>
                          <a:latin typeface="Arial" panose="020B0604020202020204" pitchFamily="34" charset="0"/>
                          <a:ea typeface="Times New Roman" panose="02020603050405020304" pitchFamily="18" charset="0"/>
                          <a:cs typeface="Times New Roman" panose="02020603050405020304" pitchFamily="18" charset="0"/>
                        </a:rPr>
                        <a:t>Team Project - Preliminary RCA Chart Review</a:t>
                      </a:r>
                      <a:endParaRPr lang="en-US" sz="2400">
                        <a:effectLst/>
                        <a:latin typeface="Times" panose="02020603050405020304" pitchFamily="18" charset="0"/>
                        <a:ea typeface="Times New Roman" panose="02020603050405020304" pitchFamily="18"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ctr">
                        <a:spcAft>
                          <a:spcPts val="0"/>
                        </a:spcAft>
                      </a:pPr>
                      <a:r>
                        <a:rPr lang="en-US" sz="1600">
                          <a:effectLst/>
                          <a:latin typeface="Arial" panose="020B0604020202020204" pitchFamily="34" charset="0"/>
                          <a:ea typeface="Times New Roman" panose="02020603050405020304" pitchFamily="18" charset="0"/>
                          <a:cs typeface="Times New Roman" panose="02020603050405020304" pitchFamily="18" charset="0"/>
                        </a:rPr>
                        <a:t>Synchronous</a:t>
                      </a:r>
                      <a:endParaRPr lang="en-US" sz="2400">
                        <a:effectLst/>
                        <a:latin typeface="Times" panose="02020603050405020304" pitchFamily="18" charset="0"/>
                        <a:ea typeface="Times New Roman" panose="02020603050405020304" pitchFamily="18"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r">
                        <a:spcAft>
                          <a:spcPts val="0"/>
                        </a:spcAft>
                      </a:pPr>
                      <a:r>
                        <a:rPr lang="en-US" sz="1600">
                          <a:effectLst/>
                          <a:latin typeface="Arial" panose="020B0604020202020204" pitchFamily="34" charset="0"/>
                          <a:ea typeface="Times New Roman" panose="02020603050405020304" pitchFamily="18" charset="0"/>
                          <a:cs typeface="Times New Roman" panose="02020603050405020304" pitchFamily="18" charset="0"/>
                        </a:rPr>
                        <a:t>3%</a:t>
                      </a:r>
                      <a:endParaRPr lang="en-US" sz="2400">
                        <a:effectLst/>
                        <a:latin typeface="Times" panose="02020603050405020304" pitchFamily="18" charset="0"/>
                        <a:ea typeface="Times New Roman" panose="02020603050405020304" pitchFamily="18"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910913511"/>
                  </a:ext>
                </a:extLst>
              </a:tr>
              <a:tr h="0">
                <a:tc>
                  <a:txBody>
                    <a:bodyPr/>
                    <a:lstStyle/>
                    <a:p>
                      <a:pPr>
                        <a:spcAft>
                          <a:spcPts val="0"/>
                        </a:spcAft>
                      </a:pPr>
                      <a:r>
                        <a:rPr lang="en-US" sz="1600">
                          <a:effectLst/>
                          <a:latin typeface="Arial" panose="020B0604020202020204" pitchFamily="34" charset="0"/>
                          <a:ea typeface="Times New Roman" panose="02020603050405020304" pitchFamily="18" charset="0"/>
                          <a:cs typeface="Times New Roman" panose="02020603050405020304" pitchFamily="18" charset="0"/>
                        </a:rPr>
                        <a:t>Team Project - Progress Report </a:t>
                      </a:r>
                      <a:endParaRPr lang="en-US" sz="2400">
                        <a:effectLst/>
                        <a:latin typeface="Times" panose="02020603050405020304" pitchFamily="18" charset="0"/>
                        <a:ea typeface="Times New Roman" panose="02020603050405020304" pitchFamily="18"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ctr">
                        <a:spcAft>
                          <a:spcPts val="0"/>
                        </a:spcAft>
                      </a:pPr>
                      <a:r>
                        <a:rPr lang="en-US" sz="1600">
                          <a:effectLst/>
                          <a:latin typeface="Arial" panose="020B0604020202020204" pitchFamily="34" charset="0"/>
                          <a:ea typeface="Times New Roman" panose="02020603050405020304" pitchFamily="18" charset="0"/>
                          <a:cs typeface="Times New Roman" panose="02020603050405020304" pitchFamily="18" charset="0"/>
                        </a:rPr>
                        <a:t>Asynchronous</a:t>
                      </a:r>
                      <a:endParaRPr lang="en-US" sz="2400">
                        <a:effectLst/>
                        <a:latin typeface="Times" panose="02020603050405020304" pitchFamily="18" charset="0"/>
                        <a:ea typeface="Times New Roman" panose="02020603050405020304" pitchFamily="18"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r">
                        <a:spcAft>
                          <a:spcPts val="0"/>
                        </a:spcAft>
                      </a:pPr>
                      <a:r>
                        <a:rPr lang="en-US" sz="1600">
                          <a:effectLst/>
                          <a:latin typeface="Arial" panose="020B0604020202020204" pitchFamily="34" charset="0"/>
                          <a:ea typeface="Times New Roman" panose="02020603050405020304" pitchFamily="18" charset="0"/>
                          <a:cs typeface="Times New Roman" panose="02020603050405020304" pitchFamily="18" charset="0"/>
                        </a:rPr>
                        <a:t>5%</a:t>
                      </a:r>
                      <a:endParaRPr lang="en-US" sz="2400">
                        <a:effectLst/>
                        <a:latin typeface="Times" panose="02020603050405020304" pitchFamily="18" charset="0"/>
                        <a:ea typeface="Times New Roman" panose="02020603050405020304" pitchFamily="18"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2323098318"/>
                  </a:ext>
                </a:extLst>
              </a:tr>
              <a:tr h="0">
                <a:tc>
                  <a:txBody>
                    <a:bodyPr/>
                    <a:lstStyle/>
                    <a:p>
                      <a:pPr>
                        <a:spcAft>
                          <a:spcPts val="0"/>
                        </a:spcAft>
                      </a:pPr>
                      <a:r>
                        <a:rPr lang="en-US" sz="1600">
                          <a:effectLst/>
                          <a:latin typeface="Arial" panose="020B0604020202020204" pitchFamily="34" charset="0"/>
                          <a:ea typeface="Times New Roman" panose="02020603050405020304" pitchFamily="18" charset="0"/>
                          <a:cs typeface="Times New Roman" panose="02020603050405020304" pitchFamily="18" charset="0"/>
                        </a:rPr>
                        <a:t>Team Project - Final Report</a:t>
                      </a:r>
                      <a:endParaRPr lang="en-US" sz="2400">
                        <a:effectLst/>
                        <a:latin typeface="Times" panose="02020603050405020304" pitchFamily="18" charset="0"/>
                        <a:ea typeface="Times New Roman" panose="02020603050405020304" pitchFamily="18"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ctr">
                        <a:spcAft>
                          <a:spcPts val="0"/>
                        </a:spcAft>
                      </a:pPr>
                      <a:r>
                        <a:rPr lang="en-US" sz="1600">
                          <a:effectLst/>
                          <a:latin typeface="Arial" panose="020B0604020202020204" pitchFamily="34" charset="0"/>
                          <a:ea typeface="Times New Roman" panose="02020603050405020304" pitchFamily="18" charset="0"/>
                          <a:cs typeface="Times New Roman" panose="02020603050405020304" pitchFamily="18" charset="0"/>
                        </a:rPr>
                        <a:t>Asynchronous</a:t>
                      </a:r>
                      <a:endParaRPr lang="en-US" sz="2400">
                        <a:effectLst/>
                        <a:latin typeface="Times" panose="02020603050405020304" pitchFamily="18" charset="0"/>
                        <a:ea typeface="Times New Roman" panose="02020603050405020304" pitchFamily="18"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r">
                        <a:spcAft>
                          <a:spcPts val="0"/>
                        </a:spcAft>
                      </a:pPr>
                      <a:r>
                        <a:rPr lang="en-US" sz="1600">
                          <a:effectLst/>
                          <a:latin typeface="Arial" panose="020B0604020202020204" pitchFamily="34" charset="0"/>
                          <a:ea typeface="Times New Roman" panose="02020603050405020304" pitchFamily="18" charset="0"/>
                          <a:cs typeface="Times New Roman" panose="02020603050405020304" pitchFamily="18" charset="0"/>
                        </a:rPr>
                        <a:t>15%</a:t>
                      </a:r>
                      <a:endParaRPr lang="en-US" sz="2400">
                        <a:effectLst/>
                        <a:latin typeface="Times" panose="02020603050405020304" pitchFamily="18" charset="0"/>
                        <a:ea typeface="Times New Roman" panose="02020603050405020304" pitchFamily="18"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771195041"/>
                  </a:ext>
                </a:extLst>
              </a:tr>
              <a:tr h="0">
                <a:tc>
                  <a:txBody>
                    <a:bodyPr/>
                    <a:lstStyle/>
                    <a:p>
                      <a:pPr algn="r">
                        <a:spcAft>
                          <a:spcPts val="0"/>
                        </a:spcAft>
                      </a:pPr>
                      <a:r>
                        <a:rPr lang="en-US" sz="1600" b="1">
                          <a:effectLst/>
                          <a:latin typeface="Arial" panose="020B0604020202020204" pitchFamily="34" charset="0"/>
                          <a:ea typeface="Times New Roman" panose="02020603050405020304" pitchFamily="18" charset="0"/>
                          <a:cs typeface="Times New Roman" panose="02020603050405020304" pitchFamily="18" charset="0"/>
                        </a:rPr>
                        <a:t>Course Term Work Total</a:t>
                      </a:r>
                      <a:endParaRPr lang="en-US" sz="2400">
                        <a:effectLst/>
                        <a:latin typeface="Times" panose="02020603050405020304" pitchFamily="18" charset="0"/>
                        <a:ea typeface="Times New Roman" panose="02020603050405020304" pitchFamily="18"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ctr">
                        <a:spcAft>
                          <a:spcPts val="0"/>
                        </a:spcAft>
                      </a:pPr>
                      <a:r>
                        <a:rPr lang="en-US" sz="1600" b="1">
                          <a:effectLst/>
                          <a:latin typeface="Arial" panose="020B0604020202020204" pitchFamily="34" charset="0"/>
                          <a:ea typeface="Times New Roman" panose="02020603050405020304" pitchFamily="18" charset="0"/>
                          <a:cs typeface="Times New Roman" panose="02020603050405020304" pitchFamily="18" charset="0"/>
                        </a:rPr>
                        <a:t> </a:t>
                      </a:r>
                      <a:endParaRPr lang="en-US" sz="2400">
                        <a:effectLst/>
                        <a:latin typeface="Times" panose="02020603050405020304" pitchFamily="18" charset="0"/>
                        <a:ea typeface="Times New Roman" panose="02020603050405020304" pitchFamily="18"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r">
                        <a:spcAft>
                          <a:spcPts val="0"/>
                        </a:spcAft>
                      </a:pPr>
                      <a:r>
                        <a:rPr lang="en-US" sz="1600" b="1">
                          <a:effectLst/>
                          <a:latin typeface="Arial" panose="020B0604020202020204" pitchFamily="34" charset="0"/>
                          <a:ea typeface="Times New Roman" panose="02020603050405020304" pitchFamily="18" charset="0"/>
                          <a:cs typeface="Times New Roman" panose="02020603050405020304" pitchFamily="18" charset="0"/>
                        </a:rPr>
                        <a:t>45%</a:t>
                      </a:r>
                      <a:endParaRPr lang="en-US" sz="2400">
                        <a:effectLst/>
                        <a:latin typeface="Times" panose="02020603050405020304" pitchFamily="18" charset="0"/>
                        <a:ea typeface="Times New Roman" panose="02020603050405020304" pitchFamily="18"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4180793587"/>
                  </a:ext>
                </a:extLst>
              </a:tr>
              <a:tr h="0">
                <a:tc>
                  <a:txBody>
                    <a:bodyPr/>
                    <a:lstStyle/>
                    <a:p>
                      <a:pPr>
                        <a:spcAft>
                          <a:spcPts val="0"/>
                        </a:spcAft>
                      </a:pPr>
                      <a:r>
                        <a:rPr lang="en-US" sz="1600" b="1">
                          <a:effectLst/>
                          <a:latin typeface="Arial" panose="020B0604020202020204" pitchFamily="34" charset="0"/>
                          <a:ea typeface="Times New Roman" panose="02020603050405020304" pitchFamily="18" charset="0"/>
                          <a:cs typeface="Times New Roman" panose="02020603050405020304" pitchFamily="18" charset="0"/>
                        </a:rPr>
                        <a:t>Final Exam</a:t>
                      </a:r>
                      <a:endParaRPr lang="en-US" sz="2400">
                        <a:effectLst/>
                        <a:latin typeface="Times" panose="02020603050405020304" pitchFamily="18" charset="0"/>
                        <a:ea typeface="Times New Roman" panose="02020603050405020304" pitchFamily="18"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ctr">
                        <a:spcAft>
                          <a:spcPts val="0"/>
                        </a:spcAft>
                      </a:pPr>
                      <a:r>
                        <a:rPr lang="en-US" sz="1600" b="1">
                          <a:effectLst/>
                          <a:latin typeface="Arial" panose="020B0604020202020204" pitchFamily="34" charset="0"/>
                          <a:ea typeface="Times New Roman" panose="02020603050405020304" pitchFamily="18" charset="0"/>
                          <a:cs typeface="Times New Roman" panose="02020603050405020304" pitchFamily="18" charset="0"/>
                        </a:rPr>
                        <a:t>Synchronous</a:t>
                      </a:r>
                      <a:endParaRPr lang="en-US" sz="2400">
                        <a:effectLst/>
                        <a:latin typeface="Times" panose="02020603050405020304" pitchFamily="18" charset="0"/>
                        <a:ea typeface="Times New Roman" panose="02020603050405020304" pitchFamily="18"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r">
                        <a:spcAft>
                          <a:spcPts val="0"/>
                        </a:spcAft>
                      </a:pPr>
                      <a:r>
                        <a:rPr lang="en-US" sz="1600" b="1">
                          <a:effectLst/>
                          <a:latin typeface="Arial" panose="020B0604020202020204" pitchFamily="34" charset="0"/>
                          <a:ea typeface="Times New Roman" panose="02020603050405020304" pitchFamily="18" charset="0"/>
                          <a:cs typeface="Times New Roman" panose="02020603050405020304" pitchFamily="18" charset="0"/>
                        </a:rPr>
                        <a:t>55%</a:t>
                      </a:r>
                      <a:endParaRPr lang="en-US" sz="2400">
                        <a:effectLst/>
                        <a:latin typeface="Times" panose="02020603050405020304" pitchFamily="18" charset="0"/>
                        <a:ea typeface="Times New Roman" panose="02020603050405020304" pitchFamily="18"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4186609710"/>
                  </a:ext>
                </a:extLst>
              </a:tr>
              <a:tr h="0">
                <a:tc>
                  <a:txBody>
                    <a:bodyPr/>
                    <a:lstStyle/>
                    <a:p>
                      <a:pPr algn="r">
                        <a:spcAft>
                          <a:spcPts val="0"/>
                        </a:spcAft>
                      </a:pPr>
                      <a:r>
                        <a:rPr lang="en-US" sz="1600" b="1">
                          <a:effectLst/>
                          <a:latin typeface="Arial" panose="020B0604020202020204" pitchFamily="34" charset="0"/>
                          <a:ea typeface="Times New Roman" panose="02020603050405020304" pitchFamily="18" charset="0"/>
                          <a:cs typeface="Times New Roman" panose="02020603050405020304" pitchFamily="18" charset="0"/>
                        </a:rPr>
                        <a:t>Deductions </a:t>
                      </a:r>
                      <a:r>
                        <a:rPr lang="en-US" sz="1600" i="1">
                          <a:effectLst/>
                          <a:latin typeface="Arial" panose="020B0604020202020204" pitchFamily="34" charset="0"/>
                          <a:ea typeface="Times New Roman" panose="02020603050405020304" pitchFamily="18" charset="0"/>
                          <a:cs typeface="Times New Roman" panose="02020603050405020304" pitchFamily="18" charset="0"/>
                        </a:rPr>
                        <a:t>(see section below)</a:t>
                      </a:r>
                      <a:r>
                        <a:rPr lang="en-US" sz="1600" b="1">
                          <a:effectLst/>
                          <a:latin typeface="Arial" panose="020B0604020202020204" pitchFamily="34" charset="0"/>
                          <a:ea typeface="Times New Roman" panose="02020603050405020304" pitchFamily="18" charset="0"/>
                          <a:cs typeface="Times New Roman" panose="02020603050405020304" pitchFamily="18" charset="0"/>
                        </a:rPr>
                        <a:t>:</a:t>
                      </a:r>
                      <a:endParaRPr lang="en-US" sz="2400">
                        <a:effectLst/>
                        <a:latin typeface="Times" panose="02020603050405020304" pitchFamily="18" charset="0"/>
                        <a:ea typeface="Times New Roman" panose="02020603050405020304" pitchFamily="18"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r">
                        <a:spcAft>
                          <a:spcPts val="0"/>
                        </a:spcAft>
                      </a:pPr>
                      <a:r>
                        <a:rPr lang="en-US" sz="1600">
                          <a:effectLst/>
                          <a:latin typeface="Arial" panose="020B0604020202020204" pitchFamily="34" charset="0"/>
                          <a:ea typeface="Times New Roman" panose="02020603050405020304" pitchFamily="18" charset="0"/>
                          <a:cs typeface="Times New Roman" panose="02020603050405020304" pitchFamily="18" charset="0"/>
                        </a:rPr>
                        <a:t> </a:t>
                      </a:r>
                      <a:endParaRPr lang="en-US" sz="2400">
                        <a:effectLst/>
                        <a:latin typeface="Times" panose="02020603050405020304" pitchFamily="18" charset="0"/>
                        <a:ea typeface="Times New Roman" panose="02020603050405020304" pitchFamily="18"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r">
                        <a:spcAft>
                          <a:spcPts val="0"/>
                        </a:spcAft>
                      </a:pPr>
                      <a:r>
                        <a:rPr lang="en-US" sz="1600">
                          <a:effectLst/>
                          <a:latin typeface="Arial" panose="020B0604020202020204" pitchFamily="34" charset="0"/>
                          <a:ea typeface="Times New Roman" panose="02020603050405020304" pitchFamily="18" charset="0"/>
                          <a:cs typeface="Times New Roman" panose="02020603050405020304" pitchFamily="18" charset="0"/>
                        </a:rPr>
                        <a:t>variable</a:t>
                      </a:r>
                      <a:endParaRPr lang="en-US" sz="2400">
                        <a:effectLst/>
                        <a:latin typeface="Times" panose="02020603050405020304" pitchFamily="18" charset="0"/>
                        <a:ea typeface="Times New Roman" panose="02020603050405020304" pitchFamily="18"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2127904334"/>
                  </a:ext>
                </a:extLst>
              </a:tr>
              <a:tr h="0">
                <a:tc>
                  <a:txBody>
                    <a:bodyPr/>
                    <a:lstStyle/>
                    <a:p>
                      <a:pPr algn="r">
                        <a:spcAft>
                          <a:spcPts val="0"/>
                        </a:spcAft>
                      </a:pPr>
                      <a:r>
                        <a:rPr lang="en-US" sz="1600" b="1">
                          <a:effectLst/>
                          <a:latin typeface="Arial" panose="020B0604020202020204" pitchFamily="34" charset="0"/>
                          <a:ea typeface="Times New Roman" panose="02020603050405020304" pitchFamily="18" charset="0"/>
                          <a:cs typeface="Times New Roman" panose="02020603050405020304" pitchFamily="18" charset="0"/>
                        </a:rPr>
                        <a:t>Total Course Mark</a:t>
                      </a:r>
                      <a:r>
                        <a:rPr lang="en-US" sz="1600" i="1">
                          <a:effectLst/>
                          <a:latin typeface="Arial" panose="020B0604020202020204" pitchFamily="34" charset="0"/>
                          <a:ea typeface="Times New Roman" panose="02020603050405020304" pitchFamily="18" charset="0"/>
                          <a:cs typeface="Times New Roman" panose="02020603050405020304" pitchFamily="18" charset="0"/>
                        </a:rPr>
                        <a:t> (less any applicable deductions)</a:t>
                      </a:r>
                      <a:r>
                        <a:rPr lang="en-US" sz="1600" b="1">
                          <a:effectLst/>
                          <a:latin typeface="Arial" panose="020B0604020202020204" pitchFamily="34" charset="0"/>
                          <a:ea typeface="Times New Roman" panose="02020603050405020304" pitchFamily="18" charset="0"/>
                          <a:cs typeface="Times New Roman" panose="02020603050405020304" pitchFamily="18" charset="0"/>
                        </a:rPr>
                        <a:t>:</a:t>
                      </a:r>
                      <a:endParaRPr lang="en-US" sz="2400">
                        <a:effectLst/>
                        <a:latin typeface="Times" panose="02020603050405020304" pitchFamily="18" charset="0"/>
                        <a:ea typeface="Times New Roman" panose="02020603050405020304" pitchFamily="18"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r">
                        <a:spcAft>
                          <a:spcPts val="0"/>
                        </a:spcAft>
                      </a:pPr>
                      <a:r>
                        <a:rPr lang="en-US" sz="1600" b="1">
                          <a:effectLst/>
                          <a:latin typeface="Arial" panose="020B0604020202020204" pitchFamily="34" charset="0"/>
                          <a:ea typeface="Times New Roman" panose="02020603050405020304" pitchFamily="18" charset="0"/>
                          <a:cs typeface="Times New Roman" panose="02020603050405020304" pitchFamily="18" charset="0"/>
                        </a:rPr>
                        <a:t> </a:t>
                      </a:r>
                      <a:endParaRPr lang="en-US" sz="2400">
                        <a:effectLst/>
                        <a:latin typeface="Times" panose="02020603050405020304" pitchFamily="18" charset="0"/>
                        <a:ea typeface="Times New Roman" panose="02020603050405020304" pitchFamily="18"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r">
                        <a:spcAft>
                          <a:spcPts val="0"/>
                        </a:spcAft>
                      </a:pPr>
                      <a:r>
                        <a:rPr lang="en-US" sz="1600" b="1" dirty="0">
                          <a:effectLst/>
                          <a:latin typeface="Arial" panose="020B0604020202020204" pitchFamily="34" charset="0"/>
                          <a:ea typeface="Times New Roman" panose="02020603050405020304" pitchFamily="18" charset="0"/>
                          <a:cs typeface="Times New Roman" panose="02020603050405020304" pitchFamily="18" charset="0"/>
                        </a:rPr>
                        <a:t>100%</a:t>
                      </a:r>
                      <a:endParaRPr lang="en-US" sz="2400" dirty="0">
                        <a:effectLst/>
                        <a:latin typeface="Times" panose="02020603050405020304" pitchFamily="18" charset="0"/>
                        <a:ea typeface="Times New Roman" panose="02020603050405020304" pitchFamily="18" charset="0"/>
                        <a:cs typeface="Times New Roman" panose="02020603050405020304" pitchFamily="18" charset="0"/>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3372949728"/>
                  </a:ext>
                </a:extLst>
              </a:tr>
            </a:tbl>
          </a:graphicData>
        </a:graphic>
      </p:graphicFrame>
    </p:spTree>
    <p:extLst>
      <p:ext uri="{BB962C8B-B14F-4D97-AF65-F5344CB8AC3E}">
        <p14:creationId xmlns:p14="http://schemas.microsoft.com/office/powerpoint/2010/main" val="1893405309"/>
      </p:ext>
    </p:extLst>
  </p:cSld>
  <p:clrMapOvr>
    <a:masterClrMapping/>
  </p:clrMapOvr>
  <p:transition>
    <p:fade/>
  </p:transition>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3"/>
          <p:cNvSpPr>
            <a:spLocks noChangeArrowheads="1"/>
          </p:cNvSpPr>
          <p:nvPr/>
        </p:nvSpPr>
        <p:spPr bwMode="auto">
          <a:xfrm>
            <a:off x="180000" y="828000"/>
            <a:ext cx="8640000" cy="5328000"/>
          </a:xfrm>
          <a:prstGeom prst="rect">
            <a:avLst/>
          </a:prstGeom>
          <a:noFill/>
          <a:ln w="9525">
            <a:noFill/>
            <a:miter lim="800000"/>
            <a:headEnd/>
            <a:tailEnd/>
          </a:ln>
        </p:spPr>
        <p:txBody>
          <a:bodyPr/>
          <a:lstStyle>
            <a:lvl1pPr marL="609600" indent="-609600">
              <a:lnSpc>
                <a:spcPct val="120000"/>
              </a:lnSpc>
              <a:spcBef>
                <a:spcPts val="1000"/>
              </a:spcBef>
              <a:buClr>
                <a:schemeClr val="tx1"/>
              </a:buClr>
              <a:buFont typeface="Arial" panose="020B0604020202020204" pitchFamily="34" charset="0"/>
              <a:buChar char="•"/>
              <a:defRPr sz="2000">
                <a:solidFill>
                  <a:schemeClr val="tx1"/>
                </a:solidFill>
                <a:latin typeface="Tw Cen MT" panose="020B0602020104020603" pitchFamily="34" charset="0"/>
              </a:defRPr>
            </a:lvl1pPr>
            <a:lvl2pPr marL="742950" indent="-285750">
              <a:lnSpc>
                <a:spcPct val="120000"/>
              </a:lnSpc>
              <a:spcBef>
                <a:spcPts val="500"/>
              </a:spcBef>
              <a:buClr>
                <a:schemeClr val="tx1"/>
              </a:buClr>
              <a:buFont typeface="Arial" panose="020B0604020202020204" pitchFamily="34" charset="0"/>
              <a:buChar char="•"/>
              <a:defRPr>
                <a:solidFill>
                  <a:schemeClr val="tx1"/>
                </a:solidFill>
                <a:latin typeface="Tw Cen MT" panose="020B0602020104020603" pitchFamily="34" charset="0"/>
              </a:defRPr>
            </a:lvl2pPr>
            <a:lvl3pPr marL="1143000" indent="-228600">
              <a:lnSpc>
                <a:spcPct val="120000"/>
              </a:lnSpc>
              <a:spcBef>
                <a:spcPts val="500"/>
              </a:spcBef>
              <a:buClr>
                <a:schemeClr val="tx1"/>
              </a:buClr>
              <a:buFont typeface="Arial" panose="020B0604020202020204" pitchFamily="34" charset="0"/>
              <a:buChar char="•"/>
              <a:defRPr sz="1600">
                <a:solidFill>
                  <a:schemeClr val="tx1"/>
                </a:solidFill>
                <a:latin typeface="Tw Cen MT" panose="020B0602020104020603" pitchFamily="34" charset="0"/>
              </a:defRPr>
            </a:lvl3pPr>
            <a:lvl4pPr marL="16002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4pPr>
            <a:lvl5pPr marL="20574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5pPr>
            <a:lvl6pPr marL="25146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6pPr>
            <a:lvl7pPr marL="29718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7pPr>
            <a:lvl8pPr marL="34290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8pPr>
            <a:lvl9pPr marL="38862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9pPr>
          </a:lstStyle>
          <a:p>
            <a:pPr marL="457200" lvl="0" indent="-457200" fontAlgn="auto">
              <a:lnSpc>
                <a:spcPct val="100000"/>
              </a:lnSpc>
              <a:spcBef>
                <a:spcPts val="0"/>
              </a:spcBef>
              <a:spcAft>
                <a:spcPts val="0"/>
              </a:spcAft>
              <a:buClr>
                <a:srgbClr val="000000"/>
              </a:buClr>
              <a:buSzPts val="2000"/>
              <a:buNone/>
              <a:defRPr/>
            </a:pPr>
            <a:r>
              <a:rPr lang="en-US" kern="0" dirty="0">
                <a:solidFill>
                  <a:srgbClr val="000000"/>
                </a:solidFill>
                <a:latin typeface="Arial"/>
                <a:cs typeface="Arial"/>
                <a:sym typeface="Arial"/>
              </a:rPr>
              <a:t>Final Grade:</a:t>
            </a:r>
          </a:p>
          <a:p>
            <a:pPr marL="0" lvl="0" indent="0" fontAlgn="auto">
              <a:lnSpc>
                <a:spcPct val="100000"/>
              </a:lnSpc>
              <a:spcBef>
                <a:spcPts val="0"/>
              </a:spcBef>
              <a:spcAft>
                <a:spcPts val="0"/>
              </a:spcAft>
              <a:buClr>
                <a:srgbClr val="000000"/>
              </a:buClr>
              <a:buSzPts val="2000"/>
              <a:buNone/>
              <a:defRPr/>
            </a:pPr>
            <a:r>
              <a:rPr lang="en-US" b="0" kern="0" dirty="0">
                <a:solidFill>
                  <a:srgbClr val="000000"/>
                </a:solidFill>
                <a:latin typeface="Arial"/>
                <a:cs typeface="Arial"/>
                <a:sym typeface="Arial"/>
              </a:rPr>
              <a:t>Based on results and grade distributions in previous years:</a:t>
            </a:r>
          </a:p>
          <a:p>
            <a:pPr marL="457200" lvl="0" indent="-457200" fontAlgn="auto">
              <a:lnSpc>
                <a:spcPct val="100000"/>
              </a:lnSpc>
              <a:spcBef>
                <a:spcPts val="0"/>
              </a:spcBef>
              <a:spcAft>
                <a:spcPts val="0"/>
              </a:spcAft>
              <a:buClr>
                <a:srgbClr val="000000"/>
              </a:buClr>
              <a:buSzPts val="2000"/>
              <a:buFont typeface="+mj-lt"/>
              <a:buAutoNum type="alphaLcParenR"/>
              <a:defRPr/>
            </a:pPr>
            <a:endParaRPr lang="en-US" b="0" kern="0" dirty="0">
              <a:solidFill>
                <a:srgbClr val="000000"/>
              </a:solidFill>
              <a:latin typeface="Arial"/>
              <a:cs typeface="Arial"/>
              <a:sym typeface="Arial"/>
            </a:endParaRPr>
          </a:p>
          <a:p>
            <a:pPr marL="457200" lvl="0" indent="-457200" fontAlgn="auto">
              <a:lnSpc>
                <a:spcPct val="100000"/>
              </a:lnSpc>
              <a:spcBef>
                <a:spcPts val="0"/>
              </a:spcBef>
              <a:spcAft>
                <a:spcPts val="0"/>
              </a:spcAft>
              <a:buClr>
                <a:srgbClr val="000000"/>
              </a:buClr>
              <a:buSzPts val="2000"/>
              <a:buFont typeface="+mj-lt"/>
              <a:buAutoNum type="alphaLcParenR"/>
              <a:defRPr/>
            </a:pPr>
            <a:r>
              <a:rPr lang="en-US" b="0" kern="0" dirty="0">
                <a:solidFill>
                  <a:srgbClr val="000000"/>
                </a:solidFill>
                <a:latin typeface="Arial"/>
                <a:cs typeface="Arial"/>
                <a:sym typeface="Arial"/>
              </a:rPr>
              <a:t>The </a:t>
            </a:r>
            <a:r>
              <a:rPr lang="en-US" b="0" u="sng" kern="0" dirty="0" smtClean="0">
                <a:solidFill>
                  <a:srgbClr val="000000"/>
                </a:solidFill>
                <a:latin typeface="Arial"/>
                <a:cs typeface="Arial"/>
                <a:sym typeface="Arial"/>
              </a:rPr>
              <a:t>Letter </a:t>
            </a:r>
            <a:r>
              <a:rPr lang="en-US" b="0" u="sng" kern="0" dirty="0">
                <a:solidFill>
                  <a:srgbClr val="000000"/>
                </a:solidFill>
                <a:latin typeface="Arial"/>
                <a:cs typeface="Arial"/>
                <a:sym typeface="Arial"/>
              </a:rPr>
              <a:t>Grade of A</a:t>
            </a:r>
            <a:r>
              <a:rPr lang="en-US" b="0" kern="0" dirty="0">
                <a:solidFill>
                  <a:srgbClr val="000000"/>
                </a:solidFill>
                <a:latin typeface="Arial"/>
                <a:cs typeface="Arial"/>
                <a:sym typeface="Arial"/>
              </a:rPr>
              <a:t> or higher will be submitted for those achieving a total course mark of </a:t>
            </a:r>
            <a:r>
              <a:rPr lang="en-US" b="0" u="sng" kern="0" dirty="0">
                <a:solidFill>
                  <a:srgbClr val="000000"/>
                </a:solidFill>
                <a:latin typeface="Arial"/>
                <a:cs typeface="Arial"/>
                <a:sym typeface="Arial"/>
              </a:rPr>
              <a:t>90% or higher</a:t>
            </a:r>
            <a:r>
              <a:rPr lang="en-US" b="0" kern="0" dirty="0">
                <a:solidFill>
                  <a:srgbClr val="000000"/>
                </a:solidFill>
                <a:latin typeface="Arial"/>
                <a:cs typeface="Arial"/>
                <a:sym typeface="Arial"/>
              </a:rPr>
              <a:t>; that is, based on distributions, the cut-off mark to get an A may be 90% or it may be lower than 90%, but it will not be </a:t>
            </a:r>
            <a:r>
              <a:rPr lang="en-US" b="0" kern="0" dirty="0" smtClean="0">
                <a:solidFill>
                  <a:srgbClr val="000000"/>
                </a:solidFill>
                <a:latin typeface="Arial"/>
                <a:cs typeface="Arial"/>
                <a:sym typeface="Arial"/>
              </a:rPr>
              <a:t>higher.</a:t>
            </a:r>
            <a:endParaRPr lang="en-US" b="0" kern="0" dirty="0">
              <a:solidFill>
                <a:srgbClr val="000000"/>
              </a:solidFill>
              <a:latin typeface="Arial"/>
              <a:cs typeface="Arial"/>
              <a:sym typeface="Arial"/>
            </a:endParaRPr>
          </a:p>
          <a:p>
            <a:pPr marL="457200" lvl="0" indent="-457200" fontAlgn="auto">
              <a:lnSpc>
                <a:spcPct val="100000"/>
              </a:lnSpc>
              <a:spcBef>
                <a:spcPts val="0"/>
              </a:spcBef>
              <a:spcAft>
                <a:spcPts val="0"/>
              </a:spcAft>
              <a:buClr>
                <a:srgbClr val="000000"/>
              </a:buClr>
              <a:buSzPts val="2000"/>
              <a:buFont typeface="+mj-lt"/>
              <a:buAutoNum type="alphaLcParenR"/>
              <a:defRPr/>
            </a:pPr>
            <a:endParaRPr lang="en-US" b="0" kern="0" dirty="0">
              <a:solidFill>
                <a:srgbClr val="000000"/>
              </a:solidFill>
              <a:latin typeface="Arial"/>
              <a:cs typeface="Arial"/>
              <a:sym typeface="Arial"/>
            </a:endParaRPr>
          </a:p>
          <a:p>
            <a:pPr marL="457200" lvl="0" indent="-457200" fontAlgn="auto">
              <a:lnSpc>
                <a:spcPct val="100000"/>
              </a:lnSpc>
              <a:spcBef>
                <a:spcPts val="0"/>
              </a:spcBef>
              <a:spcAft>
                <a:spcPts val="0"/>
              </a:spcAft>
              <a:buClr>
                <a:srgbClr val="000000"/>
              </a:buClr>
              <a:buSzPts val="2000"/>
              <a:buFont typeface="+mj-lt"/>
              <a:buAutoNum type="alphaLcParenR"/>
              <a:defRPr/>
            </a:pPr>
            <a:r>
              <a:rPr lang="en-US" b="0" kern="0" dirty="0">
                <a:solidFill>
                  <a:srgbClr val="000000"/>
                </a:solidFill>
                <a:latin typeface="Arial"/>
                <a:cs typeface="Arial"/>
                <a:sym typeface="Arial"/>
              </a:rPr>
              <a:t>The </a:t>
            </a:r>
            <a:r>
              <a:rPr lang="en-US" b="0" u="sng" kern="0" dirty="0">
                <a:solidFill>
                  <a:srgbClr val="000000"/>
                </a:solidFill>
                <a:latin typeface="Arial"/>
                <a:cs typeface="Arial"/>
                <a:sym typeface="Arial"/>
              </a:rPr>
              <a:t>Letter Grade of D</a:t>
            </a:r>
            <a:r>
              <a:rPr lang="en-US" b="0" kern="0" dirty="0">
                <a:solidFill>
                  <a:srgbClr val="000000"/>
                </a:solidFill>
                <a:latin typeface="Arial"/>
                <a:cs typeface="Arial"/>
                <a:sym typeface="Arial"/>
              </a:rPr>
              <a:t> or higher will be submitted for those achieving a total course mark of </a:t>
            </a:r>
            <a:r>
              <a:rPr lang="en-US" b="0" u="sng" kern="0" dirty="0">
                <a:solidFill>
                  <a:srgbClr val="000000"/>
                </a:solidFill>
                <a:latin typeface="Arial"/>
                <a:cs typeface="Arial"/>
                <a:sym typeface="Arial"/>
              </a:rPr>
              <a:t>higher than 60%</a:t>
            </a:r>
            <a:r>
              <a:rPr lang="en-US" b="0" kern="0" dirty="0">
                <a:solidFill>
                  <a:srgbClr val="000000"/>
                </a:solidFill>
                <a:latin typeface="Arial"/>
                <a:cs typeface="Arial"/>
                <a:sym typeface="Arial"/>
              </a:rPr>
              <a:t>. The </a:t>
            </a:r>
            <a:r>
              <a:rPr lang="en-US" b="0" u="sng" kern="0" dirty="0">
                <a:solidFill>
                  <a:srgbClr val="000000"/>
                </a:solidFill>
                <a:latin typeface="Arial"/>
                <a:cs typeface="Arial"/>
                <a:sym typeface="Arial"/>
              </a:rPr>
              <a:t>Letter Grade of F </a:t>
            </a:r>
            <a:r>
              <a:rPr lang="en-US" b="0" kern="0" dirty="0">
                <a:solidFill>
                  <a:srgbClr val="000000"/>
                </a:solidFill>
                <a:latin typeface="Arial"/>
                <a:cs typeface="Arial"/>
                <a:sym typeface="Arial"/>
              </a:rPr>
              <a:t>may be assessed for a total course mark of </a:t>
            </a:r>
            <a:r>
              <a:rPr lang="en-US" b="0" u="sng" kern="0" dirty="0">
                <a:solidFill>
                  <a:srgbClr val="000000"/>
                </a:solidFill>
                <a:latin typeface="Arial"/>
                <a:cs typeface="Arial"/>
                <a:sym typeface="Arial"/>
              </a:rPr>
              <a:t>60% or lower</a:t>
            </a:r>
            <a:r>
              <a:rPr lang="en-US" b="0" kern="0" dirty="0">
                <a:solidFill>
                  <a:srgbClr val="000000"/>
                </a:solidFill>
                <a:latin typeface="Arial"/>
                <a:cs typeface="Arial"/>
                <a:sym typeface="Arial"/>
              </a:rPr>
              <a:t>.</a:t>
            </a:r>
          </a:p>
          <a:p>
            <a:pPr marL="457200" lvl="0" indent="-457200" fontAlgn="auto">
              <a:lnSpc>
                <a:spcPct val="100000"/>
              </a:lnSpc>
              <a:spcBef>
                <a:spcPts val="0"/>
              </a:spcBef>
              <a:spcAft>
                <a:spcPts val="0"/>
              </a:spcAft>
              <a:buClr>
                <a:srgbClr val="000000"/>
              </a:buClr>
              <a:buSzPts val="2000"/>
              <a:buFont typeface="+mj-lt"/>
              <a:buAutoNum type="alphaLcParenR"/>
              <a:defRPr/>
            </a:pPr>
            <a:endParaRPr lang="en-US" b="0" kern="0" dirty="0">
              <a:solidFill>
                <a:srgbClr val="000000"/>
              </a:solidFill>
              <a:latin typeface="Arial"/>
              <a:cs typeface="Arial"/>
              <a:sym typeface="Arial"/>
            </a:endParaRPr>
          </a:p>
          <a:p>
            <a:pPr marL="457200" lvl="0" indent="-457200" fontAlgn="auto">
              <a:lnSpc>
                <a:spcPct val="100000"/>
              </a:lnSpc>
              <a:spcBef>
                <a:spcPts val="0"/>
              </a:spcBef>
              <a:spcAft>
                <a:spcPts val="0"/>
              </a:spcAft>
              <a:buClr>
                <a:srgbClr val="000000"/>
              </a:buClr>
              <a:buSzPts val="2000"/>
              <a:buFont typeface="+mj-lt"/>
              <a:buAutoNum type="alphaLcParenR"/>
              <a:defRPr/>
            </a:pPr>
            <a:r>
              <a:rPr lang="en-US" b="0" kern="0" dirty="0">
                <a:solidFill>
                  <a:srgbClr val="000000"/>
                </a:solidFill>
                <a:latin typeface="Arial"/>
                <a:cs typeface="Arial"/>
                <a:sym typeface="Arial"/>
              </a:rPr>
              <a:t>Minimum marks required for other letter grades vary from year to year and cannot be predicted ahead of time</a:t>
            </a:r>
            <a:r>
              <a:rPr lang="en-US" b="0" kern="0" dirty="0" smtClean="0">
                <a:solidFill>
                  <a:srgbClr val="000000"/>
                </a:solidFill>
                <a:latin typeface="Arial"/>
                <a:cs typeface="Arial"/>
                <a:sym typeface="Arial"/>
              </a:rPr>
              <a:t>.</a:t>
            </a:r>
            <a:endParaRPr kumimoji="0" lang="en-US" altLang="en-US" sz="2000" b="0" i="0" u="none" strike="noStrike" kern="1200" cap="none" spc="0" normalizeH="0" baseline="0" noProof="0" dirty="0" smtClean="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sp>
        <p:nvSpPr>
          <p:cNvPr id="9" name="Rectangle 2"/>
          <p:cNvSpPr>
            <a:spLocks noChangeArrowheads="1"/>
          </p:cNvSpPr>
          <p:nvPr/>
        </p:nvSpPr>
        <p:spPr bwMode="auto">
          <a:xfrm>
            <a:off x="180000" y="216000"/>
            <a:ext cx="8640000" cy="504000"/>
          </a:xfrm>
          <a:prstGeom prst="rect">
            <a:avLst/>
          </a:prstGeom>
          <a:noFill/>
          <a:ln>
            <a:noFill/>
          </a:ln>
          <a:extLst/>
        </p:spPr>
        <p:txBody>
          <a:bodyPr anchor="ctr"/>
          <a:lstStyle>
            <a:lvl1pPr>
              <a:lnSpc>
                <a:spcPct val="120000"/>
              </a:lnSpc>
              <a:spcBef>
                <a:spcPts val="1000"/>
              </a:spcBef>
              <a:buClr>
                <a:schemeClr val="tx1"/>
              </a:buClr>
              <a:buFont typeface="Arial" panose="020B0604020202020204" pitchFamily="34" charset="0"/>
              <a:buChar char="•"/>
              <a:defRPr sz="2000">
                <a:solidFill>
                  <a:schemeClr val="tx1"/>
                </a:solidFill>
                <a:latin typeface="Tw Cen MT" panose="020B0602020104020603" pitchFamily="34" charset="0"/>
              </a:defRPr>
            </a:lvl1pPr>
            <a:lvl2pPr marL="742950" indent="-285750">
              <a:lnSpc>
                <a:spcPct val="120000"/>
              </a:lnSpc>
              <a:spcBef>
                <a:spcPts val="500"/>
              </a:spcBef>
              <a:buClr>
                <a:schemeClr val="tx1"/>
              </a:buClr>
              <a:buFont typeface="Arial" panose="020B0604020202020204" pitchFamily="34" charset="0"/>
              <a:buChar char="•"/>
              <a:defRPr>
                <a:solidFill>
                  <a:schemeClr val="tx1"/>
                </a:solidFill>
                <a:latin typeface="Tw Cen MT" panose="020B0602020104020603" pitchFamily="34" charset="0"/>
              </a:defRPr>
            </a:lvl2pPr>
            <a:lvl3pPr marL="1143000" indent="-228600">
              <a:lnSpc>
                <a:spcPct val="120000"/>
              </a:lnSpc>
              <a:spcBef>
                <a:spcPts val="500"/>
              </a:spcBef>
              <a:buClr>
                <a:schemeClr val="tx1"/>
              </a:buClr>
              <a:buFont typeface="Arial" panose="020B0604020202020204" pitchFamily="34" charset="0"/>
              <a:buChar char="•"/>
              <a:defRPr sz="1600">
                <a:solidFill>
                  <a:schemeClr val="tx1"/>
                </a:solidFill>
                <a:latin typeface="Tw Cen MT" panose="020B0602020104020603" pitchFamily="34" charset="0"/>
              </a:defRPr>
            </a:lvl3pPr>
            <a:lvl4pPr marL="16002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4pPr>
            <a:lvl5pPr marL="20574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5pPr>
            <a:lvl6pPr marL="25146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6pPr>
            <a:lvl7pPr marL="29718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7pPr>
            <a:lvl8pPr marL="34290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8pPr>
            <a:lvl9pPr marL="38862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9pPr>
          </a:lstStyle>
          <a:p>
            <a:pPr lvl="0">
              <a:lnSpc>
                <a:spcPct val="100000"/>
              </a:lnSpc>
              <a:spcBef>
                <a:spcPct val="0"/>
              </a:spcBef>
              <a:buClrTx/>
              <a:buNone/>
            </a:pPr>
            <a:r>
              <a:rPr lang="en-US" altLang="en-US" sz="2400" b="0" dirty="0">
                <a:solidFill>
                  <a:srgbClr val="333399"/>
                </a:solidFill>
                <a:latin typeface="Arial" panose="020B0604020202020204" pitchFamily="34" charset="0"/>
                <a:cs typeface="Arial" panose="020B0604020202020204" pitchFamily="34" charset="0"/>
              </a:rPr>
              <a:t>Course Syllabus:</a:t>
            </a:r>
          </a:p>
        </p:txBody>
      </p:sp>
      <p:sp>
        <p:nvSpPr>
          <p:cNvPr id="12" name="Slide Number Placeholder 1"/>
          <p:cNvSpPr txBox="1">
            <a:spLocks noGrp="1"/>
          </p:cNvSpPr>
          <p:nvPr/>
        </p:nvSpPr>
        <p:spPr bwMode="auto">
          <a:xfrm>
            <a:off x="8280000" y="6300000"/>
            <a:ext cx="533400" cy="28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tx2"/>
              </a:buClr>
              <a:buSzPct val="65000"/>
              <a:buFont typeface="Wingdings" panose="05000000000000000000" pitchFamily="2" charset="2"/>
              <a:buChar char="v"/>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SzPct val="65000"/>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B9AAC074-F6B9-4EA4-AE59-9F9DB0D8944F}" type="slidenum">
              <a:rPr kumimoji="0" lang="en-US" altLang="en-US" sz="1200" b="1" i="1" u="none" strike="noStrike" kern="120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10</a:t>
            </a:fld>
            <a:endParaRPr kumimoji="0" lang="en-US" altLang="en-US" sz="1200" b="1" i="1" u="none" strike="noStrike" kern="120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sp>
        <p:nvSpPr>
          <p:cNvPr id="13" name="Google Shape;125;p2"/>
          <p:cNvSpPr/>
          <p:nvPr/>
        </p:nvSpPr>
        <p:spPr>
          <a:xfrm>
            <a:off x="2700000" y="6300000"/>
            <a:ext cx="5400000" cy="288000"/>
          </a:xfrm>
          <a:prstGeom prst="rect">
            <a:avLst/>
          </a:prstGeom>
          <a:no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Pts val="1600"/>
              <a:buFontTx/>
              <a:buNone/>
              <a:tabLst/>
              <a:defRPr/>
            </a:pPr>
            <a:r>
              <a:rPr kumimoji="0" lang="en-US" sz="1200" b="1" i="1" u="none" strike="noStrike" kern="0" cap="none" spc="0" normalizeH="0" baseline="0" noProof="0" dirty="0" smtClean="0">
                <a:ln>
                  <a:noFill/>
                </a:ln>
                <a:solidFill>
                  <a:srgbClr val="000000"/>
                </a:solidFill>
                <a:effectLst/>
                <a:uLnTx/>
                <a:uFillTx/>
                <a:latin typeface="Arial" charset="0"/>
                <a:ea typeface="Times New Roman"/>
                <a:cs typeface="Arial" panose="020B0604020202020204" pitchFamily="34" charset="0"/>
                <a:sym typeface="Times New Roman"/>
              </a:rPr>
              <a:t>ENGG404 Expectations, Course Syllabus, Course Plan, and Exam</a:t>
            </a:r>
            <a:endParaRPr kumimoji="0" lang="en-US" sz="1200" b="1" i="1" u="none" strike="noStrike" kern="0" cap="none" spc="0" normalizeH="0" baseline="0" noProof="0" dirty="0">
              <a:ln>
                <a:noFill/>
              </a:ln>
              <a:solidFill>
                <a:srgbClr val="000000"/>
              </a:solidFill>
              <a:effectLst/>
              <a:uLnTx/>
              <a:uFillTx/>
              <a:latin typeface="Arial" charset="0"/>
              <a:ea typeface="Times New Roman"/>
              <a:cs typeface="Arial" panose="020B0604020202020204" pitchFamily="34" charset="0"/>
              <a:sym typeface="Times New Roman"/>
            </a:endParaRPr>
          </a:p>
        </p:txBody>
      </p:sp>
    </p:spTree>
    <p:extLst>
      <p:ext uri="{BB962C8B-B14F-4D97-AF65-F5344CB8AC3E}">
        <p14:creationId xmlns:p14="http://schemas.microsoft.com/office/powerpoint/2010/main" val="634595330"/>
      </p:ext>
    </p:extLst>
  </p:cSld>
  <p:clrMapOvr>
    <a:masterClrMapping/>
  </p:clrMapOvr>
  <p:transition>
    <p:fade/>
  </p:transition>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3"/>
          <p:cNvSpPr>
            <a:spLocks noChangeArrowheads="1"/>
          </p:cNvSpPr>
          <p:nvPr/>
        </p:nvSpPr>
        <p:spPr bwMode="auto">
          <a:xfrm>
            <a:off x="180000" y="828000"/>
            <a:ext cx="8640000" cy="5328000"/>
          </a:xfrm>
          <a:prstGeom prst="rect">
            <a:avLst/>
          </a:prstGeom>
          <a:noFill/>
          <a:ln w="9525">
            <a:noFill/>
            <a:miter lim="800000"/>
            <a:headEnd/>
            <a:tailEnd/>
          </a:ln>
        </p:spPr>
        <p:txBody>
          <a:bodyPr/>
          <a:lstStyle>
            <a:lvl1pPr marL="609600" indent="-609600">
              <a:lnSpc>
                <a:spcPct val="120000"/>
              </a:lnSpc>
              <a:spcBef>
                <a:spcPts val="1000"/>
              </a:spcBef>
              <a:buClr>
                <a:schemeClr val="tx1"/>
              </a:buClr>
              <a:buFont typeface="Arial" panose="020B0604020202020204" pitchFamily="34" charset="0"/>
              <a:buChar char="•"/>
              <a:defRPr sz="2000">
                <a:solidFill>
                  <a:schemeClr val="tx1"/>
                </a:solidFill>
                <a:latin typeface="Tw Cen MT" panose="020B0602020104020603" pitchFamily="34" charset="0"/>
              </a:defRPr>
            </a:lvl1pPr>
            <a:lvl2pPr marL="742950" indent="-285750">
              <a:lnSpc>
                <a:spcPct val="120000"/>
              </a:lnSpc>
              <a:spcBef>
                <a:spcPts val="500"/>
              </a:spcBef>
              <a:buClr>
                <a:schemeClr val="tx1"/>
              </a:buClr>
              <a:buFont typeface="Arial" panose="020B0604020202020204" pitchFamily="34" charset="0"/>
              <a:buChar char="•"/>
              <a:defRPr>
                <a:solidFill>
                  <a:schemeClr val="tx1"/>
                </a:solidFill>
                <a:latin typeface="Tw Cen MT" panose="020B0602020104020603" pitchFamily="34" charset="0"/>
              </a:defRPr>
            </a:lvl2pPr>
            <a:lvl3pPr marL="1143000" indent="-228600">
              <a:lnSpc>
                <a:spcPct val="120000"/>
              </a:lnSpc>
              <a:spcBef>
                <a:spcPts val="500"/>
              </a:spcBef>
              <a:buClr>
                <a:schemeClr val="tx1"/>
              </a:buClr>
              <a:buFont typeface="Arial" panose="020B0604020202020204" pitchFamily="34" charset="0"/>
              <a:buChar char="•"/>
              <a:defRPr sz="1600">
                <a:solidFill>
                  <a:schemeClr val="tx1"/>
                </a:solidFill>
                <a:latin typeface="Tw Cen MT" panose="020B0602020104020603" pitchFamily="34" charset="0"/>
              </a:defRPr>
            </a:lvl3pPr>
            <a:lvl4pPr marL="16002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4pPr>
            <a:lvl5pPr marL="20574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5pPr>
            <a:lvl6pPr marL="25146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6pPr>
            <a:lvl7pPr marL="29718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7pPr>
            <a:lvl8pPr marL="34290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8pPr>
            <a:lvl9pPr marL="38862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9pPr>
          </a:lstStyle>
          <a:p>
            <a:pPr marL="457200" lvl="0" indent="-457200" fontAlgn="auto">
              <a:lnSpc>
                <a:spcPct val="100000"/>
              </a:lnSpc>
              <a:spcBef>
                <a:spcPts val="0"/>
              </a:spcBef>
              <a:spcAft>
                <a:spcPts val="0"/>
              </a:spcAft>
              <a:buClr>
                <a:srgbClr val="000000"/>
              </a:buClr>
              <a:buSzPts val="2000"/>
              <a:buNone/>
              <a:defRPr/>
            </a:pPr>
            <a:r>
              <a:rPr lang="en-US" kern="0" dirty="0">
                <a:solidFill>
                  <a:srgbClr val="000000"/>
                </a:solidFill>
                <a:latin typeface="Arial"/>
                <a:cs typeface="Arial"/>
                <a:sym typeface="Arial"/>
              </a:rPr>
              <a:t>Textbook:</a:t>
            </a:r>
            <a:endParaRPr lang="en-US" sz="1400" kern="0" dirty="0">
              <a:solidFill>
                <a:srgbClr val="000000"/>
              </a:solidFill>
              <a:latin typeface="Arial"/>
              <a:cs typeface="Arial"/>
              <a:sym typeface="Arial"/>
            </a:endParaRPr>
          </a:p>
          <a:p>
            <a:pPr marL="360000" lvl="0" indent="-360000" eaLnBrk="0" hangingPunct="0">
              <a:lnSpc>
                <a:spcPct val="100000"/>
              </a:lnSpc>
              <a:spcBef>
                <a:spcPts val="0"/>
              </a:spcBef>
              <a:buClrTx/>
              <a:buSzPct val="100000"/>
              <a:buFont typeface="Wingdings" panose="05000000000000000000" pitchFamily="2" charset="2"/>
              <a:buChar char="Ø"/>
              <a:defRPr/>
            </a:pPr>
            <a:r>
              <a:rPr lang="en-US"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sym typeface="Arial"/>
              </a:rPr>
              <a:t>“</a:t>
            </a:r>
            <a:r>
              <a:rPr 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sym typeface="Arial"/>
              </a:rPr>
              <a:t>A Handbook for Becoming a Leader in Risk Management</a:t>
            </a:r>
            <a:r>
              <a:rPr lang="en-US"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sym typeface="Arial"/>
              </a:rPr>
              <a:t>”.</a:t>
            </a:r>
            <a:endParaRPr 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sym typeface="Arial"/>
            </a:endParaRPr>
          </a:p>
          <a:p>
            <a:pPr marL="360000" lvl="0" indent="-360000" eaLnBrk="0" hangingPunct="0">
              <a:lnSpc>
                <a:spcPct val="100000"/>
              </a:lnSpc>
              <a:spcBef>
                <a:spcPts val="0"/>
              </a:spcBef>
              <a:buClrTx/>
              <a:buSzPct val="100000"/>
              <a:buFont typeface="Wingdings" panose="05000000000000000000" pitchFamily="2" charset="2"/>
              <a:buChar char="Ø"/>
              <a:defRPr/>
            </a:pPr>
            <a:r>
              <a:rPr lang="en-US"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sym typeface="Arial"/>
              </a:rPr>
              <a:t>Available </a:t>
            </a:r>
            <a:r>
              <a:rPr 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sym typeface="Arial"/>
              </a:rPr>
              <a:t>as a </a:t>
            </a:r>
            <a:r>
              <a:rPr lang="en-US"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sym typeface="Arial"/>
              </a:rPr>
              <a:t>PDF</a:t>
            </a:r>
            <a:r>
              <a:rPr lang="en-US"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sym typeface="Arial"/>
              </a:rPr>
              <a:t> </a:t>
            </a:r>
            <a:r>
              <a:rPr 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sym typeface="Arial"/>
              </a:rPr>
              <a:t>on </a:t>
            </a:r>
            <a:r>
              <a:rPr lang="en-US" b="0" dirty="0" err="1" smtClean="0">
                <a:solidFill>
                  <a:srgbClr val="000000"/>
                </a:solidFill>
                <a:latin typeface="Arial" panose="020B0604020202020204" pitchFamily="34" charset="0"/>
                <a:ea typeface="ＭＳ Ｐゴシック" panose="020B0600070205080204" pitchFamily="34" charset="-128"/>
                <a:cs typeface="Arial" panose="020B0604020202020204" pitchFamily="34" charset="0"/>
                <a:sym typeface="Arial"/>
              </a:rPr>
              <a:t>eClass</a:t>
            </a:r>
            <a:r>
              <a:rPr 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sym typeface="Arial"/>
              </a:rPr>
              <a:t> </a:t>
            </a:r>
            <a:r>
              <a:rPr lang="en-US"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sym typeface="Arial"/>
              </a:rPr>
              <a:t>– no cost to you!</a:t>
            </a:r>
            <a:endParaRPr 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sym typeface="Arial"/>
            </a:endParaRPr>
          </a:p>
          <a:p>
            <a:pPr marL="360000" indent="-360000" eaLnBrk="0" hangingPunct="0">
              <a:lnSpc>
                <a:spcPct val="100000"/>
              </a:lnSpc>
              <a:spcBef>
                <a:spcPts val="0"/>
              </a:spcBef>
              <a:buClrTx/>
              <a:buSzPct val="100000"/>
              <a:buFont typeface="Wingdings" panose="05000000000000000000" pitchFamily="2" charset="2"/>
              <a:buChar char="Ø"/>
            </a:pPr>
            <a:r>
              <a:rPr lang="en-US"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sym typeface="Arial"/>
              </a:rPr>
              <a:t>Supplements </a:t>
            </a:r>
            <a:r>
              <a:rPr 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sym typeface="Arial"/>
              </a:rPr>
              <a:t>learning … goes hand-in-glove / provides the basis for in-class active learning exercises that facilitate your learning.</a:t>
            </a:r>
          </a:p>
          <a:p>
            <a:pPr marL="360000" indent="-360000" eaLnBrk="0" hangingPunct="0">
              <a:lnSpc>
                <a:spcPct val="100000"/>
              </a:lnSpc>
              <a:spcBef>
                <a:spcPts val="0"/>
              </a:spcBef>
              <a:buClrTx/>
              <a:buSzPct val="100000"/>
              <a:buFont typeface="Wingdings" panose="05000000000000000000" pitchFamily="2" charset="2"/>
              <a:buChar char="Ø"/>
            </a:pPr>
            <a:r>
              <a:rPr lang="en-US"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sym typeface="Arial"/>
              </a:rPr>
              <a:t>Will </a:t>
            </a:r>
            <a:r>
              <a:rPr 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sym typeface="Arial"/>
              </a:rPr>
              <a:t>be a great resource in your future roles in your career. </a:t>
            </a:r>
            <a:endParaRPr lang="en-US"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sym typeface="Arial"/>
            </a:endParaRPr>
          </a:p>
          <a:p>
            <a:pPr marL="360000" indent="-360000" eaLnBrk="0" hangingPunct="0">
              <a:lnSpc>
                <a:spcPct val="100000"/>
              </a:lnSpc>
              <a:spcBef>
                <a:spcPts val="0"/>
              </a:spcBef>
              <a:buClrTx/>
              <a:buSzPct val="100000"/>
              <a:buFont typeface="Wingdings" panose="05000000000000000000" pitchFamily="2" charset="2"/>
              <a:buChar char="Ø"/>
            </a:pPr>
            <a:endParaRPr 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sym typeface="Arial"/>
            </a:endParaRPr>
          </a:p>
          <a:p>
            <a:pPr marL="0" lvl="0" indent="0" fontAlgn="auto">
              <a:lnSpc>
                <a:spcPct val="100000"/>
              </a:lnSpc>
              <a:spcBef>
                <a:spcPts val="0"/>
              </a:spcBef>
              <a:spcAft>
                <a:spcPts val="0"/>
              </a:spcAft>
              <a:buClr>
                <a:srgbClr val="000000"/>
              </a:buClr>
              <a:buSzPts val="2000"/>
              <a:buNone/>
              <a:defRPr/>
            </a:pPr>
            <a:r>
              <a:rPr lang="en-US" kern="0" dirty="0">
                <a:solidFill>
                  <a:srgbClr val="000000"/>
                </a:solidFill>
                <a:latin typeface="Arial"/>
                <a:ea typeface="Arial"/>
                <a:cs typeface="Arial"/>
                <a:sym typeface="Arial"/>
              </a:rPr>
              <a:t>Seminar Periods – Team Project:</a:t>
            </a:r>
          </a:p>
          <a:p>
            <a:pPr marL="360000" lvl="0" indent="-360000" fontAlgn="auto">
              <a:lnSpc>
                <a:spcPct val="100000"/>
              </a:lnSpc>
              <a:spcBef>
                <a:spcPts val="0"/>
              </a:spcBef>
              <a:spcAft>
                <a:spcPts val="0"/>
              </a:spcAft>
              <a:buClr>
                <a:srgbClr val="000000"/>
              </a:buClr>
              <a:buSzPts val="2000"/>
              <a:buFont typeface="Noto Sans Symbols"/>
              <a:buChar char="⮚"/>
              <a:defRPr/>
            </a:pPr>
            <a:r>
              <a:rPr lang="en-US" sz="1800" b="0" kern="0" dirty="0">
                <a:solidFill>
                  <a:srgbClr val="000000"/>
                </a:solidFill>
                <a:latin typeface="Arial"/>
                <a:ea typeface="Arial"/>
                <a:cs typeface="Arial"/>
                <a:sym typeface="Arial"/>
              </a:rPr>
              <a:t>The Team Project is a major course component and is an opportunity for you to work in Teams, a very common and leading practice in industry, and one in which you can develop your leadership skills. </a:t>
            </a:r>
          </a:p>
          <a:p>
            <a:pPr marL="360000" lvl="0" indent="-360000" fontAlgn="auto">
              <a:lnSpc>
                <a:spcPct val="100000"/>
              </a:lnSpc>
              <a:spcBef>
                <a:spcPts val="0"/>
              </a:spcBef>
              <a:spcAft>
                <a:spcPts val="0"/>
              </a:spcAft>
              <a:buClr>
                <a:srgbClr val="000000"/>
              </a:buClr>
              <a:buSzPts val="2000"/>
              <a:buFont typeface="Noto Sans Symbols"/>
              <a:buChar char="⮚"/>
              <a:defRPr/>
            </a:pPr>
            <a:r>
              <a:rPr lang="en-US" sz="1800" b="0" kern="0" dirty="0">
                <a:solidFill>
                  <a:srgbClr val="000000"/>
                </a:solidFill>
                <a:latin typeface="Arial"/>
                <a:ea typeface="Arial"/>
                <a:cs typeface="Arial"/>
                <a:sym typeface="Arial"/>
              </a:rPr>
              <a:t>Starting in Week 4, seminars are used for team project instruction</a:t>
            </a:r>
          </a:p>
          <a:p>
            <a:pPr marL="360000" lvl="1" indent="-360000" fontAlgn="auto">
              <a:lnSpc>
                <a:spcPct val="100000"/>
              </a:lnSpc>
              <a:spcBef>
                <a:spcPts val="0"/>
              </a:spcBef>
              <a:spcAft>
                <a:spcPts val="0"/>
              </a:spcAft>
              <a:buClr>
                <a:srgbClr val="000000"/>
              </a:buClr>
              <a:buSzPts val="2000"/>
              <a:buFont typeface="Noto Sans Symbols"/>
              <a:buChar char="⮚"/>
              <a:defRPr/>
            </a:pPr>
            <a:r>
              <a:rPr lang="en-US" b="0" kern="0" dirty="0">
                <a:solidFill>
                  <a:srgbClr val="000000"/>
                </a:solidFill>
                <a:latin typeface="Arial"/>
                <a:ea typeface="Arial"/>
                <a:cs typeface="Arial"/>
                <a:sym typeface="Arial"/>
              </a:rPr>
              <a:t>Dates are posted on the Course Plan </a:t>
            </a:r>
          </a:p>
          <a:p>
            <a:pPr marL="360000" lvl="1" indent="-360000" fontAlgn="auto">
              <a:lnSpc>
                <a:spcPct val="100000"/>
              </a:lnSpc>
              <a:spcBef>
                <a:spcPts val="0"/>
              </a:spcBef>
              <a:spcAft>
                <a:spcPts val="0"/>
              </a:spcAft>
              <a:buClr>
                <a:srgbClr val="000000"/>
              </a:buClr>
              <a:buSzPts val="2000"/>
              <a:buFont typeface="Noto Sans Symbols"/>
              <a:buChar char="⮚"/>
              <a:defRPr/>
            </a:pPr>
            <a:r>
              <a:rPr lang="en-US" b="0" kern="0" dirty="0">
                <a:solidFill>
                  <a:srgbClr val="000000"/>
                </a:solidFill>
                <a:latin typeface="Arial"/>
                <a:ea typeface="Arial"/>
                <a:cs typeface="Arial"/>
                <a:sym typeface="Arial"/>
              </a:rPr>
              <a:t>Work on your Team Project; thus, you MUST attend the seminar in which you are registered </a:t>
            </a:r>
          </a:p>
          <a:p>
            <a:pPr marL="360000" lvl="1" indent="-360000" fontAlgn="auto">
              <a:lnSpc>
                <a:spcPct val="100000"/>
              </a:lnSpc>
              <a:spcBef>
                <a:spcPts val="0"/>
              </a:spcBef>
              <a:spcAft>
                <a:spcPts val="0"/>
              </a:spcAft>
              <a:buClr>
                <a:srgbClr val="000000"/>
              </a:buClr>
              <a:buSzPts val="2000"/>
              <a:buFont typeface="Noto Sans Symbols"/>
              <a:buChar char="⮚"/>
              <a:defRPr/>
            </a:pPr>
            <a:r>
              <a:rPr lang="en-US" b="0" kern="0" dirty="0">
                <a:solidFill>
                  <a:srgbClr val="000000"/>
                </a:solidFill>
                <a:latin typeface="Arial"/>
                <a:ea typeface="Arial"/>
                <a:cs typeface="Arial"/>
                <a:sym typeface="Arial"/>
              </a:rPr>
              <a:t>Seminars are </a:t>
            </a:r>
            <a:r>
              <a:rPr lang="en-US" b="0" u="sng" kern="0" dirty="0">
                <a:solidFill>
                  <a:srgbClr val="000000"/>
                </a:solidFill>
                <a:latin typeface="Arial"/>
                <a:ea typeface="Arial"/>
                <a:cs typeface="Arial"/>
                <a:sym typeface="Arial"/>
              </a:rPr>
              <a:t>mandatory attendance</a:t>
            </a:r>
            <a:r>
              <a:rPr lang="en-US" b="0" kern="0" dirty="0">
                <a:solidFill>
                  <a:srgbClr val="000000"/>
                </a:solidFill>
                <a:latin typeface="Arial"/>
                <a:ea typeface="Arial"/>
                <a:cs typeface="Arial"/>
                <a:sym typeface="Arial"/>
              </a:rPr>
              <a:t> as stated in the Course Plan. </a:t>
            </a:r>
          </a:p>
          <a:p>
            <a:pPr marL="720000" lvl="1" indent="-360000" fontAlgn="auto">
              <a:lnSpc>
                <a:spcPct val="100000"/>
              </a:lnSpc>
              <a:spcBef>
                <a:spcPts val="0"/>
              </a:spcBef>
              <a:spcAft>
                <a:spcPts val="0"/>
              </a:spcAft>
              <a:buClr>
                <a:srgbClr val="000000"/>
              </a:buClr>
              <a:buSzPts val="2000"/>
              <a:buFont typeface="Noto Sans Symbols"/>
              <a:buChar char="⮚"/>
              <a:defRPr/>
            </a:pPr>
            <a:endParaRPr lang="en-US" b="0" kern="0" dirty="0">
              <a:solidFill>
                <a:srgbClr val="000000"/>
              </a:solidFill>
              <a:latin typeface="Arial"/>
              <a:ea typeface="Arial"/>
              <a:cs typeface="Arial"/>
              <a:sym typeface="Arial"/>
            </a:endParaRPr>
          </a:p>
          <a:p>
            <a:pPr marL="0" indent="0" eaLnBrk="0" hangingPunct="0">
              <a:lnSpc>
                <a:spcPct val="100000"/>
              </a:lnSpc>
              <a:spcBef>
                <a:spcPts val="0"/>
              </a:spcBef>
              <a:buClrTx/>
              <a:buSzPct val="100000"/>
              <a:buNone/>
            </a:pPr>
            <a:endParaRPr 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sym typeface="Arial"/>
            </a:endParaRPr>
          </a:p>
        </p:txBody>
      </p:sp>
      <p:sp>
        <p:nvSpPr>
          <p:cNvPr id="9" name="Rectangle 2"/>
          <p:cNvSpPr>
            <a:spLocks noChangeArrowheads="1"/>
          </p:cNvSpPr>
          <p:nvPr/>
        </p:nvSpPr>
        <p:spPr bwMode="auto">
          <a:xfrm>
            <a:off x="180000" y="216000"/>
            <a:ext cx="8640000" cy="504000"/>
          </a:xfrm>
          <a:prstGeom prst="rect">
            <a:avLst/>
          </a:prstGeom>
          <a:noFill/>
          <a:ln>
            <a:noFill/>
          </a:ln>
          <a:extLst/>
        </p:spPr>
        <p:txBody>
          <a:bodyPr anchor="ctr"/>
          <a:lstStyle>
            <a:lvl1pPr>
              <a:lnSpc>
                <a:spcPct val="120000"/>
              </a:lnSpc>
              <a:spcBef>
                <a:spcPts val="1000"/>
              </a:spcBef>
              <a:buClr>
                <a:schemeClr val="tx1"/>
              </a:buClr>
              <a:buFont typeface="Arial" panose="020B0604020202020204" pitchFamily="34" charset="0"/>
              <a:buChar char="•"/>
              <a:defRPr sz="2000">
                <a:solidFill>
                  <a:schemeClr val="tx1"/>
                </a:solidFill>
                <a:latin typeface="Tw Cen MT" panose="020B0602020104020603" pitchFamily="34" charset="0"/>
              </a:defRPr>
            </a:lvl1pPr>
            <a:lvl2pPr marL="742950" indent="-285750">
              <a:lnSpc>
                <a:spcPct val="120000"/>
              </a:lnSpc>
              <a:spcBef>
                <a:spcPts val="500"/>
              </a:spcBef>
              <a:buClr>
                <a:schemeClr val="tx1"/>
              </a:buClr>
              <a:buFont typeface="Arial" panose="020B0604020202020204" pitchFamily="34" charset="0"/>
              <a:buChar char="•"/>
              <a:defRPr>
                <a:solidFill>
                  <a:schemeClr val="tx1"/>
                </a:solidFill>
                <a:latin typeface="Tw Cen MT" panose="020B0602020104020603" pitchFamily="34" charset="0"/>
              </a:defRPr>
            </a:lvl2pPr>
            <a:lvl3pPr marL="1143000" indent="-228600">
              <a:lnSpc>
                <a:spcPct val="120000"/>
              </a:lnSpc>
              <a:spcBef>
                <a:spcPts val="500"/>
              </a:spcBef>
              <a:buClr>
                <a:schemeClr val="tx1"/>
              </a:buClr>
              <a:buFont typeface="Arial" panose="020B0604020202020204" pitchFamily="34" charset="0"/>
              <a:buChar char="•"/>
              <a:defRPr sz="1600">
                <a:solidFill>
                  <a:schemeClr val="tx1"/>
                </a:solidFill>
                <a:latin typeface="Tw Cen MT" panose="020B0602020104020603" pitchFamily="34" charset="0"/>
              </a:defRPr>
            </a:lvl3pPr>
            <a:lvl4pPr marL="16002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4pPr>
            <a:lvl5pPr marL="20574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5pPr>
            <a:lvl6pPr marL="25146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6pPr>
            <a:lvl7pPr marL="29718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7pPr>
            <a:lvl8pPr marL="34290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8pPr>
            <a:lvl9pPr marL="38862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9pPr>
          </a:lstStyle>
          <a:p>
            <a:pPr lvl="0">
              <a:lnSpc>
                <a:spcPct val="100000"/>
              </a:lnSpc>
              <a:spcBef>
                <a:spcPct val="0"/>
              </a:spcBef>
              <a:buClrTx/>
              <a:buNone/>
            </a:pPr>
            <a:r>
              <a:rPr lang="en-US" altLang="en-US" sz="2400" b="0" dirty="0">
                <a:solidFill>
                  <a:srgbClr val="333399"/>
                </a:solidFill>
                <a:latin typeface="Arial" panose="020B0604020202020204" pitchFamily="34" charset="0"/>
                <a:cs typeface="Arial" panose="020B0604020202020204" pitchFamily="34" charset="0"/>
              </a:rPr>
              <a:t>Course Syllabus:</a:t>
            </a:r>
          </a:p>
        </p:txBody>
      </p:sp>
      <p:sp>
        <p:nvSpPr>
          <p:cNvPr id="12" name="Slide Number Placeholder 1"/>
          <p:cNvSpPr txBox="1">
            <a:spLocks noGrp="1"/>
          </p:cNvSpPr>
          <p:nvPr/>
        </p:nvSpPr>
        <p:spPr bwMode="auto">
          <a:xfrm>
            <a:off x="8280000" y="6300000"/>
            <a:ext cx="533400" cy="28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tx2"/>
              </a:buClr>
              <a:buSzPct val="65000"/>
              <a:buFont typeface="Wingdings" panose="05000000000000000000" pitchFamily="2" charset="2"/>
              <a:buChar char="v"/>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SzPct val="65000"/>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B9AAC074-F6B9-4EA4-AE59-9F9DB0D8944F}" type="slidenum">
              <a:rPr kumimoji="0" lang="en-US" altLang="en-US" sz="1200" b="1" i="1" u="none" strike="noStrike" kern="120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11</a:t>
            </a:fld>
            <a:endParaRPr kumimoji="0" lang="en-US" altLang="en-US" sz="1200" b="1" i="1" u="none" strike="noStrike" kern="120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sp>
        <p:nvSpPr>
          <p:cNvPr id="13" name="Google Shape;125;p2"/>
          <p:cNvSpPr/>
          <p:nvPr/>
        </p:nvSpPr>
        <p:spPr>
          <a:xfrm>
            <a:off x="2700000" y="6300000"/>
            <a:ext cx="5400000" cy="288000"/>
          </a:xfrm>
          <a:prstGeom prst="rect">
            <a:avLst/>
          </a:prstGeom>
          <a:no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Pts val="1600"/>
              <a:buFontTx/>
              <a:buNone/>
              <a:tabLst/>
              <a:defRPr/>
            </a:pPr>
            <a:r>
              <a:rPr kumimoji="0" lang="en-US" sz="1200" b="1" i="1" u="none" strike="noStrike" kern="0" cap="none" spc="0" normalizeH="0" baseline="0" noProof="0" dirty="0" smtClean="0">
                <a:ln>
                  <a:noFill/>
                </a:ln>
                <a:solidFill>
                  <a:srgbClr val="000000"/>
                </a:solidFill>
                <a:effectLst/>
                <a:uLnTx/>
                <a:uFillTx/>
                <a:latin typeface="Arial" charset="0"/>
                <a:ea typeface="Times New Roman"/>
                <a:cs typeface="Arial" panose="020B0604020202020204" pitchFamily="34" charset="0"/>
                <a:sym typeface="Times New Roman"/>
              </a:rPr>
              <a:t>ENGG404 Expectations, Course Syllabus, Course Plan, and Exam</a:t>
            </a:r>
            <a:endParaRPr kumimoji="0" lang="en-US" sz="1200" b="1" i="1" u="none" strike="noStrike" kern="0" cap="none" spc="0" normalizeH="0" baseline="0" noProof="0" dirty="0">
              <a:ln>
                <a:noFill/>
              </a:ln>
              <a:solidFill>
                <a:srgbClr val="000000"/>
              </a:solidFill>
              <a:effectLst/>
              <a:uLnTx/>
              <a:uFillTx/>
              <a:latin typeface="Arial" charset="0"/>
              <a:ea typeface="Times New Roman"/>
              <a:cs typeface="Arial" panose="020B0604020202020204" pitchFamily="34" charset="0"/>
              <a:sym typeface="Times New Roman"/>
            </a:endParaRPr>
          </a:p>
        </p:txBody>
      </p:sp>
    </p:spTree>
    <p:extLst>
      <p:ext uri="{BB962C8B-B14F-4D97-AF65-F5344CB8AC3E}">
        <p14:creationId xmlns:p14="http://schemas.microsoft.com/office/powerpoint/2010/main" val="2688365827"/>
      </p:ext>
    </p:extLst>
  </p:cSld>
  <p:clrMapOvr>
    <a:masterClrMapping/>
  </p:clrMapOvr>
  <p:transition>
    <p:fade/>
  </p:transition>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3"/>
          <p:cNvSpPr>
            <a:spLocks noChangeArrowheads="1"/>
          </p:cNvSpPr>
          <p:nvPr/>
        </p:nvSpPr>
        <p:spPr bwMode="auto">
          <a:xfrm>
            <a:off x="180000" y="828000"/>
            <a:ext cx="8640000" cy="5328000"/>
          </a:xfrm>
          <a:prstGeom prst="rect">
            <a:avLst/>
          </a:prstGeom>
          <a:noFill/>
          <a:ln w="9525">
            <a:noFill/>
            <a:miter lim="800000"/>
            <a:headEnd/>
            <a:tailEnd/>
          </a:ln>
        </p:spPr>
        <p:txBody>
          <a:bodyPr/>
          <a:lstStyle>
            <a:lvl1pPr marL="609600" indent="-609600">
              <a:lnSpc>
                <a:spcPct val="120000"/>
              </a:lnSpc>
              <a:spcBef>
                <a:spcPts val="1000"/>
              </a:spcBef>
              <a:buClr>
                <a:schemeClr val="tx1"/>
              </a:buClr>
              <a:buFont typeface="Arial" panose="020B0604020202020204" pitchFamily="34" charset="0"/>
              <a:buChar char="•"/>
              <a:defRPr sz="2000">
                <a:solidFill>
                  <a:schemeClr val="tx1"/>
                </a:solidFill>
                <a:latin typeface="Tw Cen MT" panose="020B0602020104020603" pitchFamily="34" charset="0"/>
              </a:defRPr>
            </a:lvl1pPr>
            <a:lvl2pPr marL="742950" indent="-285750">
              <a:lnSpc>
                <a:spcPct val="120000"/>
              </a:lnSpc>
              <a:spcBef>
                <a:spcPts val="500"/>
              </a:spcBef>
              <a:buClr>
                <a:schemeClr val="tx1"/>
              </a:buClr>
              <a:buFont typeface="Arial" panose="020B0604020202020204" pitchFamily="34" charset="0"/>
              <a:buChar char="•"/>
              <a:defRPr>
                <a:solidFill>
                  <a:schemeClr val="tx1"/>
                </a:solidFill>
                <a:latin typeface="Tw Cen MT" panose="020B0602020104020603" pitchFamily="34" charset="0"/>
              </a:defRPr>
            </a:lvl2pPr>
            <a:lvl3pPr marL="1143000" indent="-228600">
              <a:lnSpc>
                <a:spcPct val="120000"/>
              </a:lnSpc>
              <a:spcBef>
                <a:spcPts val="500"/>
              </a:spcBef>
              <a:buClr>
                <a:schemeClr val="tx1"/>
              </a:buClr>
              <a:buFont typeface="Arial" panose="020B0604020202020204" pitchFamily="34" charset="0"/>
              <a:buChar char="•"/>
              <a:defRPr sz="1600">
                <a:solidFill>
                  <a:schemeClr val="tx1"/>
                </a:solidFill>
                <a:latin typeface="Tw Cen MT" panose="020B0602020104020603" pitchFamily="34" charset="0"/>
              </a:defRPr>
            </a:lvl3pPr>
            <a:lvl4pPr marL="16002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4pPr>
            <a:lvl5pPr marL="20574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5pPr>
            <a:lvl6pPr marL="25146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6pPr>
            <a:lvl7pPr marL="29718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7pPr>
            <a:lvl8pPr marL="34290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8pPr>
            <a:lvl9pPr marL="38862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9pPr>
          </a:lstStyle>
          <a:p>
            <a:pPr marL="457200" lvl="0" indent="-457200" fontAlgn="auto">
              <a:lnSpc>
                <a:spcPct val="100000"/>
              </a:lnSpc>
              <a:spcBef>
                <a:spcPts val="0"/>
              </a:spcBef>
              <a:spcAft>
                <a:spcPts val="0"/>
              </a:spcAft>
              <a:buClr>
                <a:srgbClr val="000000"/>
              </a:buClr>
              <a:buSzPts val="2000"/>
              <a:buNone/>
              <a:defRPr/>
            </a:pPr>
            <a:r>
              <a:rPr lang="en-US" kern="0" dirty="0">
                <a:solidFill>
                  <a:srgbClr val="000000"/>
                </a:solidFill>
                <a:latin typeface="Arial"/>
                <a:cs typeface="Arial"/>
                <a:sym typeface="Arial"/>
              </a:rPr>
              <a:t>University Policies:</a:t>
            </a:r>
            <a:endParaRPr lang="en-US" sz="1400" kern="0" dirty="0">
              <a:solidFill>
                <a:srgbClr val="000000"/>
              </a:solidFill>
              <a:latin typeface="Arial"/>
              <a:cs typeface="Arial"/>
              <a:sym typeface="Arial"/>
            </a:endParaRPr>
          </a:p>
          <a:p>
            <a:pPr marL="457200" lvl="0" indent="-330200" fontAlgn="auto">
              <a:lnSpc>
                <a:spcPct val="100000"/>
              </a:lnSpc>
              <a:spcBef>
                <a:spcPts val="0"/>
              </a:spcBef>
              <a:spcAft>
                <a:spcPts val="0"/>
              </a:spcAft>
              <a:buClr>
                <a:srgbClr val="000000"/>
              </a:buClr>
              <a:buSzPts val="2000"/>
              <a:buNone/>
              <a:defRPr/>
            </a:pPr>
            <a:endParaRPr lang="en-US" b="0" kern="0" dirty="0">
              <a:solidFill>
                <a:srgbClr val="000000"/>
              </a:solidFill>
              <a:latin typeface="Arial"/>
              <a:ea typeface="Arial"/>
              <a:cs typeface="Arial"/>
              <a:sym typeface="Arial"/>
            </a:endParaRPr>
          </a:p>
          <a:p>
            <a:pPr marL="457200" lvl="0" indent="-457200" fontAlgn="auto">
              <a:lnSpc>
                <a:spcPct val="100000"/>
              </a:lnSpc>
              <a:spcBef>
                <a:spcPts val="0"/>
              </a:spcBef>
              <a:spcAft>
                <a:spcPts val="0"/>
              </a:spcAft>
              <a:buClr>
                <a:srgbClr val="000000"/>
              </a:buClr>
              <a:buSzPts val="2000"/>
              <a:buFont typeface="Noto Sans Symbols"/>
              <a:buChar char="⮚"/>
              <a:defRPr/>
            </a:pPr>
            <a:r>
              <a:rPr lang="en-US" b="0" kern="0" dirty="0">
                <a:solidFill>
                  <a:srgbClr val="000000"/>
                </a:solidFill>
                <a:latin typeface="Arial"/>
                <a:ea typeface="Arial"/>
                <a:cs typeface="Arial"/>
                <a:sym typeface="Arial"/>
              </a:rPr>
              <a:t>Academic Integrity: The University of Alberta is committed to the highest standards of academic integrity and honesty. Students are expected to be familiar with these standards regarding academic honesty and to uphold the policies of the University in this respect. </a:t>
            </a:r>
            <a:endParaRPr lang="en-US" sz="1400" b="0" kern="0" dirty="0">
              <a:solidFill>
                <a:srgbClr val="000000"/>
              </a:solidFill>
              <a:latin typeface="Arial"/>
              <a:cs typeface="Arial"/>
              <a:sym typeface="Arial"/>
            </a:endParaRPr>
          </a:p>
          <a:p>
            <a:pPr marL="457200" lvl="0" indent="-330200" fontAlgn="auto">
              <a:lnSpc>
                <a:spcPct val="100000"/>
              </a:lnSpc>
              <a:spcBef>
                <a:spcPts val="0"/>
              </a:spcBef>
              <a:spcAft>
                <a:spcPts val="0"/>
              </a:spcAft>
              <a:buClr>
                <a:srgbClr val="000000"/>
              </a:buClr>
              <a:buSzPts val="2000"/>
              <a:buNone/>
              <a:defRPr/>
            </a:pPr>
            <a:endParaRPr lang="en-US" b="0" kern="0" dirty="0">
              <a:solidFill>
                <a:srgbClr val="000000"/>
              </a:solidFill>
              <a:latin typeface="Arial"/>
              <a:ea typeface="Arial"/>
              <a:cs typeface="Arial"/>
              <a:sym typeface="Arial"/>
            </a:endParaRPr>
          </a:p>
          <a:p>
            <a:pPr marL="457200" lvl="0" indent="-457200" fontAlgn="auto">
              <a:lnSpc>
                <a:spcPct val="100000"/>
              </a:lnSpc>
              <a:spcBef>
                <a:spcPts val="0"/>
              </a:spcBef>
              <a:spcAft>
                <a:spcPts val="0"/>
              </a:spcAft>
              <a:buClr>
                <a:srgbClr val="000000"/>
              </a:buClr>
              <a:buSzPts val="2000"/>
              <a:buFont typeface="Noto Sans Symbols"/>
              <a:buChar char="⮚"/>
              <a:defRPr/>
            </a:pPr>
            <a:r>
              <a:rPr lang="en-US" b="0" kern="0" dirty="0">
                <a:solidFill>
                  <a:srgbClr val="000000"/>
                </a:solidFill>
                <a:latin typeface="Arial"/>
                <a:ea typeface="Arial"/>
                <a:cs typeface="Arial"/>
                <a:sym typeface="Arial"/>
              </a:rPr>
              <a:t>The </a:t>
            </a:r>
            <a:r>
              <a:rPr lang="en-US" kern="0" dirty="0">
                <a:solidFill>
                  <a:srgbClr val="000000"/>
                </a:solidFill>
                <a:latin typeface="Arial"/>
                <a:ea typeface="Arial"/>
                <a:cs typeface="Arial"/>
                <a:sym typeface="Arial"/>
              </a:rPr>
              <a:t>Code of Student Behaviour</a:t>
            </a:r>
            <a:r>
              <a:rPr lang="en-US" b="0" kern="0" dirty="0">
                <a:solidFill>
                  <a:srgbClr val="000000"/>
                </a:solidFill>
                <a:latin typeface="Arial"/>
                <a:ea typeface="Arial"/>
                <a:cs typeface="Arial"/>
                <a:sym typeface="Arial"/>
              </a:rPr>
              <a:t>:</a:t>
            </a:r>
            <a:br>
              <a:rPr lang="en-US" b="0" kern="0" dirty="0">
                <a:solidFill>
                  <a:srgbClr val="000000"/>
                </a:solidFill>
                <a:latin typeface="Arial"/>
                <a:ea typeface="Arial"/>
                <a:cs typeface="Arial"/>
                <a:sym typeface="Arial"/>
              </a:rPr>
            </a:br>
            <a:r>
              <a:rPr lang="en-US" b="0" u="sng" kern="0" dirty="0">
                <a:solidFill>
                  <a:srgbClr val="000000"/>
                </a:solidFill>
                <a:latin typeface="Arial"/>
                <a:ea typeface="Arial"/>
                <a:cs typeface="Arial"/>
                <a:sym typeface="Arial"/>
                <a:hlinkClick r:id="rId3"/>
              </a:rPr>
              <a:t>https://www.ualberta.ca/governance/resources/policies-standards-and-codes-of-conduct/code-of-student-behaviour</a:t>
            </a:r>
            <a:endParaRPr lang="en-US" b="0" kern="0" dirty="0">
              <a:solidFill>
                <a:srgbClr val="000000"/>
              </a:solidFill>
              <a:latin typeface="Arial"/>
              <a:ea typeface="Arial"/>
              <a:cs typeface="Arial"/>
              <a:sym typeface="Arial"/>
            </a:endParaRPr>
          </a:p>
          <a:p>
            <a:pPr marL="457200" lvl="0" indent="-330200" fontAlgn="auto">
              <a:lnSpc>
                <a:spcPct val="100000"/>
              </a:lnSpc>
              <a:spcBef>
                <a:spcPts val="0"/>
              </a:spcBef>
              <a:spcAft>
                <a:spcPts val="0"/>
              </a:spcAft>
              <a:buClr>
                <a:srgbClr val="000000"/>
              </a:buClr>
              <a:buSzPts val="2000"/>
              <a:buNone/>
              <a:defRPr/>
            </a:pPr>
            <a:endParaRPr lang="en-US" b="0" kern="0" dirty="0">
              <a:solidFill>
                <a:srgbClr val="000000"/>
              </a:solidFill>
              <a:latin typeface="Arial"/>
              <a:ea typeface="Arial"/>
              <a:cs typeface="Arial"/>
              <a:sym typeface="Arial"/>
            </a:endParaRPr>
          </a:p>
          <a:p>
            <a:pPr marL="457200" lvl="0" indent="-457200" fontAlgn="auto">
              <a:lnSpc>
                <a:spcPct val="100000"/>
              </a:lnSpc>
              <a:spcBef>
                <a:spcPts val="0"/>
              </a:spcBef>
              <a:spcAft>
                <a:spcPts val="0"/>
              </a:spcAft>
              <a:buClr>
                <a:srgbClr val="000000"/>
              </a:buClr>
              <a:buSzPts val="2000"/>
              <a:buFont typeface="Noto Sans Symbols"/>
              <a:buChar char="⮚"/>
              <a:defRPr/>
            </a:pPr>
            <a:r>
              <a:rPr lang="en-US" b="0" kern="0" dirty="0">
                <a:solidFill>
                  <a:srgbClr val="000000"/>
                </a:solidFill>
                <a:latin typeface="Arial"/>
                <a:ea typeface="Arial"/>
                <a:cs typeface="Arial"/>
                <a:sym typeface="Arial"/>
              </a:rPr>
              <a:t>Avoid any behaviour which could potentially result in suspicions of cheating, plagiarism, misrepresentation of facts and/or participation in an offence. </a:t>
            </a:r>
            <a:endParaRPr lang="en-US" sz="1400" b="0" kern="0" dirty="0">
              <a:solidFill>
                <a:srgbClr val="000000"/>
              </a:solidFill>
              <a:latin typeface="Arial"/>
              <a:cs typeface="Arial"/>
              <a:sym typeface="Arial"/>
            </a:endParaRPr>
          </a:p>
          <a:p>
            <a:pPr marL="457200" lvl="0" indent="-330200" fontAlgn="auto">
              <a:lnSpc>
                <a:spcPct val="100000"/>
              </a:lnSpc>
              <a:spcBef>
                <a:spcPts val="0"/>
              </a:spcBef>
              <a:spcAft>
                <a:spcPts val="0"/>
              </a:spcAft>
              <a:buClr>
                <a:srgbClr val="000000"/>
              </a:buClr>
              <a:buSzPts val="2000"/>
              <a:buNone/>
              <a:defRPr/>
            </a:pPr>
            <a:endParaRPr lang="en-US" b="0" kern="0" dirty="0">
              <a:solidFill>
                <a:srgbClr val="000000"/>
              </a:solidFill>
              <a:latin typeface="Arial"/>
              <a:ea typeface="Arial"/>
              <a:cs typeface="Arial"/>
              <a:sym typeface="Arial"/>
            </a:endParaRPr>
          </a:p>
          <a:p>
            <a:pPr marL="457200" lvl="0" indent="-457200" fontAlgn="auto">
              <a:lnSpc>
                <a:spcPct val="100000"/>
              </a:lnSpc>
              <a:spcBef>
                <a:spcPts val="0"/>
              </a:spcBef>
              <a:spcAft>
                <a:spcPts val="0"/>
              </a:spcAft>
              <a:buClr>
                <a:srgbClr val="000000"/>
              </a:buClr>
              <a:buSzPts val="2000"/>
              <a:buFont typeface="Noto Sans Symbols"/>
              <a:buChar char="⮚"/>
              <a:defRPr/>
            </a:pPr>
            <a:r>
              <a:rPr lang="en-US" b="0" kern="0" dirty="0">
                <a:solidFill>
                  <a:srgbClr val="000000"/>
                </a:solidFill>
                <a:latin typeface="Arial"/>
                <a:ea typeface="Arial"/>
                <a:cs typeface="Arial"/>
                <a:sym typeface="Arial"/>
              </a:rPr>
              <a:t>Academic dishonesty is a serious offence and can result in suspension or expulsion from the University. </a:t>
            </a:r>
          </a:p>
        </p:txBody>
      </p:sp>
      <p:sp>
        <p:nvSpPr>
          <p:cNvPr id="9" name="Rectangle 2"/>
          <p:cNvSpPr>
            <a:spLocks noChangeArrowheads="1"/>
          </p:cNvSpPr>
          <p:nvPr/>
        </p:nvSpPr>
        <p:spPr bwMode="auto">
          <a:xfrm>
            <a:off x="180000" y="216000"/>
            <a:ext cx="8640000" cy="504000"/>
          </a:xfrm>
          <a:prstGeom prst="rect">
            <a:avLst/>
          </a:prstGeom>
          <a:noFill/>
          <a:ln>
            <a:noFill/>
          </a:ln>
          <a:extLst/>
        </p:spPr>
        <p:txBody>
          <a:bodyPr anchor="ctr"/>
          <a:lstStyle>
            <a:lvl1pPr>
              <a:lnSpc>
                <a:spcPct val="120000"/>
              </a:lnSpc>
              <a:spcBef>
                <a:spcPts val="1000"/>
              </a:spcBef>
              <a:buClr>
                <a:schemeClr val="tx1"/>
              </a:buClr>
              <a:buFont typeface="Arial" panose="020B0604020202020204" pitchFamily="34" charset="0"/>
              <a:buChar char="•"/>
              <a:defRPr sz="2000">
                <a:solidFill>
                  <a:schemeClr val="tx1"/>
                </a:solidFill>
                <a:latin typeface="Tw Cen MT" panose="020B0602020104020603" pitchFamily="34" charset="0"/>
              </a:defRPr>
            </a:lvl1pPr>
            <a:lvl2pPr marL="742950" indent="-285750">
              <a:lnSpc>
                <a:spcPct val="120000"/>
              </a:lnSpc>
              <a:spcBef>
                <a:spcPts val="500"/>
              </a:spcBef>
              <a:buClr>
                <a:schemeClr val="tx1"/>
              </a:buClr>
              <a:buFont typeface="Arial" panose="020B0604020202020204" pitchFamily="34" charset="0"/>
              <a:buChar char="•"/>
              <a:defRPr>
                <a:solidFill>
                  <a:schemeClr val="tx1"/>
                </a:solidFill>
                <a:latin typeface="Tw Cen MT" panose="020B0602020104020603" pitchFamily="34" charset="0"/>
              </a:defRPr>
            </a:lvl2pPr>
            <a:lvl3pPr marL="1143000" indent="-228600">
              <a:lnSpc>
                <a:spcPct val="120000"/>
              </a:lnSpc>
              <a:spcBef>
                <a:spcPts val="500"/>
              </a:spcBef>
              <a:buClr>
                <a:schemeClr val="tx1"/>
              </a:buClr>
              <a:buFont typeface="Arial" panose="020B0604020202020204" pitchFamily="34" charset="0"/>
              <a:buChar char="•"/>
              <a:defRPr sz="1600">
                <a:solidFill>
                  <a:schemeClr val="tx1"/>
                </a:solidFill>
                <a:latin typeface="Tw Cen MT" panose="020B0602020104020603" pitchFamily="34" charset="0"/>
              </a:defRPr>
            </a:lvl3pPr>
            <a:lvl4pPr marL="16002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4pPr>
            <a:lvl5pPr marL="20574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5pPr>
            <a:lvl6pPr marL="25146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6pPr>
            <a:lvl7pPr marL="29718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7pPr>
            <a:lvl8pPr marL="34290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8pPr>
            <a:lvl9pPr marL="38862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9pPr>
          </a:lstStyle>
          <a:p>
            <a:pPr lvl="0">
              <a:lnSpc>
                <a:spcPct val="100000"/>
              </a:lnSpc>
              <a:spcBef>
                <a:spcPct val="0"/>
              </a:spcBef>
              <a:buClrTx/>
              <a:buNone/>
            </a:pPr>
            <a:r>
              <a:rPr lang="en-US" altLang="en-US" sz="2400" b="0" dirty="0">
                <a:solidFill>
                  <a:srgbClr val="333399"/>
                </a:solidFill>
                <a:latin typeface="Arial" panose="020B0604020202020204" pitchFamily="34" charset="0"/>
                <a:cs typeface="Arial" panose="020B0604020202020204" pitchFamily="34" charset="0"/>
              </a:rPr>
              <a:t>Course Syllabus:</a:t>
            </a:r>
          </a:p>
        </p:txBody>
      </p:sp>
      <p:sp>
        <p:nvSpPr>
          <p:cNvPr id="12" name="Slide Number Placeholder 1"/>
          <p:cNvSpPr txBox="1">
            <a:spLocks noGrp="1"/>
          </p:cNvSpPr>
          <p:nvPr/>
        </p:nvSpPr>
        <p:spPr bwMode="auto">
          <a:xfrm>
            <a:off x="8280000" y="6300000"/>
            <a:ext cx="533400" cy="28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tx2"/>
              </a:buClr>
              <a:buSzPct val="65000"/>
              <a:buFont typeface="Wingdings" panose="05000000000000000000" pitchFamily="2" charset="2"/>
              <a:buChar char="v"/>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SzPct val="65000"/>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B9AAC074-F6B9-4EA4-AE59-9F9DB0D8944F}" type="slidenum">
              <a:rPr kumimoji="0" lang="en-US" altLang="en-US" sz="1200" b="1" i="1" u="none" strike="noStrike" kern="120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12</a:t>
            </a:fld>
            <a:endParaRPr kumimoji="0" lang="en-US" altLang="en-US" sz="1200" b="1" i="1" u="none" strike="noStrike" kern="120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sp>
        <p:nvSpPr>
          <p:cNvPr id="13" name="Google Shape;125;p2"/>
          <p:cNvSpPr/>
          <p:nvPr/>
        </p:nvSpPr>
        <p:spPr>
          <a:xfrm>
            <a:off x="2700000" y="6300000"/>
            <a:ext cx="5400000" cy="288000"/>
          </a:xfrm>
          <a:prstGeom prst="rect">
            <a:avLst/>
          </a:prstGeom>
          <a:no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Pts val="1600"/>
              <a:buFontTx/>
              <a:buNone/>
              <a:tabLst/>
              <a:defRPr/>
            </a:pPr>
            <a:r>
              <a:rPr kumimoji="0" lang="en-US" sz="1200" b="1" i="1" u="none" strike="noStrike" kern="0" cap="none" spc="0" normalizeH="0" baseline="0" noProof="0" dirty="0" smtClean="0">
                <a:ln>
                  <a:noFill/>
                </a:ln>
                <a:solidFill>
                  <a:srgbClr val="000000"/>
                </a:solidFill>
                <a:effectLst/>
                <a:uLnTx/>
                <a:uFillTx/>
                <a:latin typeface="Arial" charset="0"/>
                <a:ea typeface="Times New Roman"/>
                <a:cs typeface="Arial" panose="020B0604020202020204" pitchFamily="34" charset="0"/>
                <a:sym typeface="Times New Roman"/>
              </a:rPr>
              <a:t>ENGG404 Expectations, Course Syllabus, Course Plan, and Exam</a:t>
            </a:r>
            <a:endParaRPr kumimoji="0" lang="en-US" sz="1200" b="1" i="1" u="none" strike="noStrike" kern="0" cap="none" spc="0" normalizeH="0" baseline="0" noProof="0" dirty="0">
              <a:ln>
                <a:noFill/>
              </a:ln>
              <a:solidFill>
                <a:srgbClr val="000000"/>
              </a:solidFill>
              <a:effectLst/>
              <a:uLnTx/>
              <a:uFillTx/>
              <a:latin typeface="Arial" charset="0"/>
              <a:ea typeface="Times New Roman"/>
              <a:cs typeface="Arial" panose="020B0604020202020204" pitchFamily="34" charset="0"/>
              <a:sym typeface="Times New Roman"/>
            </a:endParaRPr>
          </a:p>
        </p:txBody>
      </p:sp>
    </p:spTree>
    <p:extLst>
      <p:ext uri="{BB962C8B-B14F-4D97-AF65-F5344CB8AC3E}">
        <p14:creationId xmlns:p14="http://schemas.microsoft.com/office/powerpoint/2010/main" val="3647319393"/>
      </p:ext>
    </p:extLst>
  </p:cSld>
  <p:clrMapOvr>
    <a:masterClrMapping/>
  </p:clrMapOvr>
  <p:transition>
    <p:fade/>
  </p:transition>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3"/>
          <p:cNvSpPr>
            <a:spLocks noChangeArrowheads="1"/>
          </p:cNvSpPr>
          <p:nvPr/>
        </p:nvSpPr>
        <p:spPr bwMode="auto">
          <a:xfrm>
            <a:off x="180000" y="828000"/>
            <a:ext cx="8640000" cy="5328000"/>
          </a:xfrm>
          <a:prstGeom prst="rect">
            <a:avLst/>
          </a:prstGeom>
          <a:noFill/>
          <a:ln w="9525">
            <a:noFill/>
            <a:miter lim="800000"/>
            <a:headEnd/>
            <a:tailEnd/>
          </a:ln>
        </p:spPr>
        <p:txBody>
          <a:bodyPr/>
          <a:lstStyle>
            <a:lvl1pPr marL="609600" indent="-609600">
              <a:lnSpc>
                <a:spcPct val="120000"/>
              </a:lnSpc>
              <a:spcBef>
                <a:spcPts val="1000"/>
              </a:spcBef>
              <a:buClr>
                <a:schemeClr val="tx1"/>
              </a:buClr>
              <a:buFont typeface="Arial" panose="020B0604020202020204" pitchFamily="34" charset="0"/>
              <a:buChar char="•"/>
              <a:defRPr sz="2000">
                <a:solidFill>
                  <a:schemeClr val="tx1"/>
                </a:solidFill>
                <a:latin typeface="Tw Cen MT" panose="020B0602020104020603" pitchFamily="34" charset="0"/>
              </a:defRPr>
            </a:lvl1pPr>
            <a:lvl2pPr marL="742950" indent="-285750">
              <a:lnSpc>
                <a:spcPct val="120000"/>
              </a:lnSpc>
              <a:spcBef>
                <a:spcPts val="500"/>
              </a:spcBef>
              <a:buClr>
                <a:schemeClr val="tx1"/>
              </a:buClr>
              <a:buFont typeface="Arial" panose="020B0604020202020204" pitchFamily="34" charset="0"/>
              <a:buChar char="•"/>
              <a:defRPr>
                <a:solidFill>
                  <a:schemeClr val="tx1"/>
                </a:solidFill>
                <a:latin typeface="Tw Cen MT" panose="020B0602020104020603" pitchFamily="34" charset="0"/>
              </a:defRPr>
            </a:lvl2pPr>
            <a:lvl3pPr marL="1143000" indent="-228600">
              <a:lnSpc>
                <a:spcPct val="120000"/>
              </a:lnSpc>
              <a:spcBef>
                <a:spcPts val="500"/>
              </a:spcBef>
              <a:buClr>
                <a:schemeClr val="tx1"/>
              </a:buClr>
              <a:buFont typeface="Arial" panose="020B0604020202020204" pitchFamily="34" charset="0"/>
              <a:buChar char="•"/>
              <a:defRPr sz="1600">
                <a:solidFill>
                  <a:schemeClr val="tx1"/>
                </a:solidFill>
                <a:latin typeface="Tw Cen MT" panose="020B0602020104020603" pitchFamily="34" charset="0"/>
              </a:defRPr>
            </a:lvl3pPr>
            <a:lvl4pPr marL="16002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4pPr>
            <a:lvl5pPr marL="20574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5pPr>
            <a:lvl6pPr marL="25146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6pPr>
            <a:lvl7pPr marL="29718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7pPr>
            <a:lvl8pPr marL="34290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8pPr>
            <a:lvl9pPr marL="38862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9pPr>
          </a:lstStyle>
          <a:p>
            <a:pPr marL="457200" lvl="0" indent="-457200" fontAlgn="auto">
              <a:lnSpc>
                <a:spcPct val="100000"/>
              </a:lnSpc>
              <a:spcBef>
                <a:spcPts val="0"/>
              </a:spcBef>
              <a:spcAft>
                <a:spcPts val="0"/>
              </a:spcAft>
              <a:buClr>
                <a:srgbClr val="000000"/>
              </a:buClr>
              <a:buSzPts val="2000"/>
              <a:buNone/>
              <a:defRPr/>
            </a:pPr>
            <a:r>
              <a:rPr lang="en-US" kern="0" dirty="0">
                <a:solidFill>
                  <a:srgbClr val="000000"/>
                </a:solidFill>
                <a:latin typeface="Arial"/>
                <a:cs typeface="Arial"/>
                <a:sym typeface="Arial"/>
              </a:rPr>
              <a:t>Course-level Learning Outcomes – Eight of them:</a:t>
            </a:r>
            <a:endParaRPr lang="en-US" sz="1400" kern="0" dirty="0">
              <a:solidFill>
                <a:srgbClr val="000000"/>
              </a:solidFill>
              <a:latin typeface="Arial"/>
              <a:cs typeface="Arial"/>
              <a:sym typeface="Arial"/>
            </a:endParaRPr>
          </a:p>
          <a:p>
            <a:pPr marL="0" lvl="0" indent="0" fontAlgn="auto">
              <a:lnSpc>
                <a:spcPct val="100000"/>
              </a:lnSpc>
              <a:spcBef>
                <a:spcPts val="0"/>
              </a:spcBef>
              <a:spcAft>
                <a:spcPts val="0"/>
              </a:spcAft>
              <a:buClr>
                <a:srgbClr val="000000"/>
              </a:buClr>
              <a:buSzPts val="2000"/>
              <a:buNone/>
              <a:defRPr/>
            </a:pPr>
            <a:endParaRPr lang="en-US" b="0" kern="0" dirty="0">
              <a:solidFill>
                <a:srgbClr val="000000"/>
              </a:solidFill>
              <a:latin typeface="Arial"/>
              <a:ea typeface="Arial"/>
              <a:cs typeface="Arial"/>
              <a:sym typeface="Arial"/>
            </a:endParaRPr>
          </a:p>
          <a:p>
            <a:pPr marL="0" lvl="0" indent="0" fontAlgn="auto">
              <a:lnSpc>
                <a:spcPct val="100000"/>
              </a:lnSpc>
              <a:spcBef>
                <a:spcPts val="0"/>
              </a:spcBef>
              <a:spcAft>
                <a:spcPts val="0"/>
              </a:spcAft>
              <a:buClr>
                <a:srgbClr val="000000"/>
              </a:buClr>
              <a:buSzPts val="2000"/>
              <a:buNone/>
              <a:defRPr/>
            </a:pPr>
            <a:r>
              <a:rPr lang="en-US" b="0" u="sng" kern="0" dirty="0">
                <a:solidFill>
                  <a:srgbClr val="000000"/>
                </a:solidFill>
                <a:latin typeface="Arial"/>
                <a:ea typeface="Arial"/>
                <a:cs typeface="Arial"/>
                <a:sym typeface="Arial"/>
              </a:rPr>
              <a:t>At the end of this course, the student should be able to:</a:t>
            </a:r>
            <a:endParaRPr lang="en-US" sz="1400" b="0" kern="0" dirty="0">
              <a:solidFill>
                <a:srgbClr val="000000"/>
              </a:solidFill>
              <a:latin typeface="Arial"/>
              <a:cs typeface="Arial"/>
              <a:sym typeface="Arial"/>
            </a:endParaRPr>
          </a:p>
          <a:p>
            <a:pPr marL="457200" lvl="0" indent="-457200" fontAlgn="auto">
              <a:lnSpc>
                <a:spcPct val="100000"/>
              </a:lnSpc>
              <a:spcBef>
                <a:spcPts val="0"/>
              </a:spcBef>
              <a:spcAft>
                <a:spcPts val="0"/>
              </a:spcAft>
              <a:buClr>
                <a:srgbClr val="000000"/>
              </a:buClr>
              <a:buSzPts val="2000"/>
              <a:buFont typeface="Times New Roman"/>
              <a:buAutoNum type="arabicParenR"/>
              <a:defRPr/>
            </a:pPr>
            <a:r>
              <a:rPr lang="en-US" b="0" kern="0" dirty="0">
                <a:solidFill>
                  <a:srgbClr val="000000"/>
                </a:solidFill>
                <a:latin typeface="Arial"/>
                <a:ea typeface="Arial"/>
                <a:cs typeface="Arial"/>
                <a:sym typeface="Arial"/>
              </a:rPr>
              <a:t>Appraise the safety culture … </a:t>
            </a:r>
            <a:endParaRPr lang="en-US" sz="1400" b="0" kern="0" dirty="0">
              <a:solidFill>
                <a:srgbClr val="000000"/>
              </a:solidFill>
              <a:latin typeface="Arial"/>
              <a:cs typeface="Arial"/>
              <a:sym typeface="Arial"/>
            </a:endParaRPr>
          </a:p>
          <a:p>
            <a:pPr marL="457200" lvl="0" indent="-457200" fontAlgn="auto">
              <a:lnSpc>
                <a:spcPct val="100000"/>
              </a:lnSpc>
              <a:spcBef>
                <a:spcPts val="0"/>
              </a:spcBef>
              <a:spcAft>
                <a:spcPts val="0"/>
              </a:spcAft>
              <a:buClr>
                <a:srgbClr val="000000"/>
              </a:buClr>
              <a:buSzPts val="2000"/>
              <a:buFont typeface="Times New Roman"/>
              <a:buAutoNum type="arabicParenR"/>
              <a:defRPr/>
            </a:pPr>
            <a:r>
              <a:rPr lang="en-US" b="0" kern="0" dirty="0">
                <a:solidFill>
                  <a:srgbClr val="000000"/>
                </a:solidFill>
                <a:latin typeface="Arial"/>
                <a:ea typeface="Arial"/>
                <a:cs typeface="Arial"/>
                <a:sym typeface="Arial"/>
              </a:rPr>
              <a:t>Assess and positively influence the safety leadership … </a:t>
            </a:r>
            <a:endParaRPr lang="en-US" sz="1400" b="0" kern="0" dirty="0">
              <a:solidFill>
                <a:srgbClr val="000000"/>
              </a:solidFill>
              <a:latin typeface="Arial"/>
              <a:cs typeface="Arial"/>
              <a:sym typeface="Arial"/>
            </a:endParaRPr>
          </a:p>
          <a:p>
            <a:pPr marL="457200" lvl="0" indent="-457200" fontAlgn="auto">
              <a:lnSpc>
                <a:spcPct val="100000"/>
              </a:lnSpc>
              <a:spcBef>
                <a:spcPts val="0"/>
              </a:spcBef>
              <a:spcAft>
                <a:spcPts val="0"/>
              </a:spcAft>
              <a:buClr>
                <a:srgbClr val="000000"/>
              </a:buClr>
              <a:buSzPts val="2000"/>
              <a:buFont typeface="Times New Roman"/>
              <a:buAutoNum type="arabicParenR"/>
              <a:defRPr/>
            </a:pPr>
            <a:r>
              <a:rPr lang="en-US" b="0" kern="0" dirty="0">
                <a:solidFill>
                  <a:srgbClr val="000000"/>
                </a:solidFill>
                <a:latin typeface="Arial"/>
                <a:ea typeface="Arial"/>
                <a:cs typeface="Arial"/>
                <a:sym typeface="Arial"/>
              </a:rPr>
              <a:t>Apply </a:t>
            </a:r>
            <a:r>
              <a:rPr lang="en-US" b="0" kern="0" dirty="0" smtClean="0">
                <a:solidFill>
                  <a:srgbClr val="000000"/>
                </a:solidFill>
                <a:latin typeface="Arial"/>
                <a:ea typeface="Arial"/>
                <a:cs typeface="Arial"/>
                <a:sym typeface="Arial"/>
              </a:rPr>
              <a:t>leadership </a:t>
            </a:r>
            <a:r>
              <a:rPr lang="en-US" b="0" kern="0" dirty="0">
                <a:solidFill>
                  <a:srgbClr val="000000"/>
                </a:solidFill>
                <a:latin typeface="Arial"/>
                <a:ea typeface="Arial"/>
                <a:cs typeface="Arial"/>
                <a:sym typeface="Arial"/>
              </a:rPr>
              <a:t>tools </a:t>
            </a:r>
            <a:r>
              <a:rPr lang="en-US" b="0" kern="0" dirty="0" smtClean="0">
                <a:solidFill>
                  <a:srgbClr val="000000"/>
                </a:solidFill>
                <a:latin typeface="Arial"/>
                <a:ea typeface="Arial"/>
                <a:cs typeface="Arial"/>
                <a:sym typeface="Arial"/>
              </a:rPr>
              <a:t>and programs </a:t>
            </a:r>
            <a:r>
              <a:rPr lang="en-US" b="0" kern="0" dirty="0">
                <a:solidFill>
                  <a:srgbClr val="000000"/>
                </a:solidFill>
                <a:latin typeface="Arial"/>
                <a:ea typeface="Arial"/>
                <a:cs typeface="Arial"/>
                <a:sym typeface="Arial"/>
              </a:rPr>
              <a:t>…</a:t>
            </a:r>
            <a:endParaRPr lang="en-US" sz="1400" b="0" kern="0" dirty="0">
              <a:solidFill>
                <a:srgbClr val="000000"/>
              </a:solidFill>
              <a:latin typeface="Arial"/>
              <a:cs typeface="Arial"/>
              <a:sym typeface="Arial"/>
            </a:endParaRPr>
          </a:p>
          <a:p>
            <a:pPr marL="457200" lvl="0" indent="-457200" fontAlgn="auto">
              <a:lnSpc>
                <a:spcPct val="100000"/>
              </a:lnSpc>
              <a:spcBef>
                <a:spcPts val="0"/>
              </a:spcBef>
              <a:spcAft>
                <a:spcPts val="0"/>
              </a:spcAft>
              <a:buClr>
                <a:srgbClr val="000000"/>
              </a:buClr>
              <a:buSzPts val="2000"/>
              <a:buFont typeface="Times New Roman"/>
              <a:buAutoNum type="arabicParenR"/>
              <a:defRPr/>
            </a:pPr>
            <a:r>
              <a:rPr lang="en-US" b="0" kern="0" dirty="0">
                <a:solidFill>
                  <a:srgbClr val="000000"/>
                </a:solidFill>
                <a:latin typeface="Arial"/>
                <a:ea typeface="Arial"/>
                <a:cs typeface="Arial"/>
                <a:sym typeface="Arial"/>
              </a:rPr>
              <a:t>Apply </a:t>
            </a:r>
            <a:r>
              <a:rPr lang="en-US" b="0" kern="0" dirty="0" smtClean="0">
                <a:solidFill>
                  <a:srgbClr val="000000"/>
                </a:solidFill>
                <a:latin typeface="Arial"/>
                <a:ea typeface="Arial"/>
                <a:cs typeface="Arial"/>
                <a:sym typeface="Arial"/>
              </a:rPr>
              <a:t>a set of incident </a:t>
            </a:r>
            <a:r>
              <a:rPr lang="en-US" b="0" kern="0" dirty="0">
                <a:solidFill>
                  <a:srgbClr val="000000"/>
                </a:solidFill>
                <a:latin typeface="Arial"/>
                <a:ea typeface="Arial"/>
                <a:cs typeface="Arial"/>
                <a:sym typeface="Arial"/>
              </a:rPr>
              <a:t>investigation and root cause analysis tools  …</a:t>
            </a:r>
            <a:endParaRPr lang="en-US" sz="1400" b="0" kern="0" dirty="0">
              <a:solidFill>
                <a:srgbClr val="000000"/>
              </a:solidFill>
              <a:latin typeface="Arial"/>
              <a:cs typeface="Arial"/>
              <a:sym typeface="Arial"/>
            </a:endParaRPr>
          </a:p>
          <a:p>
            <a:pPr marL="457200" lvl="0" indent="-457200" fontAlgn="auto">
              <a:lnSpc>
                <a:spcPct val="100000"/>
              </a:lnSpc>
              <a:spcBef>
                <a:spcPts val="0"/>
              </a:spcBef>
              <a:spcAft>
                <a:spcPts val="0"/>
              </a:spcAft>
              <a:buClr>
                <a:srgbClr val="000000"/>
              </a:buClr>
              <a:buSzPts val="2000"/>
              <a:buFont typeface="Times New Roman"/>
              <a:buAutoNum type="arabicParenR"/>
              <a:defRPr/>
            </a:pPr>
            <a:r>
              <a:rPr lang="en-US" b="0" kern="0" dirty="0">
                <a:solidFill>
                  <a:srgbClr val="000000"/>
                </a:solidFill>
                <a:latin typeface="Arial"/>
                <a:ea typeface="Arial"/>
                <a:cs typeface="Arial"/>
                <a:sym typeface="Arial"/>
              </a:rPr>
              <a:t>Collaborate o</a:t>
            </a:r>
            <a:r>
              <a:rPr lang="en-US" b="0" kern="0" dirty="0" smtClean="0">
                <a:solidFill>
                  <a:srgbClr val="000000"/>
                </a:solidFill>
                <a:latin typeface="Arial"/>
                <a:ea typeface="Arial"/>
                <a:cs typeface="Arial"/>
                <a:sym typeface="Arial"/>
              </a:rPr>
              <a:t>n </a:t>
            </a:r>
            <a:r>
              <a:rPr lang="en-US" b="0" kern="0" dirty="0">
                <a:solidFill>
                  <a:srgbClr val="000000"/>
                </a:solidFill>
                <a:latin typeface="Arial"/>
                <a:ea typeface="Arial"/>
                <a:cs typeface="Arial"/>
                <a:sym typeface="Arial"/>
              </a:rPr>
              <a:t>a team …</a:t>
            </a:r>
            <a:endParaRPr lang="en-US" sz="1400" b="0" kern="0" dirty="0">
              <a:solidFill>
                <a:srgbClr val="000000"/>
              </a:solidFill>
              <a:latin typeface="Arial"/>
              <a:cs typeface="Arial"/>
              <a:sym typeface="Arial"/>
            </a:endParaRPr>
          </a:p>
          <a:p>
            <a:pPr marL="457200" lvl="0" indent="-457200" fontAlgn="auto">
              <a:lnSpc>
                <a:spcPct val="100000"/>
              </a:lnSpc>
              <a:spcBef>
                <a:spcPts val="0"/>
              </a:spcBef>
              <a:spcAft>
                <a:spcPts val="0"/>
              </a:spcAft>
              <a:buClr>
                <a:srgbClr val="000000"/>
              </a:buClr>
              <a:buSzPts val="2000"/>
              <a:buFont typeface="Times New Roman"/>
              <a:buAutoNum type="arabicParenR"/>
              <a:defRPr/>
            </a:pPr>
            <a:r>
              <a:rPr lang="en-US" b="0" kern="0" dirty="0">
                <a:solidFill>
                  <a:srgbClr val="000000"/>
                </a:solidFill>
                <a:latin typeface="Arial"/>
                <a:ea typeface="Arial"/>
                <a:cs typeface="Arial"/>
                <a:sym typeface="Arial"/>
              </a:rPr>
              <a:t>Integrate and apply lessons learned from others … </a:t>
            </a:r>
            <a:endParaRPr lang="en-US" sz="1400" b="0" kern="0" dirty="0">
              <a:solidFill>
                <a:srgbClr val="000000"/>
              </a:solidFill>
              <a:latin typeface="Arial"/>
              <a:cs typeface="Arial"/>
              <a:sym typeface="Arial"/>
            </a:endParaRPr>
          </a:p>
          <a:p>
            <a:pPr marL="457200" lvl="0" indent="-457200" fontAlgn="auto">
              <a:lnSpc>
                <a:spcPct val="100000"/>
              </a:lnSpc>
              <a:spcBef>
                <a:spcPts val="0"/>
              </a:spcBef>
              <a:spcAft>
                <a:spcPts val="0"/>
              </a:spcAft>
              <a:buClr>
                <a:srgbClr val="000000"/>
              </a:buClr>
              <a:buSzPts val="2000"/>
              <a:buFont typeface="Times New Roman"/>
              <a:buAutoNum type="arabicParenR"/>
              <a:defRPr/>
            </a:pPr>
            <a:r>
              <a:rPr lang="en-US" b="0" kern="0" dirty="0">
                <a:solidFill>
                  <a:srgbClr val="000000"/>
                </a:solidFill>
                <a:latin typeface="Arial"/>
                <a:ea typeface="Arial"/>
                <a:cs typeface="Arial"/>
                <a:sym typeface="Arial"/>
              </a:rPr>
              <a:t>Explain relevant portions </a:t>
            </a:r>
            <a:r>
              <a:rPr lang="en-US" b="0" kern="0" dirty="0" smtClean="0">
                <a:solidFill>
                  <a:srgbClr val="000000"/>
                </a:solidFill>
                <a:latin typeface="Arial"/>
                <a:ea typeface="Arial"/>
                <a:cs typeface="Arial"/>
                <a:sym typeface="Arial"/>
              </a:rPr>
              <a:t>from various acts, regulations, codes, etc.</a:t>
            </a:r>
            <a:endParaRPr lang="en-US" sz="1400" b="0" kern="0" dirty="0">
              <a:solidFill>
                <a:srgbClr val="000000"/>
              </a:solidFill>
              <a:latin typeface="Arial"/>
              <a:cs typeface="Arial"/>
              <a:sym typeface="Arial"/>
            </a:endParaRPr>
          </a:p>
          <a:p>
            <a:pPr marL="457200" lvl="0" indent="-457200" fontAlgn="auto">
              <a:lnSpc>
                <a:spcPct val="100000"/>
              </a:lnSpc>
              <a:spcBef>
                <a:spcPts val="0"/>
              </a:spcBef>
              <a:spcAft>
                <a:spcPts val="0"/>
              </a:spcAft>
              <a:buClr>
                <a:srgbClr val="000000"/>
              </a:buClr>
              <a:buSzPts val="2000"/>
              <a:buFont typeface="Times New Roman"/>
              <a:buAutoNum type="arabicParenR"/>
              <a:defRPr/>
            </a:pPr>
            <a:r>
              <a:rPr lang="en-US" b="0" kern="0" dirty="0" smtClean="0">
                <a:solidFill>
                  <a:srgbClr val="000000"/>
                </a:solidFill>
                <a:latin typeface="Arial"/>
                <a:ea typeface="Arial"/>
                <a:cs typeface="Arial"/>
                <a:sym typeface="Arial"/>
              </a:rPr>
              <a:t>Recognize and examine </a:t>
            </a:r>
            <a:r>
              <a:rPr lang="en-US" b="0" kern="0" dirty="0">
                <a:solidFill>
                  <a:srgbClr val="000000"/>
                </a:solidFill>
                <a:latin typeface="Arial"/>
                <a:ea typeface="Arial"/>
                <a:cs typeface="Arial"/>
                <a:sym typeface="Arial"/>
              </a:rPr>
              <a:t>a situation where professional conduct and ethics may be called into question …</a:t>
            </a:r>
            <a:endParaRPr lang="en-US" sz="1400" b="0" kern="0" dirty="0">
              <a:solidFill>
                <a:srgbClr val="000000"/>
              </a:solidFill>
              <a:latin typeface="Arial"/>
              <a:cs typeface="Arial"/>
              <a:sym typeface="Arial"/>
            </a:endParaRPr>
          </a:p>
          <a:p>
            <a:pPr marL="457200" lvl="0" indent="-330200" fontAlgn="auto">
              <a:lnSpc>
                <a:spcPct val="100000"/>
              </a:lnSpc>
              <a:spcBef>
                <a:spcPts val="0"/>
              </a:spcBef>
              <a:spcAft>
                <a:spcPts val="0"/>
              </a:spcAft>
              <a:buClr>
                <a:srgbClr val="000000"/>
              </a:buClr>
              <a:buSzPts val="2000"/>
              <a:buNone/>
              <a:defRPr/>
            </a:pPr>
            <a:endParaRPr lang="en-US" b="0" kern="0" dirty="0">
              <a:solidFill>
                <a:srgbClr val="000000"/>
              </a:solidFill>
              <a:latin typeface="Arial"/>
              <a:ea typeface="Arial"/>
              <a:cs typeface="Arial"/>
              <a:sym typeface="Arial"/>
            </a:endParaRPr>
          </a:p>
        </p:txBody>
      </p:sp>
      <p:sp>
        <p:nvSpPr>
          <p:cNvPr id="9" name="Rectangle 2"/>
          <p:cNvSpPr>
            <a:spLocks noChangeArrowheads="1"/>
          </p:cNvSpPr>
          <p:nvPr/>
        </p:nvSpPr>
        <p:spPr bwMode="auto">
          <a:xfrm>
            <a:off x="180000" y="216000"/>
            <a:ext cx="8640000" cy="504000"/>
          </a:xfrm>
          <a:prstGeom prst="rect">
            <a:avLst/>
          </a:prstGeom>
          <a:noFill/>
          <a:ln>
            <a:noFill/>
          </a:ln>
          <a:extLst/>
        </p:spPr>
        <p:txBody>
          <a:bodyPr anchor="ctr"/>
          <a:lstStyle>
            <a:lvl1pPr>
              <a:lnSpc>
                <a:spcPct val="120000"/>
              </a:lnSpc>
              <a:spcBef>
                <a:spcPts val="1000"/>
              </a:spcBef>
              <a:buClr>
                <a:schemeClr val="tx1"/>
              </a:buClr>
              <a:buFont typeface="Arial" panose="020B0604020202020204" pitchFamily="34" charset="0"/>
              <a:buChar char="•"/>
              <a:defRPr sz="2000">
                <a:solidFill>
                  <a:schemeClr val="tx1"/>
                </a:solidFill>
                <a:latin typeface="Tw Cen MT" panose="020B0602020104020603" pitchFamily="34" charset="0"/>
              </a:defRPr>
            </a:lvl1pPr>
            <a:lvl2pPr marL="742950" indent="-285750">
              <a:lnSpc>
                <a:spcPct val="120000"/>
              </a:lnSpc>
              <a:spcBef>
                <a:spcPts val="500"/>
              </a:spcBef>
              <a:buClr>
                <a:schemeClr val="tx1"/>
              </a:buClr>
              <a:buFont typeface="Arial" panose="020B0604020202020204" pitchFamily="34" charset="0"/>
              <a:buChar char="•"/>
              <a:defRPr>
                <a:solidFill>
                  <a:schemeClr val="tx1"/>
                </a:solidFill>
                <a:latin typeface="Tw Cen MT" panose="020B0602020104020603" pitchFamily="34" charset="0"/>
              </a:defRPr>
            </a:lvl2pPr>
            <a:lvl3pPr marL="1143000" indent="-228600">
              <a:lnSpc>
                <a:spcPct val="120000"/>
              </a:lnSpc>
              <a:spcBef>
                <a:spcPts val="500"/>
              </a:spcBef>
              <a:buClr>
                <a:schemeClr val="tx1"/>
              </a:buClr>
              <a:buFont typeface="Arial" panose="020B0604020202020204" pitchFamily="34" charset="0"/>
              <a:buChar char="•"/>
              <a:defRPr sz="1600">
                <a:solidFill>
                  <a:schemeClr val="tx1"/>
                </a:solidFill>
                <a:latin typeface="Tw Cen MT" panose="020B0602020104020603" pitchFamily="34" charset="0"/>
              </a:defRPr>
            </a:lvl3pPr>
            <a:lvl4pPr marL="16002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4pPr>
            <a:lvl5pPr marL="20574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5pPr>
            <a:lvl6pPr marL="25146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6pPr>
            <a:lvl7pPr marL="29718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7pPr>
            <a:lvl8pPr marL="34290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8pPr>
            <a:lvl9pPr marL="38862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9pPr>
          </a:lstStyle>
          <a:p>
            <a:pPr lvl="0">
              <a:lnSpc>
                <a:spcPct val="100000"/>
              </a:lnSpc>
              <a:spcBef>
                <a:spcPct val="0"/>
              </a:spcBef>
              <a:buClrTx/>
              <a:buNone/>
            </a:pPr>
            <a:r>
              <a:rPr lang="en-US" altLang="en-US" sz="2400" b="0" dirty="0">
                <a:solidFill>
                  <a:srgbClr val="333399"/>
                </a:solidFill>
                <a:latin typeface="Arial" panose="020B0604020202020204" pitchFamily="34" charset="0"/>
                <a:cs typeface="Arial" panose="020B0604020202020204" pitchFamily="34" charset="0"/>
              </a:rPr>
              <a:t>Course Syllabus:</a:t>
            </a:r>
          </a:p>
        </p:txBody>
      </p:sp>
      <p:sp>
        <p:nvSpPr>
          <p:cNvPr id="12" name="Slide Number Placeholder 1"/>
          <p:cNvSpPr txBox="1">
            <a:spLocks noGrp="1"/>
          </p:cNvSpPr>
          <p:nvPr/>
        </p:nvSpPr>
        <p:spPr bwMode="auto">
          <a:xfrm>
            <a:off x="8280000" y="6300000"/>
            <a:ext cx="533400" cy="28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tx2"/>
              </a:buClr>
              <a:buSzPct val="65000"/>
              <a:buFont typeface="Wingdings" panose="05000000000000000000" pitchFamily="2" charset="2"/>
              <a:buChar char="v"/>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SzPct val="65000"/>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B9AAC074-F6B9-4EA4-AE59-9F9DB0D8944F}" type="slidenum">
              <a:rPr kumimoji="0" lang="en-US" altLang="en-US" sz="1200" b="1" i="1" u="none" strike="noStrike" kern="120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13</a:t>
            </a:fld>
            <a:endParaRPr kumimoji="0" lang="en-US" altLang="en-US" sz="1200" b="1" i="1" u="none" strike="noStrike" kern="120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sp>
        <p:nvSpPr>
          <p:cNvPr id="13" name="Google Shape;125;p2"/>
          <p:cNvSpPr/>
          <p:nvPr/>
        </p:nvSpPr>
        <p:spPr>
          <a:xfrm>
            <a:off x="2700000" y="6300000"/>
            <a:ext cx="5400000" cy="288000"/>
          </a:xfrm>
          <a:prstGeom prst="rect">
            <a:avLst/>
          </a:prstGeom>
          <a:no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Pts val="1600"/>
              <a:buFontTx/>
              <a:buNone/>
              <a:tabLst/>
              <a:defRPr/>
            </a:pPr>
            <a:r>
              <a:rPr kumimoji="0" lang="en-US" sz="1200" b="1" i="1" u="none" strike="noStrike" kern="0" cap="none" spc="0" normalizeH="0" baseline="0" noProof="0" dirty="0" smtClean="0">
                <a:ln>
                  <a:noFill/>
                </a:ln>
                <a:solidFill>
                  <a:srgbClr val="000000"/>
                </a:solidFill>
                <a:effectLst/>
                <a:uLnTx/>
                <a:uFillTx/>
                <a:latin typeface="Arial" charset="0"/>
                <a:ea typeface="Times New Roman"/>
                <a:cs typeface="Arial" panose="020B0604020202020204" pitchFamily="34" charset="0"/>
                <a:sym typeface="Times New Roman"/>
              </a:rPr>
              <a:t>ENGG404 Expectations, Course Syllabus, Course Plan, and Exam</a:t>
            </a:r>
            <a:endParaRPr kumimoji="0" lang="en-US" sz="1200" b="1" i="1" u="none" strike="noStrike" kern="0" cap="none" spc="0" normalizeH="0" baseline="0" noProof="0" dirty="0">
              <a:ln>
                <a:noFill/>
              </a:ln>
              <a:solidFill>
                <a:srgbClr val="000000"/>
              </a:solidFill>
              <a:effectLst/>
              <a:uLnTx/>
              <a:uFillTx/>
              <a:latin typeface="Arial" charset="0"/>
              <a:ea typeface="Times New Roman"/>
              <a:cs typeface="Arial" panose="020B0604020202020204" pitchFamily="34" charset="0"/>
              <a:sym typeface="Times New Roman"/>
            </a:endParaRPr>
          </a:p>
        </p:txBody>
      </p:sp>
    </p:spTree>
    <p:extLst>
      <p:ext uri="{BB962C8B-B14F-4D97-AF65-F5344CB8AC3E}">
        <p14:creationId xmlns:p14="http://schemas.microsoft.com/office/powerpoint/2010/main" val="3251365738"/>
      </p:ext>
    </p:extLst>
  </p:cSld>
  <p:clrMapOvr>
    <a:masterClrMapping/>
  </p:clrMapOvr>
  <p:transition>
    <p:fade/>
  </p:transition>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3"/>
          <p:cNvSpPr>
            <a:spLocks noChangeArrowheads="1"/>
          </p:cNvSpPr>
          <p:nvPr/>
        </p:nvSpPr>
        <p:spPr bwMode="auto">
          <a:xfrm>
            <a:off x="180000" y="828000"/>
            <a:ext cx="8640000" cy="5328000"/>
          </a:xfrm>
          <a:prstGeom prst="rect">
            <a:avLst/>
          </a:prstGeom>
          <a:noFill/>
          <a:ln w="9525">
            <a:noFill/>
            <a:miter lim="800000"/>
            <a:headEnd/>
            <a:tailEnd/>
          </a:ln>
        </p:spPr>
        <p:txBody>
          <a:bodyPr/>
          <a:lstStyle>
            <a:lvl1pPr marL="609600" indent="-609600">
              <a:lnSpc>
                <a:spcPct val="120000"/>
              </a:lnSpc>
              <a:spcBef>
                <a:spcPts val="1000"/>
              </a:spcBef>
              <a:buClr>
                <a:schemeClr val="tx1"/>
              </a:buClr>
              <a:buFont typeface="Arial" panose="020B0604020202020204" pitchFamily="34" charset="0"/>
              <a:buChar char="•"/>
              <a:defRPr sz="2000">
                <a:solidFill>
                  <a:schemeClr val="tx1"/>
                </a:solidFill>
                <a:latin typeface="Tw Cen MT" panose="020B0602020104020603" pitchFamily="34" charset="0"/>
              </a:defRPr>
            </a:lvl1pPr>
            <a:lvl2pPr marL="742950" indent="-285750">
              <a:lnSpc>
                <a:spcPct val="120000"/>
              </a:lnSpc>
              <a:spcBef>
                <a:spcPts val="500"/>
              </a:spcBef>
              <a:buClr>
                <a:schemeClr val="tx1"/>
              </a:buClr>
              <a:buFont typeface="Arial" panose="020B0604020202020204" pitchFamily="34" charset="0"/>
              <a:buChar char="•"/>
              <a:defRPr>
                <a:solidFill>
                  <a:schemeClr val="tx1"/>
                </a:solidFill>
                <a:latin typeface="Tw Cen MT" panose="020B0602020104020603" pitchFamily="34" charset="0"/>
              </a:defRPr>
            </a:lvl2pPr>
            <a:lvl3pPr marL="1143000" indent="-228600">
              <a:lnSpc>
                <a:spcPct val="120000"/>
              </a:lnSpc>
              <a:spcBef>
                <a:spcPts val="500"/>
              </a:spcBef>
              <a:buClr>
                <a:schemeClr val="tx1"/>
              </a:buClr>
              <a:buFont typeface="Arial" panose="020B0604020202020204" pitchFamily="34" charset="0"/>
              <a:buChar char="•"/>
              <a:defRPr sz="1600">
                <a:solidFill>
                  <a:schemeClr val="tx1"/>
                </a:solidFill>
                <a:latin typeface="Tw Cen MT" panose="020B0602020104020603" pitchFamily="34" charset="0"/>
              </a:defRPr>
            </a:lvl3pPr>
            <a:lvl4pPr marL="16002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4pPr>
            <a:lvl5pPr marL="20574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5pPr>
            <a:lvl6pPr marL="25146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6pPr>
            <a:lvl7pPr marL="29718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7pPr>
            <a:lvl8pPr marL="34290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8pPr>
            <a:lvl9pPr marL="38862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9pPr>
          </a:lstStyle>
          <a:p>
            <a:pPr marL="0" lvl="0" indent="0" eaLnBrk="0" hangingPunct="0">
              <a:lnSpc>
                <a:spcPct val="90000"/>
              </a:lnSpc>
              <a:spcBef>
                <a:spcPts val="0"/>
              </a:spcBef>
              <a:buClr>
                <a:srgbClr val="000000"/>
              </a:buClr>
              <a:buSzPct val="100000"/>
              <a:buNone/>
              <a:defRPr/>
            </a:pPr>
            <a:r>
              <a:rPr lang="en-US" altLang="en-US" sz="1800" dirty="0">
                <a:solidFill>
                  <a:srgbClr val="000000"/>
                </a:solidFill>
                <a:latin typeface="Arial" panose="020B0604020202020204" pitchFamily="34" charset="0"/>
                <a:ea typeface="ＭＳ Ｐゴシック" panose="020B0600070205080204" pitchFamily="34" charset="-128"/>
                <a:cs typeface="Arial" panose="020B0604020202020204" pitchFamily="34" charset="0"/>
                <a:sym typeface="Arial"/>
              </a:rPr>
              <a:t>Expectations for the </a:t>
            </a:r>
            <a:r>
              <a:rPr lang="en-US" altLang="en-US" sz="180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sym typeface="Arial"/>
              </a:rPr>
              <a:t>Exam</a:t>
            </a:r>
            <a:r>
              <a:rPr kumimoji="0" lang="en-US" altLang="en-US" sz="1800" b="1" i="0" u="none" strike="noStrike" kern="1200" cap="none" spc="0" normalizeH="0" baseline="0" noProof="0" dirty="0" smtClean="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sym typeface="Arial"/>
              </a:rPr>
              <a:t>:</a:t>
            </a:r>
          </a:p>
          <a:p>
            <a:pPr marL="432000" marR="0" lvl="0" indent="-432000" algn="l" defTabSz="914400" rtl="0" eaLnBrk="0" fontAlgn="base" latinLnBrk="0" hangingPunct="0">
              <a:lnSpc>
                <a:spcPct val="90000"/>
              </a:lnSpc>
              <a:spcBef>
                <a:spcPts val="0"/>
              </a:spcBef>
              <a:spcAft>
                <a:spcPct val="0"/>
              </a:spcAft>
              <a:buClrTx/>
              <a:buSzPct val="100000"/>
              <a:buFont typeface="Wingdings" panose="05000000000000000000" pitchFamily="2" charset="2"/>
              <a:buChar char="Ø"/>
              <a:tabLst/>
              <a:defRPr/>
            </a:pPr>
            <a:endParaRPr kumimoji="0" lang="en-US" altLang="en-US" sz="1800" b="0" i="0" u="none" strike="noStrike" kern="1200" cap="none" spc="0" normalizeH="0" baseline="0" noProof="0" dirty="0" smtClean="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sym typeface="Arial"/>
            </a:endParaRPr>
          </a:p>
          <a:p>
            <a:pPr marL="432000" indent="-432000" eaLnBrk="0" hangingPunct="0">
              <a:lnSpc>
                <a:spcPct val="90000"/>
              </a:lnSpc>
              <a:spcBef>
                <a:spcPts val="0"/>
              </a:spcBef>
              <a:buClrTx/>
              <a:buSzPct val="100000"/>
              <a:buFont typeface="Wingdings" panose="05000000000000000000" pitchFamily="2" charset="2"/>
              <a:buChar char="Ø"/>
              <a:defRPr/>
            </a:pPr>
            <a:r>
              <a:rPr lang="en-US" altLang="en-US" sz="1800" b="0" dirty="0">
                <a:solidFill>
                  <a:srgbClr val="000000"/>
                </a:solidFill>
                <a:latin typeface="Arial" panose="020B0604020202020204" pitchFamily="34" charset="0"/>
                <a:ea typeface="ＭＳ Ｐゴシック" panose="020B0600070205080204" pitchFamily="34" charset="-128"/>
                <a:cs typeface="Arial" panose="020B0604020202020204" pitchFamily="34" charset="0"/>
                <a:sym typeface="Arial"/>
              </a:rPr>
              <a:t>Information </a:t>
            </a:r>
            <a:r>
              <a:rPr lang="en-US" altLang="en-US" sz="1800"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sym typeface="Arial"/>
              </a:rPr>
              <a:t>(date, time, parameters</a:t>
            </a:r>
            <a:r>
              <a:rPr lang="en-US" altLang="en-US" sz="1800" b="0" dirty="0">
                <a:solidFill>
                  <a:srgbClr val="000000"/>
                </a:solidFill>
                <a:latin typeface="Arial" panose="020B0604020202020204" pitchFamily="34" charset="0"/>
                <a:ea typeface="ＭＳ Ｐゴシック" panose="020B0600070205080204" pitchFamily="34" charset="-128"/>
                <a:cs typeface="Arial" panose="020B0604020202020204" pitchFamily="34" charset="0"/>
                <a:sym typeface="Arial"/>
              </a:rPr>
              <a:t>) will be widely communicated in advance of the Final </a:t>
            </a:r>
            <a:r>
              <a:rPr lang="en-US" altLang="en-US" sz="1800"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sym typeface="Arial"/>
              </a:rPr>
              <a:t>Exam.</a:t>
            </a:r>
            <a:endParaRPr lang="en-US" altLang="en-US" sz="1800" b="0" dirty="0">
              <a:solidFill>
                <a:srgbClr val="000000"/>
              </a:solidFill>
              <a:latin typeface="Arial" panose="020B0604020202020204" pitchFamily="34" charset="0"/>
              <a:ea typeface="ＭＳ Ｐゴシック" panose="020B0600070205080204" pitchFamily="34" charset="-128"/>
              <a:cs typeface="Arial" panose="020B0604020202020204" pitchFamily="34" charset="0"/>
              <a:sym typeface="Arial"/>
            </a:endParaRPr>
          </a:p>
          <a:p>
            <a:pPr marL="432000" marR="0" lvl="0" indent="-432000" algn="l" defTabSz="914400" rtl="0" eaLnBrk="0" fontAlgn="base" latinLnBrk="0" hangingPunct="0">
              <a:lnSpc>
                <a:spcPct val="90000"/>
              </a:lnSpc>
              <a:spcBef>
                <a:spcPts val="0"/>
              </a:spcBef>
              <a:spcAft>
                <a:spcPct val="0"/>
              </a:spcAft>
              <a:buClrTx/>
              <a:buSzPct val="100000"/>
              <a:buFont typeface="Wingdings" panose="05000000000000000000" pitchFamily="2" charset="2"/>
              <a:buChar char="Ø"/>
              <a:tabLst/>
              <a:defRPr/>
            </a:pPr>
            <a:r>
              <a:rPr kumimoji="0" lang="en-US" altLang="en-US" sz="1800" b="0" i="0" u="none" strike="noStrike" kern="1200" cap="none" spc="0" normalizeH="0" baseline="0" noProof="0" dirty="0" smtClean="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sym typeface="Arial"/>
              </a:rPr>
              <a:t>The intent of the Final Exam Expectations is to help you prepare to successfully write your final exam. </a:t>
            </a:r>
          </a:p>
          <a:p>
            <a:pPr marL="432000" marR="0" lvl="0" indent="-432000" algn="l" defTabSz="914400" rtl="0" eaLnBrk="0" fontAlgn="base" latinLnBrk="0" hangingPunct="0">
              <a:lnSpc>
                <a:spcPct val="90000"/>
              </a:lnSpc>
              <a:spcBef>
                <a:spcPts val="0"/>
              </a:spcBef>
              <a:spcAft>
                <a:spcPct val="0"/>
              </a:spcAft>
              <a:buClrTx/>
              <a:buSzPct val="100000"/>
              <a:buFont typeface="Wingdings" panose="05000000000000000000" pitchFamily="2" charset="2"/>
              <a:buChar char="Ø"/>
              <a:tabLst/>
              <a:defRPr/>
            </a:pPr>
            <a:endParaRPr kumimoji="0" lang="en-US" altLang="en-US" sz="18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sym typeface="Arial"/>
            </a:endParaRPr>
          </a:p>
          <a:p>
            <a:pPr marL="432000" marR="0" lvl="0" indent="-432000" algn="l" defTabSz="914400" rtl="0" eaLnBrk="0" fontAlgn="base" latinLnBrk="0" hangingPunct="0">
              <a:lnSpc>
                <a:spcPct val="90000"/>
              </a:lnSpc>
              <a:spcBef>
                <a:spcPts val="0"/>
              </a:spcBef>
              <a:spcAft>
                <a:spcPct val="0"/>
              </a:spcAft>
              <a:buClrTx/>
              <a:buSzPct val="100000"/>
              <a:buFont typeface="Wingdings" panose="05000000000000000000" pitchFamily="2" charset="2"/>
              <a:buChar char="Ø"/>
              <a:tabLst/>
              <a:defRPr/>
            </a:pPr>
            <a:r>
              <a:rPr kumimoji="0" lang="en-US" altLang="en-US" sz="1800" b="0" i="0" u="none" strike="noStrike" kern="1200" cap="none" spc="0" normalizeH="0" baseline="0" noProof="0" dirty="0" smtClean="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sym typeface="Arial"/>
              </a:rPr>
              <a:t>The </a:t>
            </a:r>
            <a:r>
              <a:rPr kumimoji="0" lang="en-US" altLang="en-US" sz="18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sym typeface="Arial"/>
              </a:rPr>
              <a:t>final exam will be administered </a:t>
            </a:r>
            <a:r>
              <a:rPr kumimoji="0" lang="en-US" altLang="en-US" sz="1800" b="0" i="0" u="none" strike="noStrike" kern="1200" cap="none" spc="0" normalizeH="0" baseline="0" noProof="0" dirty="0" smtClean="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sym typeface="Arial"/>
              </a:rPr>
              <a:t>on campus through </a:t>
            </a:r>
            <a:r>
              <a:rPr kumimoji="0" lang="en-US" altLang="en-US" sz="18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sym typeface="Arial"/>
              </a:rPr>
              <a:t>eClass, at the fixed day and </a:t>
            </a:r>
            <a:r>
              <a:rPr kumimoji="0" lang="en-US" altLang="en-US" sz="1800" b="0" i="0" u="none" strike="noStrike" kern="1200" cap="none" spc="0" normalizeH="0" baseline="0" noProof="0" dirty="0" smtClean="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sym typeface="Arial"/>
              </a:rPr>
              <a:t>time as set by the University. More details will be communicated. </a:t>
            </a:r>
          </a:p>
          <a:p>
            <a:pPr marL="432000" marR="0" lvl="0" indent="-432000" algn="l" defTabSz="914400" rtl="0" eaLnBrk="0" fontAlgn="base" latinLnBrk="0" hangingPunct="0">
              <a:lnSpc>
                <a:spcPct val="90000"/>
              </a:lnSpc>
              <a:spcBef>
                <a:spcPts val="0"/>
              </a:spcBef>
              <a:spcAft>
                <a:spcPct val="0"/>
              </a:spcAft>
              <a:buClrTx/>
              <a:buSzPct val="100000"/>
              <a:buFont typeface="Wingdings" panose="05000000000000000000" pitchFamily="2" charset="2"/>
              <a:buChar char="Ø"/>
              <a:tabLst/>
              <a:defRPr/>
            </a:pPr>
            <a:endParaRPr kumimoji="0" lang="en-US" altLang="en-US" sz="18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sym typeface="Arial"/>
            </a:endParaRPr>
          </a:p>
          <a:p>
            <a:pPr marL="432000" marR="0" lvl="0" indent="-432000" algn="l" defTabSz="914400" rtl="0" eaLnBrk="0" fontAlgn="base" latinLnBrk="0" hangingPunct="0">
              <a:lnSpc>
                <a:spcPct val="90000"/>
              </a:lnSpc>
              <a:spcBef>
                <a:spcPts val="0"/>
              </a:spcBef>
              <a:spcAft>
                <a:spcPct val="0"/>
              </a:spcAft>
              <a:buClrTx/>
              <a:buSzPct val="100000"/>
              <a:buFont typeface="Wingdings" panose="05000000000000000000" pitchFamily="2" charset="2"/>
              <a:buChar char="Ø"/>
              <a:tabLst/>
              <a:defRPr/>
            </a:pPr>
            <a:r>
              <a:rPr kumimoji="0" lang="en-US" altLang="en-US" sz="1800" b="0" i="0" u="none" strike="noStrike" kern="1200" cap="none" spc="0" normalizeH="0" baseline="0" noProof="0" dirty="0" smtClean="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sym typeface="Arial"/>
              </a:rPr>
              <a:t>You </a:t>
            </a:r>
            <a:r>
              <a:rPr kumimoji="0" lang="en-US" altLang="en-US" sz="18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sym typeface="Arial"/>
              </a:rPr>
              <a:t>are expected to abide by the University Academic Integrity Policies and maintain academic integrity and honesty within these boundaries. It is expected that you complete this Final Exam by yourself, and that you do so without any input, assistance, or support from any other individual. Components of your efforts on this final assignment can be compared to others, and any findings where there is "duplicate work" may indicate plagiarism and a breach of academic integrity i.e. cheating. If substantiated, this can result in academic penalties.</a:t>
            </a:r>
            <a:endParaRPr kumimoji="0" lang="en-US" altLang="en-US" sz="1800" b="0" i="0" u="none" strike="noStrike" kern="1200" cap="none" spc="0" normalizeH="0" baseline="0" noProof="0" dirty="0" smtClean="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sym typeface="Arial"/>
            </a:endParaRPr>
          </a:p>
          <a:p>
            <a:pPr marL="0" marR="0" lvl="0" indent="0" algn="l" defTabSz="914400" rtl="0" eaLnBrk="0" fontAlgn="base" latinLnBrk="0" hangingPunct="0">
              <a:lnSpc>
                <a:spcPct val="90000"/>
              </a:lnSpc>
              <a:spcBef>
                <a:spcPts val="0"/>
              </a:spcBef>
              <a:spcAft>
                <a:spcPct val="0"/>
              </a:spcAft>
              <a:buClr>
                <a:srgbClr val="000000"/>
              </a:buClr>
              <a:buSzPct val="100000"/>
              <a:buFont typeface="Arial" panose="020B0604020202020204" pitchFamily="34" charset="0"/>
              <a:buNone/>
              <a:tabLst/>
              <a:defRPr/>
            </a:pPr>
            <a:endParaRPr kumimoji="0" lang="en-US" altLang="en-US" sz="1800" b="0" i="0" u="none" strike="noStrike" kern="1200" cap="none" spc="0" normalizeH="0" baseline="0" noProof="0" dirty="0" smtClean="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sym typeface="Arial"/>
            </a:endParaRPr>
          </a:p>
        </p:txBody>
      </p:sp>
      <p:sp>
        <p:nvSpPr>
          <p:cNvPr id="9" name="Rectangle 2"/>
          <p:cNvSpPr>
            <a:spLocks noChangeArrowheads="1"/>
          </p:cNvSpPr>
          <p:nvPr/>
        </p:nvSpPr>
        <p:spPr bwMode="auto">
          <a:xfrm>
            <a:off x="180000" y="216000"/>
            <a:ext cx="8640000" cy="504000"/>
          </a:xfrm>
          <a:prstGeom prst="rect">
            <a:avLst/>
          </a:prstGeom>
          <a:noFill/>
          <a:ln>
            <a:noFill/>
          </a:ln>
          <a:extLst/>
        </p:spPr>
        <p:txBody>
          <a:bodyPr anchor="ctr"/>
          <a:lstStyle>
            <a:lvl1pPr>
              <a:lnSpc>
                <a:spcPct val="120000"/>
              </a:lnSpc>
              <a:spcBef>
                <a:spcPts val="1000"/>
              </a:spcBef>
              <a:buClr>
                <a:schemeClr val="tx1"/>
              </a:buClr>
              <a:buFont typeface="Arial" panose="020B0604020202020204" pitchFamily="34" charset="0"/>
              <a:buChar char="•"/>
              <a:defRPr sz="2000">
                <a:solidFill>
                  <a:schemeClr val="tx1"/>
                </a:solidFill>
                <a:latin typeface="Tw Cen MT" panose="020B0602020104020603" pitchFamily="34" charset="0"/>
              </a:defRPr>
            </a:lvl1pPr>
            <a:lvl2pPr marL="742950" indent="-285750">
              <a:lnSpc>
                <a:spcPct val="120000"/>
              </a:lnSpc>
              <a:spcBef>
                <a:spcPts val="500"/>
              </a:spcBef>
              <a:buClr>
                <a:schemeClr val="tx1"/>
              </a:buClr>
              <a:buFont typeface="Arial" panose="020B0604020202020204" pitchFamily="34" charset="0"/>
              <a:buChar char="•"/>
              <a:defRPr>
                <a:solidFill>
                  <a:schemeClr val="tx1"/>
                </a:solidFill>
                <a:latin typeface="Tw Cen MT" panose="020B0602020104020603" pitchFamily="34" charset="0"/>
              </a:defRPr>
            </a:lvl2pPr>
            <a:lvl3pPr marL="1143000" indent="-228600">
              <a:lnSpc>
                <a:spcPct val="120000"/>
              </a:lnSpc>
              <a:spcBef>
                <a:spcPts val="500"/>
              </a:spcBef>
              <a:buClr>
                <a:schemeClr val="tx1"/>
              </a:buClr>
              <a:buFont typeface="Arial" panose="020B0604020202020204" pitchFamily="34" charset="0"/>
              <a:buChar char="•"/>
              <a:defRPr sz="1600">
                <a:solidFill>
                  <a:schemeClr val="tx1"/>
                </a:solidFill>
                <a:latin typeface="Tw Cen MT" panose="020B0602020104020603" pitchFamily="34" charset="0"/>
              </a:defRPr>
            </a:lvl3pPr>
            <a:lvl4pPr marL="16002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4pPr>
            <a:lvl5pPr marL="20574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5pPr>
            <a:lvl6pPr marL="25146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6pPr>
            <a:lvl7pPr marL="29718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7pPr>
            <a:lvl8pPr marL="34290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8pPr>
            <a:lvl9pPr marL="38862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9pPr>
          </a:lstStyle>
          <a:p>
            <a:pPr lvl="0">
              <a:lnSpc>
                <a:spcPct val="100000"/>
              </a:lnSpc>
              <a:spcBef>
                <a:spcPct val="0"/>
              </a:spcBef>
              <a:buClrTx/>
              <a:buNone/>
              <a:defRPr/>
            </a:pPr>
            <a:r>
              <a:rPr lang="en-US" altLang="en-US" sz="2400" b="0" dirty="0">
                <a:solidFill>
                  <a:srgbClr val="333399"/>
                </a:solidFill>
                <a:latin typeface="Arial" panose="020B0604020202020204" pitchFamily="34" charset="0"/>
                <a:cs typeface="Arial" panose="020B0604020202020204" pitchFamily="34" charset="0"/>
                <a:sym typeface="Arial"/>
              </a:rPr>
              <a:t>Course Syllabus:</a:t>
            </a:r>
          </a:p>
        </p:txBody>
      </p:sp>
      <p:sp>
        <p:nvSpPr>
          <p:cNvPr id="12" name="Slide Number Placeholder 1"/>
          <p:cNvSpPr txBox="1">
            <a:spLocks noGrp="1"/>
          </p:cNvSpPr>
          <p:nvPr/>
        </p:nvSpPr>
        <p:spPr bwMode="auto">
          <a:xfrm>
            <a:off x="8280000" y="6300000"/>
            <a:ext cx="533400" cy="28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tx2"/>
              </a:buClr>
              <a:buSzPct val="65000"/>
              <a:buFont typeface="Wingdings" panose="05000000000000000000" pitchFamily="2" charset="2"/>
              <a:buChar char="v"/>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SzPct val="65000"/>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B9AAC074-F6B9-4EA4-AE59-9F9DB0D8944F}" type="slidenum">
              <a:rPr kumimoji="0" lang="en-US" altLang="en-US" sz="1200" b="1" i="1" u="none" strike="noStrike" kern="120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sym typeface="Arial"/>
              </a:rPr>
              <a:pPr marL="0" marR="0" lvl="0" indent="0" algn="r" defTabSz="914400" rtl="0" eaLnBrk="1" fontAlgn="base" latinLnBrk="0" hangingPunct="1">
                <a:lnSpc>
                  <a:spcPct val="100000"/>
                </a:lnSpc>
                <a:spcBef>
                  <a:spcPct val="0"/>
                </a:spcBef>
                <a:spcAft>
                  <a:spcPct val="0"/>
                </a:spcAft>
                <a:buClrTx/>
                <a:buSzTx/>
                <a:buFontTx/>
                <a:buNone/>
                <a:tabLst/>
                <a:defRPr/>
              </a:pPr>
              <a:t>14</a:t>
            </a:fld>
            <a:endParaRPr kumimoji="0" lang="en-US" altLang="en-US" sz="1200" b="1" i="1" u="none" strike="noStrike" kern="120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sym typeface="Arial"/>
            </a:endParaRPr>
          </a:p>
        </p:txBody>
      </p:sp>
      <p:sp>
        <p:nvSpPr>
          <p:cNvPr id="6" name="Google Shape;125;p2"/>
          <p:cNvSpPr/>
          <p:nvPr/>
        </p:nvSpPr>
        <p:spPr>
          <a:xfrm>
            <a:off x="2700000" y="6300000"/>
            <a:ext cx="5400000" cy="288000"/>
          </a:xfrm>
          <a:prstGeom prst="rect">
            <a:avLst/>
          </a:prstGeom>
          <a:no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Pts val="1600"/>
              <a:buFontTx/>
              <a:buNone/>
              <a:tabLst/>
              <a:defRPr/>
            </a:pPr>
            <a:r>
              <a:rPr kumimoji="0" lang="en-US" sz="1200" b="1" i="1" u="none" strike="noStrike" kern="0" cap="none" spc="0" normalizeH="0" baseline="0" noProof="0" dirty="0" smtClean="0">
                <a:ln>
                  <a:noFill/>
                </a:ln>
                <a:solidFill>
                  <a:srgbClr val="000000"/>
                </a:solidFill>
                <a:effectLst/>
                <a:uLnTx/>
                <a:uFillTx/>
                <a:latin typeface="Arial" charset="0"/>
                <a:ea typeface="Times New Roman"/>
                <a:cs typeface="Arial" panose="020B0604020202020204" pitchFamily="34" charset="0"/>
                <a:sym typeface="Times New Roman"/>
              </a:rPr>
              <a:t>ENGG404 Expectations, Course Syllabus, Course Plan, and Exam</a:t>
            </a:r>
            <a:endParaRPr kumimoji="0" lang="en-US" sz="1200" b="1" i="1" u="none" strike="noStrike" kern="0" cap="none" spc="0" normalizeH="0" baseline="0" noProof="0" dirty="0">
              <a:ln>
                <a:noFill/>
              </a:ln>
              <a:solidFill>
                <a:srgbClr val="000000"/>
              </a:solidFill>
              <a:effectLst/>
              <a:uLnTx/>
              <a:uFillTx/>
              <a:latin typeface="Arial" charset="0"/>
              <a:ea typeface="Times New Roman"/>
              <a:cs typeface="Arial" panose="020B0604020202020204" pitchFamily="34" charset="0"/>
              <a:sym typeface="Times New Roman"/>
            </a:endParaRPr>
          </a:p>
        </p:txBody>
      </p:sp>
    </p:spTree>
    <p:extLst>
      <p:ext uri="{BB962C8B-B14F-4D97-AF65-F5344CB8AC3E}">
        <p14:creationId xmlns:p14="http://schemas.microsoft.com/office/powerpoint/2010/main" val="1060337435"/>
      </p:ext>
    </p:extLst>
  </p:cSld>
  <p:clrMapOvr>
    <a:masterClrMapping/>
  </p:clrMapOvr>
  <p:transition>
    <p:fade/>
  </p:transition>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3"/>
          <p:cNvSpPr>
            <a:spLocks noChangeArrowheads="1"/>
          </p:cNvSpPr>
          <p:nvPr/>
        </p:nvSpPr>
        <p:spPr bwMode="auto">
          <a:xfrm>
            <a:off x="180000" y="828000"/>
            <a:ext cx="8640000" cy="5328000"/>
          </a:xfrm>
          <a:prstGeom prst="rect">
            <a:avLst/>
          </a:prstGeom>
          <a:noFill/>
          <a:ln w="9525">
            <a:noFill/>
            <a:miter lim="800000"/>
            <a:headEnd/>
            <a:tailEnd/>
          </a:ln>
        </p:spPr>
        <p:txBody>
          <a:bodyPr/>
          <a:lstStyle>
            <a:lvl1pPr marL="609600" indent="-609600">
              <a:lnSpc>
                <a:spcPct val="120000"/>
              </a:lnSpc>
              <a:spcBef>
                <a:spcPts val="1000"/>
              </a:spcBef>
              <a:buClr>
                <a:schemeClr val="tx1"/>
              </a:buClr>
              <a:buFont typeface="Arial" panose="020B0604020202020204" pitchFamily="34" charset="0"/>
              <a:buChar char="•"/>
              <a:defRPr sz="2000">
                <a:solidFill>
                  <a:schemeClr val="tx1"/>
                </a:solidFill>
                <a:latin typeface="Tw Cen MT" panose="020B0602020104020603" pitchFamily="34" charset="0"/>
              </a:defRPr>
            </a:lvl1pPr>
            <a:lvl2pPr marL="742950" indent="-285750">
              <a:lnSpc>
                <a:spcPct val="120000"/>
              </a:lnSpc>
              <a:spcBef>
                <a:spcPts val="500"/>
              </a:spcBef>
              <a:buClr>
                <a:schemeClr val="tx1"/>
              </a:buClr>
              <a:buFont typeface="Arial" panose="020B0604020202020204" pitchFamily="34" charset="0"/>
              <a:buChar char="•"/>
              <a:defRPr>
                <a:solidFill>
                  <a:schemeClr val="tx1"/>
                </a:solidFill>
                <a:latin typeface="Tw Cen MT" panose="020B0602020104020603" pitchFamily="34" charset="0"/>
              </a:defRPr>
            </a:lvl2pPr>
            <a:lvl3pPr marL="1143000" indent="-228600">
              <a:lnSpc>
                <a:spcPct val="120000"/>
              </a:lnSpc>
              <a:spcBef>
                <a:spcPts val="500"/>
              </a:spcBef>
              <a:buClr>
                <a:schemeClr val="tx1"/>
              </a:buClr>
              <a:buFont typeface="Arial" panose="020B0604020202020204" pitchFamily="34" charset="0"/>
              <a:buChar char="•"/>
              <a:defRPr sz="1600">
                <a:solidFill>
                  <a:schemeClr val="tx1"/>
                </a:solidFill>
                <a:latin typeface="Tw Cen MT" panose="020B0602020104020603" pitchFamily="34" charset="0"/>
              </a:defRPr>
            </a:lvl3pPr>
            <a:lvl4pPr marL="16002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4pPr>
            <a:lvl5pPr marL="20574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5pPr>
            <a:lvl6pPr marL="25146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6pPr>
            <a:lvl7pPr marL="29718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7pPr>
            <a:lvl8pPr marL="34290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8pPr>
            <a:lvl9pPr marL="38862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9pPr>
          </a:lstStyle>
          <a:p>
            <a:pPr marL="0" lvl="0" indent="0" eaLnBrk="0" hangingPunct="0">
              <a:lnSpc>
                <a:spcPct val="100000"/>
              </a:lnSpc>
              <a:spcBef>
                <a:spcPts val="0"/>
              </a:spcBef>
              <a:buClrTx/>
              <a:buSzPct val="100000"/>
              <a:buNone/>
              <a:defRPr/>
            </a:pPr>
            <a:r>
              <a:rPr lang="en-US" altLang="en-US" sz="180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sym typeface="Arial"/>
              </a:rPr>
              <a:t>Q</a:t>
            </a:r>
            <a:r>
              <a:rPr lang="en-US" altLang="en-US" sz="1800" dirty="0">
                <a:solidFill>
                  <a:srgbClr val="000000"/>
                </a:solidFill>
                <a:latin typeface="Arial" panose="020B0604020202020204" pitchFamily="34" charset="0"/>
                <a:ea typeface="ＭＳ Ｐゴシック" panose="020B0600070205080204" pitchFamily="34" charset="-128"/>
                <a:cs typeface="Arial" panose="020B0604020202020204" pitchFamily="34" charset="0"/>
                <a:sym typeface="Arial"/>
              </a:rPr>
              <a:t>: Two questions that are often asked are,</a:t>
            </a:r>
            <a:r>
              <a:rPr lang="en-US" altLang="en-US" sz="1800" b="0" dirty="0">
                <a:solidFill>
                  <a:srgbClr val="000000"/>
                </a:solidFill>
                <a:latin typeface="Arial" panose="020B0604020202020204" pitchFamily="34" charset="0"/>
                <a:ea typeface="ＭＳ Ｐゴシック" panose="020B0600070205080204" pitchFamily="34" charset="-128"/>
                <a:cs typeface="Arial" panose="020B0604020202020204" pitchFamily="34" charset="0"/>
                <a:sym typeface="Arial"/>
              </a:rPr>
              <a:t> </a:t>
            </a:r>
            <a:br>
              <a:rPr lang="en-US" altLang="en-US" sz="1800" b="0" dirty="0">
                <a:solidFill>
                  <a:srgbClr val="000000"/>
                </a:solidFill>
                <a:latin typeface="Arial" panose="020B0604020202020204" pitchFamily="34" charset="0"/>
                <a:ea typeface="ＭＳ Ｐゴシック" panose="020B0600070205080204" pitchFamily="34" charset="-128"/>
                <a:cs typeface="Arial" panose="020B0604020202020204" pitchFamily="34" charset="0"/>
                <a:sym typeface="Arial"/>
              </a:rPr>
            </a:br>
            <a:r>
              <a:rPr lang="en-US" altLang="en-US" sz="1800" b="0" dirty="0">
                <a:solidFill>
                  <a:srgbClr val="000000"/>
                </a:solidFill>
                <a:latin typeface="Arial" panose="020B0604020202020204" pitchFamily="34" charset="0"/>
                <a:ea typeface="ＭＳ Ｐゴシック" panose="020B0600070205080204" pitchFamily="34" charset="-128"/>
                <a:cs typeface="Arial" panose="020B0604020202020204" pitchFamily="34" charset="0"/>
                <a:sym typeface="Arial"/>
              </a:rPr>
              <a:t>“How do I succeed in this course? </a:t>
            </a:r>
          </a:p>
          <a:p>
            <a:pPr marL="0" lvl="0" indent="0" eaLnBrk="0" hangingPunct="0">
              <a:lnSpc>
                <a:spcPct val="100000"/>
              </a:lnSpc>
              <a:spcBef>
                <a:spcPts val="0"/>
              </a:spcBef>
              <a:buClrTx/>
              <a:buSzPct val="100000"/>
              <a:buNone/>
              <a:defRPr/>
            </a:pPr>
            <a:r>
              <a:rPr lang="en-US" altLang="en-US" sz="1800" b="0" dirty="0">
                <a:solidFill>
                  <a:srgbClr val="000000"/>
                </a:solidFill>
                <a:latin typeface="Arial" panose="020B0604020202020204" pitchFamily="34" charset="0"/>
                <a:ea typeface="ＭＳ Ｐゴシック" panose="020B0600070205080204" pitchFamily="34" charset="-128"/>
                <a:cs typeface="Arial" panose="020B0604020202020204" pitchFamily="34" charset="0"/>
                <a:sym typeface="Arial"/>
              </a:rPr>
              <a:t>"What and how do I study for the final exam for this course?" </a:t>
            </a:r>
            <a:endParaRPr kumimoji="0" lang="en-US" altLang="en-US" sz="18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sym typeface="Arial"/>
            </a:endParaRPr>
          </a:p>
          <a:p>
            <a:pPr marL="0" marR="0" lvl="0" indent="0" algn="l" defTabSz="914400" rtl="0" eaLnBrk="0" fontAlgn="base" latinLnBrk="0" hangingPunct="0">
              <a:lnSpc>
                <a:spcPct val="100000"/>
              </a:lnSpc>
              <a:spcBef>
                <a:spcPts val="0"/>
              </a:spcBef>
              <a:spcAft>
                <a:spcPct val="0"/>
              </a:spcAft>
              <a:buClrTx/>
              <a:buSzPct val="100000"/>
              <a:buFont typeface="Arial" panose="020B0604020202020204" pitchFamily="34" charset="0"/>
              <a:buNone/>
              <a:tabLst/>
              <a:defRPr/>
            </a:pPr>
            <a:endParaRPr kumimoji="0" lang="en-US" altLang="en-US" sz="1800" b="1" i="0" u="none" strike="noStrike" kern="1200" cap="none" spc="0" normalizeH="0" baseline="0" noProof="0" dirty="0" smtClean="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sym typeface="Arial"/>
            </a:endParaRPr>
          </a:p>
          <a:p>
            <a:pPr marL="0" marR="0" lvl="0" indent="0" algn="l" defTabSz="914400" rtl="0" eaLnBrk="0" fontAlgn="base" latinLnBrk="0" hangingPunct="0">
              <a:lnSpc>
                <a:spcPct val="100000"/>
              </a:lnSpc>
              <a:spcBef>
                <a:spcPts val="0"/>
              </a:spcBef>
              <a:spcAft>
                <a:spcPct val="0"/>
              </a:spcAft>
              <a:buClrTx/>
              <a:buSzPct val="100000"/>
              <a:buFont typeface="Arial" panose="020B0604020202020204" pitchFamily="34" charset="0"/>
              <a:buNone/>
              <a:tabLst/>
              <a:defRPr/>
            </a:pPr>
            <a:r>
              <a:rPr kumimoji="0" lang="en-US" altLang="en-US" sz="1800" b="1" i="0" u="none" strike="noStrike" kern="1200" cap="none" spc="0" normalizeH="0" baseline="0" noProof="0" dirty="0" smtClean="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sym typeface="Arial"/>
              </a:rPr>
              <a:t>A</a:t>
            </a:r>
            <a:r>
              <a:rPr kumimoji="0" lang="en-US" altLang="en-US" sz="1800" b="1"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sym typeface="Arial"/>
              </a:rPr>
              <a:t>: The brief answer: </a:t>
            </a:r>
            <a:endParaRPr kumimoji="0" lang="en-US" altLang="en-US" sz="1800" b="1" i="0" u="none" strike="noStrike" kern="1200" cap="none" spc="0" normalizeH="0" baseline="0" noProof="0" dirty="0" smtClean="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sym typeface="Arial"/>
            </a:endParaRPr>
          </a:p>
          <a:p>
            <a:pPr marL="0" indent="0" eaLnBrk="0" hangingPunct="0">
              <a:lnSpc>
                <a:spcPct val="100000"/>
              </a:lnSpc>
              <a:spcBef>
                <a:spcPts val="0"/>
              </a:spcBef>
              <a:buClrTx/>
              <a:buSzPct val="100000"/>
              <a:buNone/>
              <a:defRPr/>
            </a:pPr>
            <a:endParaRPr lang="en-US" altLang="en-US" sz="1800" b="0" u="sng"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sym typeface="Arial"/>
            </a:endParaRPr>
          </a:p>
          <a:p>
            <a:pPr marL="360000" indent="-360000" eaLnBrk="0" hangingPunct="0">
              <a:lnSpc>
                <a:spcPct val="100000"/>
              </a:lnSpc>
              <a:spcBef>
                <a:spcPts val="0"/>
              </a:spcBef>
              <a:buClrTx/>
              <a:buSzPct val="100000"/>
              <a:buFont typeface="Wingdings" panose="05000000000000000000" pitchFamily="2" charset="2"/>
              <a:buChar char="Ø"/>
              <a:defRPr/>
            </a:pPr>
            <a:r>
              <a:rPr lang="en-US" altLang="en-US" sz="1800" b="0" dirty="0">
                <a:solidFill>
                  <a:srgbClr val="000000"/>
                </a:solidFill>
                <a:latin typeface="Arial" panose="020B0604020202020204" pitchFamily="34" charset="0"/>
                <a:ea typeface="ＭＳ Ｐゴシック" panose="020B0600070205080204" pitchFamily="34" charset="-128"/>
                <a:cs typeface="Arial" panose="020B0604020202020204" pitchFamily="34" charset="0"/>
                <a:sym typeface="Arial"/>
              </a:rPr>
              <a:t>Review concepts, principles, and practices AND apply them:</a:t>
            </a:r>
          </a:p>
          <a:p>
            <a:pPr marL="720000" indent="-360000" eaLnBrk="0" hangingPunct="0">
              <a:lnSpc>
                <a:spcPct val="100000"/>
              </a:lnSpc>
              <a:spcBef>
                <a:spcPts val="0"/>
              </a:spcBef>
              <a:buClrTx/>
              <a:buSzPct val="100000"/>
              <a:buFont typeface="Wingdings" panose="05000000000000000000" pitchFamily="2" charset="2"/>
              <a:buChar char="Ø"/>
              <a:defRPr/>
            </a:pPr>
            <a:r>
              <a:rPr lang="en-US" altLang="en-US" sz="1800" b="0" dirty="0">
                <a:solidFill>
                  <a:srgbClr val="000000"/>
                </a:solidFill>
                <a:latin typeface="Arial" panose="020B0604020202020204" pitchFamily="34" charset="0"/>
                <a:ea typeface="ＭＳ Ｐゴシック" panose="020B0600070205080204" pitchFamily="34" charset="-128"/>
                <a:cs typeface="Arial" panose="020B0604020202020204" pitchFamily="34" charset="0"/>
                <a:sym typeface="Arial"/>
              </a:rPr>
              <a:t>Prepare for each lecture ahead of time, regularly attend lectures, and regularly review what you have learned. </a:t>
            </a:r>
          </a:p>
          <a:p>
            <a:pPr marL="360000" indent="-360000" eaLnBrk="0" hangingPunct="0">
              <a:lnSpc>
                <a:spcPct val="100000"/>
              </a:lnSpc>
              <a:spcBef>
                <a:spcPts val="0"/>
              </a:spcBef>
              <a:buClrTx/>
              <a:buSzPct val="100000"/>
              <a:buFont typeface="Wingdings" panose="05000000000000000000" pitchFamily="2" charset="2"/>
              <a:buChar char="Ø"/>
              <a:defRPr/>
            </a:pPr>
            <a:endParaRPr lang="en-US" altLang="en-US" sz="1800" b="0" dirty="0">
              <a:solidFill>
                <a:srgbClr val="000000"/>
              </a:solidFill>
              <a:latin typeface="Arial" panose="020B0604020202020204" pitchFamily="34" charset="0"/>
              <a:ea typeface="ＭＳ Ｐゴシック" panose="020B0600070205080204" pitchFamily="34" charset="-128"/>
              <a:cs typeface="Arial" panose="020B0604020202020204" pitchFamily="34" charset="0"/>
              <a:sym typeface="Arial"/>
            </a:endParaRPr>
          </a:p>
          <a:p>
            <a:pPr marL="360000" indent="-360000" eaLnBrk="0" hangingPunct="0">
              <a:lnSpc>
                <a:spcPct val="100000"/>
              </a:lnSpc>
              <a:spcBef>
                <a:spcPts val="0"/>
              </a:spcBef>
              <a:buClrTx/>
              <a:buSzPct val="100000"/>
              <a:buFont typeface="Wingdings" panose="05000000000000000000" pitchFamily="2" charset="2"/>
              <a:buChar char="Ø"/>
              <a:defRPr/>
            </a:pPr>
            <a:r>
              <a:rPr lang="en-US" altLang="en-US" sz="1800" b="0" dirty="0">
                <a:solidFill>
                  <a:srgbClr val="000000"/>
                </a:solidFill>
                <a:latin typeface="Arial" panose="020B0604020202020204" pitchFamily="34" charset="0"/>
                <a:ea typeface="ＭＳ Ｐゴシック" panose="020B0600070205080204" pitchFamily="34" charset="-128"/>
                <a:cs typeface="Arial" panose="020B0604020202020204" pitchFamily="34" charset="0"/>
                <a:sym typeface="Arial"/>
              </a:rPr>
              <a:t>Assess yourself on the “Learning Outcomes”:</a:t>
            </a:r>
          </a:p>
          <a:p>
            <a:pPr marL="720000" marR="0" lvl="0" indent="-360000" defTabSz="914400" eaLnBrk="0" latinLnBrk="0" hangingPunct="0">
              <a:lnSpc>
                <a:spcPct val="100000"/>
              </a:lnSpc>
              <a:spcBef>
                <a:spcPts val="0"/>
              </a:spcBef>
              <a:buClrTx/>
              <a:buSzPct val="100000"/>
              <a:buFont typeface="Wingdings" panose="05000000000000000000" pitchFamily="2" charset="2"/>
              <a:buChar char="Ø"/>
              <a:tabLst/>
              <a:defRPr/>
            </a:pPr>
            <a:r>
              <a:rPr lang="en-US" altLang="en-US" sz="1800" b="0" dirty="0">
                <a:solidFill>
                  <a:srgbClr val="000000"/>
                </a:solidFill>
                <a:latin typeface="Arial" panose="020B0604020202020204" pitchFamily="34" charset="0"/>
                <a:ea typeface="ＭＳ Ｐゴシック" panose="020B0600070205080204" pitchFamily="34" charset="-128"/>
                <a:cs typeface="Arial" panose="020B0604020202020204" pitchFamily="34" charset="0"/>
                <a:sym typeface="Arial"/>
              </a:rPr>
              <a:t>Each lecture Topic PPT starts with a slide that lists the "Learning Outcomes" and ends with a slide (or two) that lists the "Summary and Key Lessons". </a:t>
            </a:r>
          </a:p>
          <a:p>
            <a:pPr marL="720000" marR="0" lvl="0" indent="-360000" defTabSz="914400" eaLnBrk="0" latinLnBrk="0" hangingPunct="0">
              <a:lnSpc>
                <a:spcPct val="100000"/>
              </a:lnSpc>
              <a:spcBef>
                <a:spcPts val="0"/>
              </a:spcBef>
              <a:buClrTx/>
              <a:buSzPct val="100000"/>
              <a:buFont typeface="Wingdings" panose="05000000000000000000" pitchFamily="2" charset="2"/>
              <a:buChar char="Ø"/>
              <a:tabLst/>
              <a:defRPr/>
            </a:pPr>
            <a:r>
              <a:rPr lang="en-US" altLang="en-US" sz="1800" b="0" dirty="0">
                <a:solidFill>
                  <a:srgbClr val="000000"/>
                </a:solidFill>
                <a:latin typeface="Arial" panose="020B0604020202020204" pitchFamily="34" charset="0"/>
                <a:ea typeface="ＭＳ Ｐゴシック" panose="020B0600070205080204" pitchFamily="34" charset="-128"/>
                <a:cs typeface="Arial" panose="020B0604020202020204" pitchFamily="34" charset="0"/>
                <a:sym typeface="Arial"/>
              </a:rPr>
              <a:t>Review the content on these lists to determine your level of skill and confidence in explaining / applying those learning outcomes and the summary and key points, and as a guide to direct your preparation efforts. </a:t>
            </a:r>
          </a:p>
        </p:txBody>
      </p:sp>
      <p:sp>
        <p:nvSpPr>
          <p:cNvPr id="9" name="Rectangle 2"/>
          <p:cNvSpPr>
            <a:spLocks noChangeArrowheads="1"/>
          </p:cNvSpPr>
          <p:nvPr/>
        </p:nvSpPr>
        <p:spPr bwMode="auto">
          <a:xfrm>
            <a:off x="180000" y="216000"/>
            <a:ext cx="8640000" cy="504000"/>
          </a:xfrm>
          <a:prstGeom prst="rect">
            <a:avLst/>
          </a:prstGeom>
          <a:noFill/>
          <a:ln>
            <a:noFill/>
          </a:ln>
          <a:extLst/>
        </p:spPr>
        <p:txBody>
          <a:bodyPr anchor="ctr"/>
          <a:lstStyle>
            <a:lvl1pPr>
              <a:lnSpc>
                <a:spcPct val="120000"/>
              </a:lnSpc>
              <a:spcBef>
                <a:spcPts val="1000"/>
              </a:spcBef>
              <a:buClr>
                <a:schemeClr val="tx1"/>
              </a:buClr>
              <a:buFont typeface="Arial" panose="020B0604020202020204" pitchFamily="34" charset="0"/>
              <a:buChar char="•"/>
              <a:defRPr sz="2000">
                <a:solidFill>
                  <a:schemeClr val="tx1"/>
                </a:solidFill>
                <a:latin typeface="Tw Cen MT" panose="020B0602020104020603" pitchFamily="34" charset="0"/>
              </a:defRPr>
            </a:lvl1pPr>
            <a:lvl2pPr marL="742950" indent="-285750">
              <a:lnSpc>
                <a:spcPct val="120000"/>
              </a:lnSpc>
              <a:spcBef>
                <a:spcPts val="500"/>
              </a:spcBef>
              <a:buClr>
                <a:schemeClr val="tx1"/>
              </a:buClr>
              <a:buFont typeface="Arial" panose="020B0604020202020204" pitchFamily="34" charset="0"/>
              <a:buChar char="•"/>
              <a:defRPr>
                <a:solidFill>
                  <a:schemeClr val="tx1"/>
                </a:solidFill>
                <a:latin typeface="Tw Cen MT" panose="020B0602020104020603" pitchFamily="34" charset="0"/>
              </a:defRPr>
            </a:lvl2pPr>
            <a:lvl3pPr marL="1143000" indent="-228600">
              <a:lnSpc>
                <a:spcPct val="120000"/>
              </a:lnSpc>
              <a:spcBef>
                <a:spcPts val="500"/>
              </a:spcBef>
              <a:buClr>
                <a:schemeClr val="tx1"/>
              </a:buClr>
              <a:buFont typeface="Arial" panose="020B0604020202020204" pitchFamily="34" charset="0"/>
              <a:buChar char="•"/>
              <a:defRPr sz="1600">
                <a:solidFill>
                  <a:schemeClr val="tx1"/>
                </a:solidFill>
                <a:latin typeface="Tw Cen MT" panose="020B0602020104020603" pitchFamily="34" charset="0"/>
              </a:defRPr>
            </a:lvl3pPr>
            <a:lvl4pPr marL="16002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4pPr>
            <a:lvl5pPr marL="20574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5pPr>
            <a:lvl6pPr marL="25146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6pPr>
            <a:lvl7pPr marL="29718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7pPr>
            <a:lvl8pPr marL="34290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8pPr>
            <a:lvl9pPr marL="38862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9pPr>
          </a:lstStyle>
          <a:p>
            <a:pPr marL="0" marR="0" lvl="0" indent="0" algn="l" defTabSz="914400" rtl="0" eaLnBrk="1" fontAlgn="base" latinLnBrk="0" hangingPunct="1">
              <a:lnSpc>
                <a:spcPct val="100000"/>
              </a:lnSpc>
              <a:spcBef>
                <a:spcPct val="0"/>
              </a:spcBef>
              <a:spcAft>
                <a:spcPct val="0"/>
              </a:spcAft>
              <a:buClrTx/>
              <a:buSzTx/>
              <a:buFont typeface="Arial" panose="020B0604020202020204" pitchFamily="34" charset="0"/>
              <a:buNone/>
              <a:tabLst/>
              <a:defRPr/>
            </a:pPr>
            <a:r>
              <a:rPr lang="en-US" altLang="en-US" sz="2400" b="0" dirty="0" smtClean="0">
                <a:solidFill>
                  <a:srgbClr val="333399"/>
                </a:solidFill>
                <a:latin typeface="Arial" panose="020B0604020202020204" pitchFamily="34" charset="0"/>
                <a:cs typeface="Arial" panose="020B0604020202020204" pitchFamily="34" charset="0"/>
                <a:sym typeface="Arial"/>
              </a:rPr>
              <a:t>How to Succeed in this Course &amp; </a:t>
            </a:r>
            <a:r>
              <a:rPr kumimoji="0" lang="en-US" altLang="en-US" sz="2400" b="0" i="0" u="none" strike="noStrike" kern="1200" cap="none" spc="0" normalizeH="0" baseline="0" noProof="0" dirty="0" smtClean="0">
                <a:ln>
                  <a:noFill/>
                </a:ln>
                <a:solidFill>
                  <a:srgbClr val="333399"/>
                </a:solidFill>
                <a:effectLst/>
                <a:uLnTx/>
                <a:uFillTx/>
                <a:latin typeface="Arial" panose="020B0604020202020204" pitchFamily="34" charset="0"/>
                <a:ea typeface="+mn-ea"/>
                <a:cs typeface="Arial" panose="020B0604020202020204" pitchFamily="34" charset="0"/>
                <a:sym typeface="Arial"/>
              </a:rPr>
              <a:t>Prepare for the Final Exam:</a:t>
            </a:r>
            <a:endParaRPr kumimoji="0" lang="en-US" altLang="en-US" sz="2400" b="0" i="0" u="none" strike="noStrike" kern="1200" cap="none" spc="0" normalizeH="0" baseline="0" noProof="0" dirty="0">
              <a:ln>
                <a:noFill/>
              </a:ln>
              <a:solidFill>
                <a:srgbClr val="333399"/>
              </a:solidFill>
              <a:effectLst/>
              <a:uLnTx/>
              <a:uFillTx/>
              <a:latin typeface="Arial" panose="020B0604020202020204" pitchFamily="34" charset="0"/>
              <a:ea typeface="+mn-ea"/>
              <a:cs typeface="Arial" panose="020B0604020202020204" pitchFamily="34" charset="0"/>
              <a:sym typeface="Arial"/>
            </a:endParaRPr>
          </a:p>
        </p:txBody>
      </p:sp>
      <p:sp>
        <p:nvSpPr>
          <p:cNvPr id="12" name="Slide Number Placeholder 1"/>
          <p:cNvSpPr txBox="1">
            <a:spLocks noGrp="1"/>
          </p:cNvSpPr>
          <p:nvPr/>
        </p:nvSpPr>
        <p:spPr bwMode="auto">
          <a:xfrm>
            <a:off x="8280000" y="6300000"/>
            <a:ext cx="533400" cy="28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tx2"/>
              </a:buClr>
              <a:buSzPct val="65000"/>
              <a:buFont typeface="Wingdings" panose="05000000000000000000" pitchFamily="2" charset="2"/>
              <a:buChar char="v"/>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SzPct val="65000"/>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B9AAC074-F6B9-4EA4-AE59-9F9DB0D8944F}" type="slidenum">
              <a:rPr kumimoji="0" lang="en-US" altLang="en-US" sz="1200" b="1" i="1" u="none" strike="noStrike" kern="120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sym typeface="Arial"/>
              </a:rPr>
              <a:pPr marL="0" marR="0" lvl="0" indent="0" algn="r" defTabSz="914400" rtl="0" eaLnBrk="1" fontAlgn="base" latinLnBrk="0" hangingPunct="1">
                <a:lnSpc>
                  <a:spcPct val="100000"/>
                </a:lnSpc>
                <a:spcBef>
                  <a:spcPct val="0"/>
                </a:spcBef>
                <a:spcAft>
                  <a:spcPct val="0"/>
                </a:spcAft>
                <a:buClrTx/>
                <a:buSzTx/>
                <a:buFontTx/>
                <a:buNone/>
                <a:tabLst/>
                <a:defRPr/>
              </a:pPr>
              <a:t>15</a:t>
            </a:fld>
            <a:endParaRPr kumimoji="0" lang="en-US" altLang="en-US" sz="1200" b="1" i="1" u="none" strike="noStrike" kern="120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sym typeface="Arial"/>
            </a:endParaRPr>
          </a:p>
        </p:txBody>
      </p:sp>
      <p:sp>
        <p:nvSpPr>
          <p:cNvPr id="6" name="Google Shape;125;p2"/>
          <p:cNvSpPr/>
          <p:nvPr/>
        </p:nvSpPr>
        <p:spPr>
          <a:xfrm>
            <a:off x="2700000" y="6300000"/>
            <a:ext cx="5400000" cy="288000"/>
          </a:xfrm>
          <a:prstGeom prst="rect">
            <a:avLst/>
          </a:prstGeom>
          <a:no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Pts val="1600"/>
              <a:buFontTx/>
              <a:buNone/>
              <a:tabLst/>
              <a:defRPr/>
            </a:pPr>
            <a:r>
              <a:rPr kumimoji="0" lang="en-US" sz="1200" b="1" i="1" u="none" strike="noStrike" kern="0" cap="none" spc="0" normalizeH="0" baseline="0" noProof="0" dirty="0" smtClean="0">
                <a:ln>
                  <a:noFill/>
                </a:ln>
                <a:solidFill>
                  <a:srgbClr val="000000"/>
                </a:solidFill>
                <a:effectLst/>
                <a:uLnTx/>
                <a:uFillTx/>
                <a:latin typeface="Arial" charset="0"/>
                <a:ea typeface="Times New Roman"/>
                <a:cs typeface="Arial" panose="020B0604020202020204" pitchFamily="34" charset="0"/>
                <a:sym typeface="Times New Roman"/>
              </a:rPr>
              <a:t>ENGG404 Expectations, Course Syllabus, Course Plan, and Exam</a:t>
            </a:r>
            <a:endParaRPr kumimoji="0" lang="en-US" sz="1200" b="1" i="1" u="none" strike="noStrike" kern="0" cap="none" spc="0" normalizeH="0" baseline="0" noProof="0" dirty="0">
              <a:ln>
                <a:noFill/>
              </a:ln>
              <a:solidFill>
                <a:srgbClr val="000000"/>
              </a:solidFill>
              <a:effectLst/>
              <a:uLnTx/>
              <a:uFillTx/>
              <a:latin typeface="Arial" charset="0"/>
              <a:ea typeface="Times New Roman"/>
              <a:cs typeface="Arial" panose="020B0604020202020204" pitchFamily="34" charset="0"/>
              <a:sym typeface="Times New Roman"/>
            </a:endParaRPr>
          </a:p>
        </p:txBody>
      </p:sp>
    </p:spTree>
    <p:extLst>
      <p:ext uri="{BB962C8B-B14F-4D97-AF65-F5344CB8AC3E}">
        <p14:creationId xmlns:p14="http://schemas.microsoft.com/office/powerpoint/2010/main" val="3793587812"/>
      </p:ext>
    </p:extLst>
  </p:cSld>
  <p:clrMapOvr>
    <a:masterClrMapping/>
  </p:clrMapOvr>
  <p:transition>
    <p:fade/>
  </p:transition>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3"/>
          <p:cNvSpPr>
            <a:spLocks noChangeArrowheads="1"/>
          </p:cNvSpPr>
          <p:nvPr/>
        </p:nvSpPr>
        <p:spPr bwMode="auto">
          <a:xfrm>
            <a:off x="180000" y="828000"/>
            <a:ext cx="8640000" cy="5328000"/>
          </a:xfrm>
          <a:prstGeom prst="rect">
            <a:avLst/>
          </a:prstGeom>
          <a:noFill/>
          <a:ln w="9525">
            <a:noFill/>
            <a:miter lim="800000"/>
            <a:headEnd/>
            <a:tailEnd/>
          </a:ln>
        </p:spPr>
        <p:txBody>
          <a:bodyPr/>
          <a:lstStyle>
            <a:lvl1pPr marL="609600" indent="-609600">
              <a:lnSpc>
                <a:spcPct val="120000"/>
              </a:lnSpc>
              <a:spcBef>
                <a:spcPts val="1000"/>
              </a:spcBef>
              <a:buClr>
                <a:schemeClr val="tx1"/>
              </a:buClr>
              <a:buFont typeface="Arial" panose="020B0604020202020204" pitchFamily="34" charset="0"/>
              <a:buChar char="•"/>
              <a:defRPr sz="2000">
                <a:solidFill>
                  <a:schemeClr val="tx1"/>
                </a:solidFill>
                <a:latin typeface="Tw Cen MT" panose="020B0602020104020603" pitchFamily="34" charset="0"/>
              </a:defRPr>
            </a:lvl1pPr>
            <a:lvl2pPr marL="742950" indent="-285750">
              <a:lnSpc>
                <a:spcPct val="120000"/>
              </a:lnSpc>
              <a:spcBef>
                <a:spcPts val="500"/>
              </a:spcBef>
              <a:buClr>
                <a:schemeClr val="tx1"/>
              </a:buClr>
              <a:buFont typeface="Arial" panose="020B0604020202020204" pitchFamily="34" charset="0"/>
              <a:buChar char="•"/>
              <a:defRPr>
                <a:solidFill>
                  <a:schemeClr val="tx1"/>
                </a:solidFill>
                <a:latin typeface="Tw Cen MT" panose="020B0602020104020603" pitchFamily="34" charset="0"/>
              </a:defRPr>
            </a:lvl2pPr>
            <a:lvl3pPr marL="1143000" indent="-228600">
              <a:lnSpc>
                <a:spcPct val="120000"/>
              </a:lnSpc>
              <a:spcBef>
                <a:spcPts val="500"/>
              </a:spcBef>
              <a:buClr>
                <a:schemeClr val="tx1"/>
              </a:buClr>
              <a:buFont typeface="Arial" panose="020B0604020202020204" pitchFamily="34" charset="0"/>
              <a:buChar char="•"/>
              <a:defRPr sz="1600">
                <a:solidFill>
                  <a:schemeClr val="tx1"/>
                </a:solidFill>
                <a:latin typeface="Tw Cen MT" panose="020B0602020104020603" pitchFamily="34" charset="0"/>
              </a:defRPr>
            </a:lvl3pPr>
            <a:lvl4pPr marL="16002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4pPr>
            <a:lvl5pPr marL="20574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5pPr>
            <a:lvl6pPr marL="25146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6pPr>
            <a:lvl7pPr marL="29718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7pPr>
            <a:lvl8pPr marL="34290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8pPr>
            <a:lvl9pPr marL="38862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9pPr>
          </a:lstStyle>
          <a:p>
            <a:pPr marL="0" marR="0" lvl="0" indent="0" algn="l" defTabSz="914400" rtl="0" eaLnBrk="0" fontAlgn="base" latinLnBrk="0" hangingPunct="0">
              <a:lnSpc>
                <a:spcPct val="90000"/>
              </a:lnSpc>
              <a:spcBef>
                <a:spcPts val="0"/>
              </a:spcBef>
              <a:spcAft>
                <a:spcPct val="0"/>
              </a:spcAft>
              <a:buClr>
                <a:srgbClr val="000000"/>
              </a:buClr>
              <a:buSzPct val="100000"/>
              <a:buFont typeface="Arial" panose="020B0604020202020204" pitchFamily="34" charset="0"/>
              <a:buNone/>
              <a:tabLst/>
              <a:defRPr/>
            </a:pPr>
            <a:r>
              <a:rPr kumimoji="0" lang="en-US" altLang="en-US" sz="1600" b="1" i="0" u="none" strike="noStrike" kern="1200" cap="none" spc="0" normalizeH="0" baseline="0" noProof="0" dirty="0" smtClean="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sym typeface="Arial"/>
              </a:rPr>
              <a:t>Please note that the Final Exam is challenging!</a:t>
            </a:r>
          </a:p>
          <a:p>
            <a:pPr marL="432000" marR="0" lvl="0" indent="-432000" algn="l" defTabSz="914400" rtl="0" eaLnBrk="0" fontAlgn="base" latinLnBrk="0" hangingPunct="0">
              <a:lnSpc>
                <a:spcPct val="90000"/>
              </a:lnSpc>
              <a:spcBef>
                <a:spcPts val="0"/>
              </a:spcBef>
              <a:spcAft>
                <a:spcPct val="0"/>
              </a:spcAft>
              <a:buClrTx/>
              <a:buSzPct val="100000"/>
              <a:buFont typeface="Wingdings" panose="05000000000000000000" pitchFamily="2" charset="2"/>
              <a:buChar char="Ø"/>
              <a:tabLst/>
              <a:defRPr/>
            </a:pPr>
            <a:r>
              <a:rPr lang="en-US" altLang="en-US" sz="1600"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sym typeface="Arial"/>
              </a:rPr>
              <a:t>You may have heard that the Final Exam is “open book”. It has been for several terms now, but we have not yet decided for the 2022S term.</a:t>
            </a:r>
          </a:p>
          <a:p>
            <a:pPr marL="432000" marR="0" lvl="0" indent="-432000" algn="l" defTabSz="914400" rtl="0" eaLnBrk="0" fontAlgn="base" latinLnBrk="0" hangingPunct="0">
              <a:lnSpc>
                <a:spcPct val="90000"/>
              </a:lnSpc>
              <a:spcBef>
                <a:spcPts val="0"/>
              </a:spcBef>
              <a:spcAft>
                <a:spcPct val="0"/>
              </a:spcAft>
              <a:buClrTx/>
              <a:buSzPct val="100000"/>
              <a:buFont typeface="Wingdings" panose="05000000000000000000" pitchFamily="2" charset="2"/>
              <a:buChar char="Ø"/>
              <a:tabLst/>
              <a:defRPr/>
            </a:pPr>
            <a:r>
              <a:rPr kumimoji="0" lang="en-US" altLang="en-US" sz="1600" b="0" i="0" u="none" strike="noStrike" kern="1200" cap="none" spc="0" normalizeH="0" baseline="0" noProof="0" dirty="0" smtClean="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sym typeface="Arial"/>
              </a:rPr>
              <a:t>But</a:t>
            </a:r>
            <a:r>
              <a:rPr kumimoji="0" lang="en-US" altLang="en-US" sz="1600" b="0" i="0" u="none" strike="noStrike" kern="1200" cap="none" spc="0" normalizeH="0" noProof="0" dirty="0" smtClean="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sym typeface="Arial"/>
              </a:rPr>
              <a:t> let’s </a:t>
            </a:r>
            <a:r>
              <a:rPr lang="en-US" altLang="en-US" sz="1600"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sym typeface="Arial"/>
              </a:rPr>
              <a:t>suppose that </a:t>
            </a:r>
            <a:r>
              <a:rPr kumimoji="0" lang="en-US" altLang="en-US" sz="1600" b="0" i="0" u="none" strike="noStrike" kern="1200" cap="none" spc="0" normalizeH="0" baseline="0" noProof="0" dirty="0" smtClean="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sym typeface="Arial"/>
              </a:rPr>
              <a:t>you will be </a:t>
            </a:r>
            <a:r>
              <a:rPr kumimoji="0" lang="en-US" altLang="en-US" sz="16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sym typeface="Arial"/>
              </a:rPr>
              <a:t>able to access any and all available material resources, this is NOT an effective substitute for preparing for and studying for the final exam.</a:t>
            </a:r>
          </a:p>
          <a:p>
            <a:pPr marL="432000" marR="0" lvl="0" indent="-432000" algn="l" defTabSz="914400" rtl="0" eaLnBrk="0" fontAlgn="base" latinLnBrk="0" hangingPunct="0">
              <a:lnSpc>
                <a:spcPct val="90000"/>
              </a:lnSpc>
              <a:spcBef>
                <a:spcPts val="0"/>
              </a:spcBef>
              <a:spcAft>
                <a:spcPct val="0"/>
              </a:spcAft>
              <a:buClrTx/>
              <a:buSzPct val="100000"/>
              <a:buFont typeface="Wingdings" panose="05000000000000000000" pitchFamily="2" charset="2"/>
              <a:buChar char="Ø"/>
              <a:tabLst/>
              <a:defRPr/>
            </a:pPr>
            <a:r>
              <a:rPr kumimoji="0" lang="en-US" altLang="en-US" sz="16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sym typeface="Arial"/>
              </a:rPr>
              <a:t>It is HIGHLY recommended that you prepare for this Final Exam as though it were proctored and WITHOUT access to any materials. </a:t>
            </a:r>
            <a:endParaRPr kumimoji="0" lang="en-US" altLang="en-US" sz="1600" b="0" i="0" u="none" strike="noStrike" kern="1200" cap="none" spc="0" normalizeH="0" baseline="0" noProof="0" dirty="0" smtClean="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sym typeface="Arial"/>
            </a:endParaRPr>
          </a:p>
          <a:p>
            <a:pPr marL="0" marR="0" lvl="0" indent="0" algn="ctr" defTabSz="914400" rtl="0" eaLnBrk="0" fontAlgn="base" latinLnBrk="0" hangingPunct="0">
              <a:lnSpc>
                <a:spcPct val="90000"/>
              </a:lnSpc>
              <a:spcBef>
                <a:spcPts val="0"/>
              </a:spcBef>
              <a:spcAft>
                <a:spcPct val="0"/>
              </a:spcAft>
              <a:buClr>
                <a:srgbClr val="000000"/>
              </a:buClr>
              <a:buSzPct val="100000"/>
              <a:buFont typeface="Arial" panose="020B0604020202020204" pitchFamily="34" charset="0"/>
              <a:buNone/>
              <a:tabLst/>
              <a:defRPr/>
            </a:pPr>
            <a:r>
              <a:rPr kumimoji="0" lang="en-US" altLang="en-US" sz="1400" i="0" u="none" strike="noStrike" kern="1200" cap="none" spc="0" normalizeH="0" baseline="0" noProof="0" dirty="0" smtClean="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sym typeface="Arial"/>
              </a:rPr>
              <a:t>Final Exam Comparison, </a:t>
            </a:r>
            <a:r>
              <a:rPr kumimoji="0" lang="en-US" altLang="en-US" sz="140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sym typeface="Arial"/>
              </a:rPr>
              <a:t>e</a:t>
            </a:r>
            <a:r>
              <a:rPr kumimoji="0" lang="en-US" altLang="en-US" sz="1400" i="0" u="none" strike="noStrike" kern="1200" cap="none" spc="0" normalizeH="0" baseline="0" noProof="0" dirty="0" smtClean="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sym typeface="Arial"/>
              </a:rPr>
              <a:t>ssentially </a:t>
            </a:r>
            <a:r>
              <a:rPr kumimoji="0" lang="en-US" altLang="en-US" sz="140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sym typeface="Arial"/>
              </a:rPr>
              <a:t>the same </a:t>
            </a:r>
            <a:r>
              <a:rPr kumimoji="0" lang="en-US" altLang="en-US" sz="1400" i="0" u="none" strike="noStrike" kern="1200" cap="none" spc="0" normalizeH="0" baseline="0" noProof="0" dirty="0" smtClean="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sym typeface="Arial"/>
              </a:rPr>
              <a:t>exam:</a:t>
            </a:r>
          </a:p>
          <a:p>
            <a:pPr marL="0" marR="0" lvl="0" indent="0" algn="ctr" defTabSz="914400" rtl="0" eaLnBrk="0" fontAlgn="base" latinLnBrk="0" hangingPunct="0">
              <a:lnSpc>
                <a:spcPct val="90000"/>
              </a:lnSpc>
              <a:spcBef>
                <a:spcPts val="0"/>
              </a:spcBef>
              <a:spcAft>
                <a:spcPct val="0"/>
              </a:spcAft>
              <a:buClr>
                <a:srgbClr val="000000"/>
              </a:buClr>
              <a:buSzPct val="100000"/>
              <a:buFont typeface="Arial" panose="020B0604020202020204" pitchFamily="34" charset="0"/>
              <a:buNone/>
              <a:tabLst/>
              <a:defRPr/>
            </a:pPr>
            <a:r>
              <a:rPr kumimoji="0" lang="en-US" altLang="en-US" sz="1400" b="1" i="0" u="sng" strike="noStrike" kern="1200" cap="none" spc="0" normalizeH="0" baseline="0" noProof="0" dirty="0" smtClean="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sym typeface="Arial"/>
              </a:rPr>
              <a:t> 2019F at &lt;50% = 1.3%</a:t>
            </a:r>
            <a:r>
              <a:rPr kumimoji="0" lang="en-US" altLang="en-US" sz="1400" b="1" i="0" strike="noStrike" kern="1200" cap="none" spc="0" normalizeH="0" baseline="0" noProof="0" dirty="0" smtClean="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sym typeface="Arial"/>
              </a:rPr>
              <a:t>                              </a:t>
            </a:r>
            <a:r>
              <a:rPr kumimoji="0" lang="en-US" altLang="en-US" sz="1400" b="1" i="0" u="sng" strike="noStrike" kern="1200" cap="none" spc="0" normalizeH="0" baseline="0" noProof="0" dirty="0" smtClean="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sym typeface="Arial"/>
              </a:rPr>
              <a:t>2022W at &lt;50% = 9.6%</a:t>
            </a:r>
          </a:p>
          <a:p>
            <a:pPr marL="0" lvl="0" indent="0" algn="ctr" eaLnBrk="0" hangingPunct="0">
              <a:lnSpc>
                <a:spcPct val="90000"/>
              </a:lnSpc>
              <a:spcBef>
                <a:spcPts val="0"/>
              </a:spcBef>
              <a:buClr>
                <a:srgbClr val="000000"/>
              </a:buClr>
              <a:buSzPct val="100000"/>
              <a:buNone/>
              <a:defRPr/>
            </a:pPr>
            <a:r>
              <a:rPr lang="en-US" altLang="en-US" sz="1400"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sym typeface="Arial"/>
              </a:rPr>
              <a:t>(</a:t>
            </a:r>
            <a:r>
              <a:rPr lang="en-US" altLang="en-US" sz="1400" b="0" dirty="0">
                <a:solidFill>
                  <a:srgbClr val="000000"/>
                </a:solidFill>
                <a:latin typeface="Arial" panose="020B0604020202020204" pitchFamily="34" charset="0"/>
                <a:ea typeface="ＭＳ Ｐゴシック" panose="020B0600070205080204" pitchFamily="34" charset="-128"/>
                <a:cs typeface="Arial" panose="020B0604020202020204" pitchFamily="34" charset="0"/>
                <a:sym typeface="Arial"/>
              </a:rPr>
              <a:t>no access to resources</a:t>
            </a:r>
            <a:r>
              <a:rPr lang="en-US" altLang="en-US" sz="1400"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sym typeface="Arial"/>
              </a:rPr>
              <a:t>)</a:t>
            </a:r>
            <a:r>
              <a:rPr lang="en-US" altLang="en-US" sz="1400" dirty="0">
                <a:solidFill>
                  <a:srgbClr val="000000"/>
                </a:solidFill>
                <a:latin typeface="Arial" panose="020B0604020202020204" pitchFamily="34" charset="0"/>
                <a:ea typeface="ＭＳ Ｐゴシック" panose="020B0600070205080204" pitchFamily="34" charset="-128"/>
                <a:cs typeface="Arial" panose="020B0604020202020204" pitchFamily="34" charset="0"/>
                <a:sym typeface="Arial"/>
              </a:rPr>
              <a:t> </a:t>
            </a:r>
            <a:r>
              <a:rPr lang="en-US" altLang="en-US" sz="140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sym typeface="Arial"/>
              </a:rPr>
              <a:t>                          </a:t>
            </a:r>
            <a:r>
              <a:rPr lang="en-US" altLang="en-US" sz="1400"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sym typeface="Arial"/>
              </a:rPr>
              <a:t>(access any available resources)</a:t>
            </a:r>
            <a:endParaRPr kumimoji="0" lang="en-US" altLang="en-US" sz="1400" b="0" i="0"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sym typeface="Arial"/>
            </a:endParaRPr>
          </a:p>
          <a:p>
            <a:pPr marL="0" lvl="0" indent="0" algn="ctr" eaLnBrk="0" hangingPunct="0">
              <a:lnSpc>
                <a:spcPct val="90000"/>
              </a:lnSpc>
              <a:spcBef>
                <a:spcPts val="0"/>
              </a:spcBef>
              <a:buClr>
                <a:srgbClr val="000000"/>
              </a:buClr>
              <a:buSzPct val="100000"/>
              <a:buNone/>
              <a:defRPr/>
            </a:pPr>
            <a:endParaRPr lang="en-US" altLang="en-US" sz="1600"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sym typeface="Arial"/>
            </a:endParaRPr>
          </a:p>
          <a:p>
            <a:pPr marL="0" lvl="0" indent="0" algn="ctr" eaLnBrk="0" hangingPunct="0">
              <a:lnSpc>
                <a:spcPct val="90000"/>
              </a:lnSpc>
              <a:spcBef>
                <a:spcPts val="0"/>
              </a:spcBef>
              <a:buClr>
                <a:srgbClr val="000000"/>
              </a:buClr>
              <a:buSzPct val="100000"/>
              <a:buNone/>
              <a:defRPr/>
            </a:pPr>
            <a:endParaRPr kumimoji="0" lang="en-US" altLang="en-US" sz="1600" b="0" i="0"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sym typeface="Arial"/>
            </a:endParaRPr>
          </a:p>
          <a:p>
            <a:pPr marL="0" lvl="0" indent="0" algn="ctr" eaLnBrk="0" hangingPunct="0">
              <a:lnSpc>
                <a:spcPct val="90000"/>
              </a:lnSpc>
              <a:spcBef>
                <a:spcPts val="0"/>
              </a:spcBef>
              <a:buClr>
                <a:srgbClr val="000000"/>
              </a:buClr>
              <a:buSzPct val="100000"/>
              <a:buNone/>
              <a:defRPr/>
            </a:pPr>
            <a:endParaRPr lang="en-US" altLang="en-US" sz="1600"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sym typeface="Arial"/>
            </a:endParaRPr>
          </a:p>
          <a:p>
            <a:pPr marL="0" lvl="0" indent="0" algn="ctr" eaLnBrk="0" hangingPunct="0">
              <a:lnSpc>
                <a:spcPct val="90000"/>
              </a:lnSpc>
              <a:spcBef>
                <a:spcPts val="0"/>
              </a:spcBef>
              <a:buClr>
                <a:srgbClr val="000000"/>
              </a:buClr>
              <a:buSzPct val="100000"/>
              <a:buNone/>
              <a:defRPr/>
            </a:pPr>
            <a:endParaRPr lang="en-US" altLang="en-US" sz="1600"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sym typeface="Arial"/>
            </a:endParaRPr>
          </a:p>
          <a:p>
            <a:pPr marL="0" lvl="0" indent="0" algn="ctr" eaLnBrk="0" hangingPunct="0">
              <a:lnSpc>
                <a:spcPct val="90000"/>
              </a:lnSpc>
              <a:spcBef>
                <a:spcPts val="0"/>
              </a:spcBef>
              <a:buClr>
                <a:srgbClr val="000000"/>
              </a:buClr>
              <a:buSzPct val="100000"/>
              <a:buNone/>
              <a:defRPr/>
            </a:pPr>
            <a:endParaRPr kumimoji="0" lang="en-US" altLang="en-US" sz="1600" b="0" i="0"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sym typeface="Arial"/>
            </a:endParaRPr>
          </a:p>
          <a:p>
            <a:pPr marL="0" lvl="0" indent="0" algn="ctr" eaLnBrk="0" hangingPunct="0">
              <a:lnSpc>
                <a:spcPct val="90000"/>
              </a:lnSpc>
              <a:spcBef>
                <a:spcPts val="0"/>
              </a:spcBef>
              <a:buClr>
                <a:srgbClr val="000000"/>
              </a:buClr>
              <a:buSzPct val="100000"/>
              <a:buNone/>
              <a:defRPr/>
            </a:pPr>
            <a:endParaRPr lang="en-US" altLang="en-US" sz="1600"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sym typeface="Arial"/>
            </a:endParaRPr>
          </a:p>
          <a:p>
            <a:pPr marL="0" lvl="0" indent="0" algn="ctr" eaLnBrk="0" hangingPunct="0">
              <a:lnSpc>
                <a:spcPct val="90000"/>
              </a:lnSpc>
              <a:spcBef>
                <a:spcPts val="0"/>
              </a:spcBef>
              <a:buClr>
                <a:srgbClr val="000000"/>
              </a:buClr>
              <a:buSzPct val="100000"/>
              <a:buNone/>
              <a:defRPr/>
            </a:pPr>
            <a:endParaRPr kumimoji="0" lang="en-US" altLang="en-US" sz="1600" b="0" i="0"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sym typeface="Arial"/>
            </a:endParaRPr>
          </a:p>
          <a:p>
            <a:pPr marL="0" lvl="0" indent="0" algn="ctr" eaLnBrk="0" hangingPunct="0">
              <a:lnSpc>
                <a:spcPct val="90000"/>
              </a:lnSpc>
              <a:spcBef>
                <a:spcPts val="0"/>
              </a:spcBef>
              <a:buClr>
                <a:srgbClr val="000000"/>
              </a:buClr>
              <a:buSzPct val="100000"/>
              <a:buNone/>
              <a:defRPr/>
            </a:pPr>
            <a:endParaRPr lang="en-US" altLang="en-US" sz="1600"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sym typeface="Arial"/>
            </a:endParaRPr>
          </a:p>
          <a:p>
            <a:pPr marL="0" lvl="0" indent="0" algn="ctr" eaLnBrk="0" hangingPunct="0">
              <a:lnSpc>
                <a:spcPct val="90000"/>
              </a:lnSpc>
              <a:spcBef>
                <a:spcPts val="0"/>
              </a:spcBef>
              <a:buClr>
                <a:srgbClr val="000000"/>
              </a:buClr>
              <a:buSzPct val="100000"/>
              <a:buNone/>
              <a:defRPr/>
            </a:pPr>
            <a:endParaRPr kumimoji="0" lang="en-US" altLang="en-US" sz="1600" b="0" i="0"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sym typeface="Arial"/>
            </a:endParaRPr>
          </a:p>
          <a:p>
            <a:pPr marL="0" lvl="0" indent="0" algn="ctr" eaLnBrk="0" hangingPunct="0">
              <a:lnSpc>
                <a:spcPct val="90000"/>
              </a:lnSpc>
              <a:spcBef>
                <a:spcPts val="0"/>
              </a:spcBef>
              <a:buClr>
                <a:srgbClr val="000000"/>
              </a:buClr>
              <a:buSzPct val="100000"/>
              <a:buNone/>
              <a:defRPr/>
            </a:pPr>
            <a:endParaRPr lang="en-US" altLang="en-US" sz="1600"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sym typeface="Arial"/>
            </a:endParaRPr>
          </a:p>
          <a:p>
            <a:pPr marL="0" lvl="0" indent="0" algn="ctr" eaLnBrk="0" hangingPunct="0">
              <a:lnSpc>
                <a:spcPct val="90000"/>
              </a:lnSpc>
              <a:spcBef>
                <a:spcPts val="0"/>
              </a:spcBef>
              <a:buClr>
                <a:srgbClr val="000000"/>
              </a:buClr>
              <a:buSzPct val="100000"/>
              <a:buNone/>
              <a:defRPr/>
            </a:pPr>
            <a:endParaRPr kumimoji="0" lang="en-US" altLang="en-US" sz="1600" b="0" i="0"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sym typeface="Arial"/>
            </a:endParaRPr>
          </a:p>
          <a:p>
            <a:pPr marL="0" lvl="0" indent="0" algn="ctr" eaLnBrk="0" hangingPunct="0">
              <a:lnSpc>
                <a:spcPct val="90000"/>
              </a:lnSpc>
              <a:spcBef>
                <a:spcPts val="0"/>
              </a:spcBef>
              <a:buClr>
                <a:srgbClr val="000000"/>
              </a:buClr>
              <a:buSzPct val="100000"/>
              <a:buNone/>
              <a:defRPr/>
            </a:pPr>
            <a:endParaRPr lang="en-US" altLang="en-US" sz="1600"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sym typeface="Arial"/>
            </a:endParaRPr>
          </a:p>
          <a:p>
            <a:pPr marL="0" lvl="0" indent="0" algn="ctr" eaLnBrk="0" hangingPunct="0">
              <a:lnSpc>
                <a:spcPct val="90000"/>
              </a:lnSpc>
              <a:spcBef>
                <a:spcPts val="0"/>
              </a:spcBef>
              <a:buClr>
                <a:srgbClr val="000000"/>
              </a:buClr>
              <a:buSzPct val="100000"/>
              <a:buNone/>
              <a:defRPr/>
            </a:pPr>
            <a:endParaRPr kumimoji="0" lang="en-US" altLang="en-US" sz="1600" b="0" i="0"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sym typeface="Arial"/>
            </a:endParaRPr>
          </a:p>
          <a:p>
            <a:pPr marL="432000" indent="-432000" eaLnBrk="0" hangingPunct="0">
              <a:lnSpc>
                <a:spcPct val="90000"/>
              </a:lnSpc>
              <a:spcBef>
                <a:spcPts val="0"/>
              </a:spcBef>
              <a:buClrTx/>
              <a:buSzPct val="100000"/>
              <a:buFont typeface="Wingdings" panose="05000000000000000000" pitchFamily="2" charset="2"/>
              <a:buChar char="Ø"/>
              <a:defRPr/>
            </a:pPr>
            <a:r>
              <a:rPr lang="en-US" altLang="en-US" sz="140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sym typeface="Arial"/>
              </a:rPr>
              <a:t>Same for all subsequent terms: 2020F, 2021W, 2021S, 2021F, 2022W: </a:t>
            </a:r>
            <a:r>
              <a:rPr lang="en-US" altLang="en-US" sz="1400" dirty="0">
                <a:solidFill>
                  <a:srgbClr val="000000"/>
                </a:solidFill>
                <a:latin typeface="Arial" panose="020B0604020202020204" pitchFamily="34" charset="0"/>
                <a:ea typeface="ＭＳ Ｐゴシック" panose="020B0600070205080204" pitchFamily="34" charset="-128"/>
                <a:cs typeface="Arial" panose="020B0604020202020204" pitchFamily="34" charset="0"/>
                <a:sym typeface="Arial"/>
              </a:rPr>
              <a:t>~</a:t>
            </a:r>
            <a:r>
              <a:rPr lang="en-US" altLang="en-US" sz="140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sym typeface="Arial"/>
              </a:rPr>
              <a:t>10%</a:t>
            </a:r>
            <a:endParaRPr lang="en-US" altLang="en-US" sz="1400" dirty="0">
              <a:solidFill>
                <a:srgbClr val="000000"/>
              </a:solidFill>
              <a:latin typeface="Arial" panose="020B0604020202020204" pitchFamily="34" charset="0"/>
              <a:ea typeface="ＭＳ Ｐゴシック" panose="020B0600070205080204" pitchFamily="34" charset="-128"/>
              <a:cs typeface="Arial" panose="020B0604020202020204" pitchFamily="34" charset="0"/>
              <a:sym typeface="Arial"/>
            </a:endParaRPr>
          </a:p>
        </p:txBody>
      </p:sp>
      <p:pic>
        <p:nvPicPr>
          <p:cNvPr id="2" name="Picture 1"/>
          <p:cNvPicPr preferRelativeResize="0">
            <a:picLocks noChangeAspect="1"/>
          </p:cNvPicPr>
          <p:nvPr/>
        </p:nvPicPr>
        <p:blipFill>
          <a:blip r:embed="rId3"/>
          <a:stretch>
            <a:fillRect/>
          </a:stretch>
        </p:blipFill>
        <p:spPr>
          <a:xfrm>
            <a:off x="4800600" y="3090672"/>
            <a:ext cx="3652940" cy="2700000"/>
          </a:xfrm>
          <a:prstGeom prst="rect">
            <a:avLst/>
          </a:prstGeom>
          <a:ln>
            <a:solidFill>
              <a:schemeClr val="tx1"/>
            </a:solidFill>
          </a:ln>
        </p:spPr>
      </p:pic>
      <p:sp>
        <p:nvSpPr>
          <p:cNvPr id="9" name="Rectangle 2"/>
          <p:cNvSpPr>
            <a:spLocks noChangeArrowheads="1"/>
          </p:cNvSpPr>
          <p:nvPr/>
        </p:nvSpPr>
        <p:spPr bwMode="auto">
          <a:xfrm>
            <a:off x="180000" y="216000"/>
            <a:ext cx="8640000" cy="504000"/>
          </a:xfrm>
          <a:prstGeom prst="rect">
            <a:avLst/>
          </a:prstGeom>
          <a:noFill/>
          <a:ln>
            <a:noFill/>
          </a:ln>
          <a:extLst/>
        </p:spPr>
        <p:txBody>
          <a:bodyPr anchor="ctr"/>
          <a:lstStyle>
            <a:lvl1pPr>
              <a:lnSpc>
                <a:spcPct val="120000"/>
              </a:lnSpc>
              <a:spcBef>
                <a:spcPts val="1000"/>
              </a:spcBef>
              <a:buClr>
                <a:schemeClr val="tx1"/>
              </a:buClr>
              <a:buFont typeface="Arial" panose="020B0604020202020204" pitchFamily="34" charset="0"/>
              <a:buChar char="•"/>
              <a:defRPr sz="2000">
                <a:solidFill>
                  <a:schemeClr val="tx1"/>
                </a:solidFill>
                <a:latin typeface="Tw Cen MT" panose="020B0602020104020603" pitchFamily="34" charset="0"/>
              </a:defRPr>
            </a:lvl1pPr>
            <a:lvl2pPr marL="742950" indent="-285750">
              <a:lnSpc>
                <a:spcPct val="120000"/>
              </a:lnSpc>
              <a:spcBef>
                <a:spcPts val="500"/>
              </a:spcBef>
              <a:buClr>
                <a:schemeClr val="tx1"/>
              </a:buClr>
              <a:buFont typeface="Arial" panose="020B0604020202020204" pitchFamily="34" charset="0"/>
              <a:buChar char="•"/>
              <a:defRPr>
                <a:solidFill>
                  <a:schemeClr val="tx1"/>
                </a:solidFill>
                <a:latin typeface="Tw Cen MT" panose="020B0602020104020603" pitchFamily="34" charset="0"/>
              </a:defRPr>
            </a:lvl2pPr>
            <a:lvl3pPr marL="1143000" indent="-228600">
              <a:lnSpc>
                <a:spcPct val="120000"/>
              </a:lnSpc>
              <a:spcBef>
                <a:spcPts val="500"/>
              </a:spcBef>
              <a:buClr>
                <a:schemeClr val="tx1"/>
              </a:buClr>
              <a:buFont typeface="Arial" panose="020B0604020202020204" pitchFamily="34" charset="0"/>
              <a:buChar char="•"/>
              <a:defRPr sz="1600">
                <a:solidFill>
                  <a:schemeClr val="tx1"/>
                </a:solidFill>
                <a:latin typeface="Tw Cen MT" panose="020B0602020104020603" pitchFamily="34" charset="0"/>
              </a:defRPr>
            </a:lvl3pPr>
            <a:lvl4pPr marL="16002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4pPr>
            <a:lvl5pPr marL="20574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5pPr>
            <a:lvl6pPr marL="25146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6pPr>
            <a:lvl7pPr marL="29718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7pPr>
            <a:lvl8pPr marL="34290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8pPr>
            <a:lvl9pPr marL="38862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9pPr>
          </a:lstStyle>
          <a:p>
            <a:pPr marL="0" marR="0" lvl="0" indent="0" algn="l" defTabSz="914400" rtl="0" eaLnBrk="1" fontAlgn="base" latinLnBrk="0" hangingPunct="1">
              <a:lnSpc>
                <a:spcPct val="100000"/>
              </a:lnSpc>
              <a:spcBef>
                <a:spcPct val="0"/>
              </a:spcBef>
              <a:spcAft>
                <a:spcPct val="0"/>
              </a:spcAft>
              <a:buClrTx/>
              <a:buSzTx/>
              <a:buFont typeface="Arial" panose="020B0604020202020204" pitchFamily="34" charset="0"/>
              <a:buNone/>
              <a:tabLst/>
              <a:defRPr/>
            </a:pPr>
            <a:r>
              <a:rPr kumimoji="0" lang="en-US" altLang="en-US" sz="2400" b="0" i="0" u="none" strike="noStrike" kern="1200" cap="none" spc="0" normalizeH="0" baseline="0" noProof="0" dirty="0" smtClean="0">
                <a:ln>
                  <a:noFill/>
                </a:ln>
                <a:solidFill>
                  <a:srgbClr val="333399"/>
                </a:solidFill>
                <a:effectLst/>
                <a:uLnTx/>
                <a:uFillTx/>
                <a:latin typeface="Arial" panose="020B0604020202020204" pitchFamily="34" charset="0"/>
                <a:ea typeface="+mn-ea"/>
                <a:cs typeface="Arial" panose="020B0604020202020204" pitchFamily="34" charset="0"/>
                <a:sym typeface="Arial"/>
              </a:rPr>
              <a:t>Final Exam – “All Available Material Resources”:</a:t>
            </a:r>
            <a:endParaRPr kumimoji="0" lang="en-US" altLang="en-US" sz="2400" b="0" i="0" u="none" strike="noStrike" kern="1200" cap="none" spc="0" normalizeH="0" baseline="0" noProof="0" dirty="0">
              <a:ln>
                <a:noFill/>
              </a:ln>
              <a:solidFill>
                <a:srgbClr val="333399"/>
              </a:solidFill>
              <a:effectLst/>
              <a:uLnTx/>
              <a:uFillTx/>
              <a:latin typeface="Arial" panose="020B0604020202020204" pitchFamily="34" charset="0"/>
              <a:ea typeface="+mn-ea"/>
              <a:cs typeface="Arial" panose="020B0604020202020204" pitchFamily="34" charset="0"/>
              <a:sym typeface="Arial"/>
            </a:endParaRPr>
          </a:p>
        </p:txBody>
      </p:sp>
      <p:sp>
        <p:nvSpPr>
          <p:cNvPr id="12" name="Slide Number Placeholder 1"/>
          <p:cNvSpPr txBox="1">
            <a:spLocks noGrp="1"/>
          </p:cNvSpPr>
          <p:nvPr/>
        </p:nvSpPr>
        <p:spPr bwMode="auto">
          <a:xfrm>
            <a:off x="8280000" y="6300000"/>
            <a:ext cx="533400" cy="28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tx2"/>
              </a:buClr>
              <a:buSzPct val="65000"/>
              <a:buFont typeface="Wingdings" panose="05000000000000000000" pitchFamily="2" charset="2"/>
              <a:buChar char="v"/>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SzPct val="65000"/>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B9AAC074-F6B9-4EA4-AE59-9F9DB0D8944F}" type="slidenum">
              <a:rPr kumimoji="0" lang="en-US" altLang="en-US" sz="1200" b="1" i="1" u="none" strike="noStrike" kern="120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sym typeface="Arial"/>
              </a:rPr>
              <a:pPr marL="0" marR="0" lvl="0" indent="0" algn="r" defTabSz="914400" rtl="0" eaLnBrk="1" fontAlgn="base" latinLnBrk="0" hangingPunct="1">
                <a:lnSpc>
                  <a:spcPct val="100000"/>
                </a:lnSpc>
                <a:spcBef>
                  <a:spcPct val="0"/>
                </a:spcBef>
                <a:spcAft>
                  <a:spcPct val="0"/>
                </a:spcAft>
                <a:buClrTx/>
                <a:buSzTx/>
                <a:buFontTx/>
                <a:buNone/>
                <a:tabLst/>
                <a:defRPr/>
              </a:pPr>
              <a:t>16</a:t>
            </a:fld>
            <a:endParaRPr kumimoji="0" lang="en-US" altLang="en-US" sz="1200" b="1" i="1" u="none" strike="noStrike" kern="120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sym typeface="Arial"/>
            </a:endParaRPr>
          </a:p>
        </p:txBody>
      </p:sp>
      <p:pic>
        <p:nvPicPr>
          <p:cNvPr id="6" name="Picture 5"/>
          <p:cNvPicPr preferRelativeResize="0">
            <a:picLocks noChangeAspect="1"/>
          </p:cNvPicPr>
          <p:nvPr/>
        </p:nvPicPr>
        <p:blipFill>
          <a:blip r:embed="rId4"/>
          <a:stretch>
            <a:fillRect/>
          </a:stretch>
        </p:blipFill>
        <p:spPr>
          <a:xfrm>
            <a:off x="873530" y="3090672"/>
            <a:ext cx="3652940" cy="2700000"/>
          </a:xfrm>
          <a:prstGeom prst="rect">
            <a:avLst/>
          </a:prstGeom>
          <a:ln>
            <a:solidFill>
              <a:schemeClr val="tx1"/>
            </a:solidFill>
          </a:ln>
        </p:spPr>
      </p:pic>
      <p:sp>
        <p:nvSpPr>
          <p:cNvPr id="10" name="Google Shape;125;p2"/>
          <p:cNvSpPr/>
          <p:nvPr/>
        </p:nvSpPr>
        <p:spPr>
          <a:xfrm>
            <a:off x="2700000" y="6300000"/>
            <a:ext cx="5400000" cy="288000"/>
          </a:xfrm>
          <a:prstGeom prst="rect">
            <a:avLst/>
          </a:prstGeom>
          <a:no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Pts val="1600"/>
              <a:buFontTx/>
              <a:buNone/>
              <a:tabLst/>
              <a:defRPr/>
            </a:pPr>
            <a:r>
              <a:rPr kumimoji="0" lang="en-US" sz="1200" b="1" i="1" u="none" strike="noStrike" kern="0" cap="none" spc="0" normalizeH="0" baseline="0" noProof="0" dirty="0" smtClean="0">
                <a:ln>
                  <a:noFill/>
                </a:ln>
                <a:solidFill>
                  <a:srgbClr val="000000"/>
                </a:solidFill>
                <a:effectLst/>
                <a:uLnTx/>
                <a:uFillTx/>
                <a:latin typeface="Arial" charset="0"/>
                <a:ea typeface="Times New Roman"/>
                <a:cs typeface="Arial" panose="020B0604020202020204" pitchFamily="34" charset="0"/>
                <a:sym typeface="Times New Roman"/>
              </a:rPr>
              <a:t>ENGG404 Expectations, Course Syllabus, Course Plan, and Exam</a:t>
            </a:r>
            <a:endParaRPr kumimoji="0" lang="en-US" sz="1200" b="1" i="1" u="none" strike="noStrike" kern="0" cap="none" spc="0" normalizeH="0" baseline="0" noProof="0" dirty="0">
              <a:ln>
                <a:noFill/>
              </a:ln>
              <a:solidFill>
                <a:srgbClr val="000000"/>
              </a:solidFill>
              <a:effectLst/>
              <a:uLnTx/>
              <a:uFillTx/>
              <a:latin typeface="Arial" charset="0"/>
              <a:ea typeface="Times New Roman"/>
              <a:cs typeface="Arial" panose="020B0604020202020204" pitchFamily="34" charset="0"/>
              <a:sym typeface="Times New Roman"/>
            </a:endParaRPr>
          </a:p>
        </p:txBody>
      </p:sp>
    </p:spTree>
    <p:extLst>
      <p:ext uri="{BB962C8B-B14F-4D97-AF65-F5344CB8AC3E}">
        <p14:creationId xmlns:p14="http://schemas.microsoft.com/office/powerpoint/2010/main" val="4246350685"/>
      </p:ext>
    </p:extLst>
  </p:cSld>
  <p:clrMapOvr>
    <a:masterClrMapping/>
  </p:clrMapOvr>
  <p:transition>
    <p:fade/>
  </p:transition>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3"/>
          <p:cNvSpPr>
            <a:spLocks noChangeArrowheads="1"/>
          </p:cNvSpPr>
          <p:nvPr/>
        </p:nvSpPr>
        <p:spPr bwMode="auto">
          <a:xfrm>
            <a:off x="180000" y="828000"/>
            <a:ext cx="8640000" cy="5328000"/>
          </a:xfrm>
          <a:prstGeom prst="rect">
            <a:avLst/>
          </a:prstGeom>
          <a:noFill/>
          <a:ln w="9525">
            <a:noFill/>
            <a:miter lim="800000"/>
            <a:headEnd/>
            <a:tailEnd/>
          </a:ln>
        </p:spPr>
        <p:txBody>
          <a:bodyPr/>
          <a:lstStyle>
            <a:lvl1pPr marL="609600" indent="-609600">
              <a:lnSpc>
                <a:spcPct val="120000"/>
              </a:lnSpc>
              <a:spcBef>
                <a:spcPts val="1000"/>
              </a:spcBef>
              <a:buClr>
                <a:schemeClr val="tx1"/>
              </a:buClr>
              <a:buFont typeface="Arial" panose="020B0604020202020204" pitchFamily="34" charset="0"/>
              <a:buChar char="•"/>
              <a:defRPr sz="2000">
                <a:solidFill>
                  <a:schemeClr val="tx1"/>
                </a:solidFill>
                <a:latin typeface="Tw Cen MT" panose="020B0602020104020603" pitchFamily="34" charset="0"/>
              </a:defRPr>
            </a:lvl1pPr>
            <a:lvl2pPr marL="742950" indent="-285750">
              <a:lnSpc>
                <a:spcPct val="120000"/>
              </a:lnSpc>
              <a:spcBef>
                <a:spcPts val="500"/>
              </a:spcBef>
              <a:buClr>
                <a:schemeClr val="tx1"/>
              </a:buClr>
              <a:buFont typeface="Arial" panose="020B0604020202020204" pitchFamily="34" charset="0"/>
              <a:buChar char="•"/>
              <a:defRPr>
                <a:solidFill>
                  <a:schemeClr val="tx1"/>
                </a:solidFill>
                <a:latin typeface="Tw Cen MT" panose="020B0602020104020603" pitchFamily="34" charset="0"/>
              </a:defRPr>
            </a:lvl2pPr>
            <a:lvl3pPr marL="1143000" indent="-228600">
              <a:lnSpc>
                <a:spcPct val="120000"/>
              </a:lnSpc>
              <a:spcBef>
                <a:spcPts val="500"/>
              </a:spcBef>
              <a:buClr>
                <a:schemeClr val="tx1"/>
              </a:buClr>
              <a:buFont typeface="Arial" panose="020B0604020202020204" pitchFamily="34" charset="0"/>
              <a:buChar char="•"/>
              <a:defRPr sz="1600">
                <a:solidFill>
                  <a:schemeClr val="tx1"/>
                </a:solidFill>
                <a:latin typeface="Tw Cen MT" panose="020B0602020104020603" pitchFamily="34" charset="0"/>
              </a:defRPr>
            </a:lvl3pPr>
            <a:lvl4pPr marL="16002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4pPr>
            <a:lvl5pPr marL="20574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5pPr>
            <a:lvl6pPr marL="25146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6pPr>
            <a:lvl7pPr marL="29718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7pPr>
            <a:lvl8pPr marL="34290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8pPr>
            <a:lvl9pPr marL="38862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9pPr>
          </a:lstStyle>
          <a:p>
            <a:pPr marL="0" marR="0" lvl="0" indent="0" algn="l" defTabSz="914400" rtl="0" eaLnBrk="0" fontAlgn="base" latinLnBrk="0" hangingPunct="0">
              <a:lnSpc>
                <a:spcPct val="100000"/>
              </a:lnSpc>
              <a:spcBef>
                <a:spcPts val="0"/>
              </a:spcBef>
              <a:spcAft>
                <a:spcPct val="0"/>
              </a:spcAft>
              <a:buClr>
                <a:srgbClr val="000000"/>
              </a:buClr>
              <a:buSzPct val="100000"/>
              <a:buFont typeface="Arial" panose="020B0604020202020204" pitchFamily="34" charset="0"/>
              <a:buNone/>
              <a:tabLst/>
              <a:defRPr/>
            </a:pPr>
            <a:endParaRPr kumimoji="0" lang="en-US" altLang="en-US" sz="2000" b="0" i="0" u="none" strike="noStrike" kern="1200" cap="none" spc="0" normalizeH="0" baseline="0" noProof="0" dirty="0" smtClean="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sp>
        <p:nvSpPr>
          <p:cNvPr id="9" name="Rectangle 2"/>
          <p:cNvSpPr>
            <a:spLocks noChangeArrowheads="1"/>
          </p:cNvSpPr>
          <p:nvPr/>
        </p:nvSpPr>
        <p:spPr bwMode="auto">
          <a:xfrm>
            <a:off x="180000" y="216000"/>
            <a:ext cx="8640000" cy="504000"/>
          </a:xfrm>
          <a:prstGeom prst="rect">
            <a:avLst/>
          </a:prstGeom>
          <a:noFill/>
          <a:ln>
            <a:noFill/>
          </a:ln>
          <a:extLst/>
        </p:spPr>
        <p:txBody>
          <a:bodyPr anchor="ctr"/>
          <a:lstStyle>
            <a:lvl1pPr>
              <a:lnSpc>
                <a:spcPct val="120000"/>
              </a:lnSpc>
              <a:spcBef>
                <a:spcPts val="1000"/>
              </a:spcBef>
              <a:buClr>
                <a:schemeClr val="tx1"/>
              </a:buClr>
              <a:buFont typeface="Arial" panose="020B0604020202020204" pitchFamily="34" charset="0"/>
              <a:buChar char="•"/>
              <a:defRPr sz="2000">
                <a:solidFill>
                  <a:schemeClr val="tx1"/>
                </a:solidFill>
                <a:latin typeface="Tw Cen MT" panose="020B0602020104020603" pitchFamily="34" charset="0"/>
              </a:defRPr>
            </a:lvl1pPr>
            <a:lvl2pPr marL="742950" indent="-285750">
              <a:lnSpc>
                <a:spcPct val="120000"/>
              </a:lnSpc>
              <a:spcBef>
                <a:spcPts val="500"/>
              </a:spcBef>
              <a:buClr>
                <a:schemeClr val="tx1"/>
              </a:buClr>
              <a:buFont typeface="Arial" panose="020B0604020202020204" pitchFamily="34" charset="0"/>
              <a:buChar char="•"/>
              <a:defRPr>
                <a:solidFill>
                  <a:schemeClr val="tx1"/>
                </a:solidFill>
                <a:latin typeface="Tw Cen MT" panose="020B0602020104020603" pitchFamily="34" charset="0"/>
              </a:defRPr>
            </a:lvl2pPr>
            <a:lvl3pPr marL="1143000" indent="-228600">
              <a:lnSpc>
                <a:spcPct val="120000"/>
              </a:lnSpc>
              <a:spcBef>
                <a:spcPts val="500"/>
              </a:spcBef>
              <a:buClr>
                <a:schemeClr val="tx1"/>
              </a:buClr>
              <a:buFont typeface="Arial" panose="020B0604020202020204" pitchFamily="34" charset="0"/>
              <a:buChar char="•"/>
              <a:defRPr sz="1600">
                <a:solidFill>
                  <a:schemeClr val="tx1"/>
                </a:solidFill>
                <a:latin typeface="Tw Cen MT" panose="020B0602020104020603" pitchFamily="34" charset="0"/>
              </a:defRPr>
            </a:lvl3pPr>
            <a:lvl4pPr marL="16002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4pPr>
            <a:lvl5pPr marL="20574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5pPr>
            <a:lvl6pPr marL="25146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6pPr>
            <a:lvl7pPr marL="29718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7pPr>
            <a:lvl8pPr marL="34290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8pPr>
            <a:lvl9pPr marL="38862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9pPr>
          </a:lstStyle>
          <a:p>
            <a:pPr lvl="0">
              <a:lnSpc>
                <a:spcPct val="100000"/>
              </a:lnSpc>
              <a:spcBef>
                <a:spcPct val="0"/>
              </a:spcBef>
              <a:buClrTx/>
              <a:buNone/>
            </a:pPr>
            <a:r>
              <a:rPr lang="en-US" altLang="en-US" sz="2400" b="0" dirty="0" smtClean="0">
                <a:solidFill>
                  <a:srgbClr val="333399"/>
                </a:solidFill>
                <a:latin typeface="Arial" panose="020B0604020202020204" pitchFamily="34" charset="0"/>
                <a:cs typeface="Arial" panose="020B0604020202020204" pitchFamily="34" charset="0"/>
              </a:rPr>
              <a:t>ENGG404 </a:t>
            </a:r>
            <a:r>
              <a:rPr lang="en-US" altLang="en-US" sz="2400" b="0" dirty="0">
                <a:solidFill>
                  <a:srgbClr val="333399"/>
                </a:solidFill>
                <a:latin typeface="Arial" panose="020B0604020202020204" pitchFamily="34" charset="0"/>
                <a:cs typeface="Arial" panose="020B0604020202020204" pitchFamily="34" charset="0"/>
              </a:rPr>
              <a:t>Course Plan – posted on </a:t>
            </a:r>
            <a:r>
              <a:rPr lang="en-US" altLang="en-US" sz="2400" b="0" dirty="0" err="1">
                <a:solidFill>
                  <a:srgbClr val="333399"/>
                </a:solidFill>
                <a:latin typeface="Arial" panose="020B0604020202020204" pitchFamily="34" charset="0"/>
                <a:cs typeface="Arial" panose="020B0604020202020204" pitchFamily="34" charset="0"/>
              </a:rPr>
              <a:t>eClass</a:t>
            </a:r>
            <a:r>
              <a:rPr lang="en-US" altLang="en-US" sz="2400" b="0" dirty="0">
                <a:solidFill>
                  <a:srgbClr val="333399"/>
                </a:solidFill>
                <a:latin typeface="Arial" panose="020B0604020202020204" pitchFamily="34" charset="0"/>
                <a:cs typeface="Arial" panose="020B0604020202020204" pitchFamily="34" charset="0"/>
              </a:rPr>
              <a:t>:</a:t>
            </a:r>
          </a:p>
        </p:txBody>
      </p:sp>
      <p:sp>
        <p:nvSpPr>
          <p:cNvPr id="12" name="Slide Number Placeholder 1"/>
          <p:cNvSpPr txBox="1">
            <a:spLocks noGrp="1"/>
          </p:cNvSpPr>
          <p:nvPr/>
        </p:nvSpPr>
        <p:spPr bwMode="auto">
          <a:xfrm>
            <a:off x="8280000" y="6300000"/>
            <a:ext cx="533400" cy="28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tx2"/>
              </a:buClr>
              <a:buSzPct val="65000"/>
              <a:buFont typeface="Wingdings" panose="05000000000000000000" pitchFamily="2" charset="2"/>
              <a:buChar char="v"/>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SzPct val="65000"/>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B9AAC074-F6B9-4EA4-AE59-9F9DB0D8944F}" type="slidenum">
              <a:rPr kumimoji="0" lang="en-US" altLang="en-US" sz="1200" b="1" i="1" u="none" strike="noStrike" kern="120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17</a:t>
            </a:fld>
            <a:endParaRPr kumimoji="0" lang="en-US" altLang="en-US" sz="1200" b="1" i="1" u="none" strike="noStrike" kern="120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sp>
        <p:nvSpPr>
          <p:cNvPr id="13" name="Google Shape;125;p2"/>
          <p:cNvSpPr/>
          <p:nvPr/>
        </p:nvSpPr>
        <p:spPr>
          <a:xfrm>
            <a:off x="2700000" y="6300000"/>
            <a:ext cx="5400000" cy="288000"/>
          </a:xfrm>
          <a:prstGeom prst="rect">
            <a:avLst/>
          </a:prstGeom>
          <a:no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Pts val="1600"/>
              <a:buFontTx/>
              <a:buNone/>
              <a:tabLst/>
              <a:defRPr/>
            </a:pPr>
            <a:r>
              <a:rPr kumimoji="0" lang="en-US" sz="1200" b="1" i="1" u="none" strike="noStrike" kern="0" cap="none" spc="0" normalizeH="0" baseline="0" noProof="0" dirty="0" smtClean="0">
                <a:ln>
                  <a:noFill/>
                </a:ln>
                <a:solidFill>
                  <a:srgbClr val="000000"/>
                </a:solidFill>
                <a:effectLst/>
                <a:uLnTx/>
                <a:uFillTx/>
                <a:latin typeface="Arial" charset="0"/>
                <a:ea typeface="Times New Roman"/>
                <a:cs typeface="Arial" panose="020B0604020202020204" pitchFamily="34" charset="0"/>
                <a:sym typeface="Times New Roman"/>
              </a:rPr>
              <a:t>ENGG404 Expectations, Course Syllabus, Course Plan, and Exam</a:t>
            </a:r>
            <a:endParaRPr kumimoji="0" lang="en-US" sz="1200" b="1" i="1" u="none" strike="noStrike" kern="0" cap="none" spc="0" normalizeH="0" baseline="0" noProof="0" dirty="0">
              <a:ln>
                <a:noFill/>
              </a:ln>
              <a:solidFill>
                <a:srgbClr val="000000"/>
              </a:solidFill>
              <a:effectLst/>
              <a:uLnTx/>
              <a:uFillTx/>
              <a:latin typeface="Arial" charset="0"/>
              <a:ea typeface="Times New Roman"/>
              <a:cs typeface="Arial" panose="020B0604020202020204" pitchFamily="34" charset="0"/>
              <a:sym typeface="Times New Roman"/>
            </a:endParaRPr>
          </a:p>
        </p:txBody>
      </p:sp>
      <p:pic>
        <p:nvPicPr>
          <p:cNvPr id="2" name="Picture 1"/>
          <p:cNvPicPr>
            <a:picLocks noChangeAspect="1"/>
          </p:cNvPicPr>
          <p:nvPr/>
        </p:nvPicPr>
        <p:blipFill>
          <a:blip r:embed="rId3"/>
          <a:stretch>
            <a:fillRect/>
          </a:stretch>
        </p:blipFill>
        <p:spPr>
          <a:xfrm>
            <a:off x="558089" y="990600"/>
            <a:ext cx="6045511" cy="4775445"/>
          </a:xfrm>
          <a:prstGeom prst="rect">
            <a:avLst/>
          </a:prstGeom>
          <a:ln>
            <a:solidFill>
              <a:schemeClr val="tx1"/>
            </a:solidFill>
          </a:ln>
        </p:spPr>
      </p:pic>
      <p:sp>
        <p:nvSpPr>
          <p:cNvPr id="7" name="Left Arrow 6"/>
          <p:cNvSpPr/>
          <p:nvPr/>
        </p:nvSpPr>
        <p:spPr>
          <a:xfrm>
            <a:off x="4393800" y="1752600"/>
            <a:ext cx="4419600" cy="2790912"/>
          </a:xfrm>
          <a:prstGeom prst="leftArrow">
            <a:avLst>
              <a:gd name="adj1" fmla="val 47343"/>
              <a:gd name="adj2" fmla="val 56353"/>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marL="342900" indent="-342900">
              <a:buFont typeface="Wingdings" panose="05000000000000000000" pitchFamily="2" charset="2"/>
              <a:buChar char="Ø"/>
            </a:pPr>
            <a:r>
              <a:rPr lang="en-US" sz="1600" dirty="0" smtClean="0"/>
              <a:t>The Course Plan lists the order of topics, and ALL DUE DATES!</a:t>
            </a:r>
          </a:p>
          <a:p>
            <a:pPr marL="342900" indent="-342900">
              <a:buFont typeface="Wingdings" panose="05000000000000000000" pitchFamily="2" charset="2"/>
              <a:buChar char="Ø"/>
            </a:pPr>
            <a:endParaRPr lang="en-US" sz="1600" dirty="0"/>
          </a:p>
          <a:p>
            <a:pPr marL="342900" indent="-342900">
              <a:buFont typeface="Wingdings" panose="05000000000000000000" pitchFamily="2" charset="2"/>
              <a:buChar char="Ø"/>
            </a:pPr>
            <a:r>
              <a:rPr lang="en-US" sz="1600" dirty="0" smtClean="0"/>
              <a:t>Use it to plan your studies in order to prepare for the lectures!</a:t>
            </a:r>
            <a:endParaRPr lang="en-US" sz="1600" dirty="0"/>
          </a:p>
        </p:txBody>
      </p:sp>
    </p:spTree>
    <p:extLst>
      <p:ext uri="{BB962C8B-B14F-4D97-AF65-F5344CB8AC3E}">
        <p14:creationId xmlns:p14="http://schemas.microsoft.com/office/powerpoint/2010/main" val="3215373603"/>
      </p:ext>
    </p:extLst>
  </p:cSld>
  <p:clrMapOvr>
    <a:masterClrMapping/>
  </p:clrMapOvr>
  <p:transition>
    <p:fade/>
  </p:transition>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3"/>
          <p:cNvSpPr>
            <a:spLocks noChangeArrowheads="1"/>
          </p:cNvSpPr>
          <p:nvPr/>
        </p:nvSpPr>
        <p:spPr bwMode="auto">
          <a:xfrm>
            <a:off x="180000" y="828000"/>
            <a:ext cx="8640000" cy="5328000"/>
          </a:xfrm>
          <a:prstGeom prst="rect">
            <a:avLst/>
          </a:prstGeom>
          <a:noFill/>
          <a:ln w="9525">
            <a:noFill/>
            <a:miter lim="800000"/>
            <a:headEnd/>
            <a:tailEnd/>
          </a:ln>
        </p:spPr>
        <p:txBody>
          <a:bodyPr/>
          <a:lstStyle>
            <a:lvl1pPr marL="609600" indent="-609600">
              <a:lnSpc>
                <a:spcPct val="120000"/>
              </a:lnSpc>
              <a:spcBef>
                <a:spcPts val="1000"/>
              </a:spcBef>
              <a:buClr>
                <a:schemeClr val="tx1"/>
              </a:buClr>
              <a:buFont typeface="Arial" panose="020B0604020202020204" pitchFamily="34" charset="0"/>
              <a:buChar char="•"/>
              <a:defRPr sz="2000">
                <a:solidFill>
                  <a:schemeClr val="tx1"/>
                </a:solidFill>
                <a:latin typeface="Tw Cen MT" panose="020B0602020104020603" pitchFamily="34" charset="0"/>
              </a:defRPr>
            </a:lvl1pPr>
            <a:lvl2pPr marL="742950" indent="-285750">
              <a:lnSpc>
                <a:spcPct val="120000"/>
              </a:lnSpc>
              <a:spcBef>
                <a:spcPts val="500"/>
              </a:spcBef>
              <a:buClr>
                <a:schemeClr val="tx1"/>
              </a:buClr>
              <a:buFont typeface="Arial" panose="020B0604020202020204" pitchFamily="34" charset="0"/>
              <a:buChar char="•"/>
              <a:defRPr>
                <a:solidFill>
                  <a:schemeClr val="tx1"/>
                </a:solidFill>
                <a:latin typeface="Tw Cen MT" panose="020B0602020104020603" pitchFamily="34" charset="0"/>
              </a:defRPr>
            </a:lvl2pPr>
            <a:lvl3pPr marL="1143000" indent="-228600">
              <a:lnSpc>
                <a:spcPct val="120000"/>
              </a:lnSpc>
              <a:spcBef>
                <a:spcPts val="500"/>
              </a:spcBef>
              <a:buClr>
                <a:schemeClr val="tx1"/>
              </a:buClr>
              <a:buFont typeface="Arial" panose="020B0604020202020204" pitchFamily="34" charset="0"/>
              <a:buChar char="•"/>
              <a:defRPr sz="1600">
                <a:solidFill>
                  <a:schemeClr val="tx1"/>
                </a:solidFill>
                <a:latin typeface="Tw Cen MT" panose="020B0602020104020603" pitchFamily="34" charset="0"/>
              </a:defRPr>
            </a:lvl3pPr>
            <a:lvl4pPr marL="16002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4pPr>
            <a:lvl5pPr marL="20574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5pPr>
            <a:lvl6pPr marL="25146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6pPr>
            <a:lvl7pPr marL="29718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7pPr>
            <a:lvl8pPr marL="34290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8pPr>
            <a:lvl9pPr marL="38862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9pPr>
          </a:lstStyle>
          <a:p>
            <a:pPr marL="0" lvl="0" indent="0" fontAlgn="auto">
              <a:lnSpc>
                <a:spcPct val="110000"/>
              </a:lnSpc>
              <a:spcBef>
                <a:spcPts val="0"/>
              </a:spcBef>
              <a:spcAft>
                <a:spcPts val="0"/>
              </a:spcAft>
              <a:buClr>
                <a:srgbClr val="000000"/>
              </a:buClr>
              <a:buSzPts val="2000"/>
              <a:buNone/>
              <a:defRPr/>
            </a:pPr>
            <a:r>
              <a:rPr lang="en-US" kern="0" dirty="0">
                <a:solidFill>
                  <a:srgbClr val="000000"/>
                </a:solidFill>
                <a:latin typeface="Arial"/>
                <a:cs typeface="Arial"/>
                <a:sym typeface="Arial"/>
              </a:rPr>
              <a:t>Overview of </a:t>
            </a:r>
            <a:r>
              <a:rPr lang="en-US" kern="0" dirty="0" err="1">
                <a:solidFill>
                  <a:srgbClr val="000000"/>
                </a:solidFill>
                <a:latin typeface="Arial"/>
                <a:cs typeface="Arial"/>
                <a:sym typeface="Arial"/>
              </a:rPr>
              <a:t>eClass</a:t>
            </a:r>
            <a:r>
              <a:rPr lang="en-US" kern="0" dirty="0">
                <a:solidFill>
                  <a:srgbClr val="000000"/>
                </a:solidFill>
                <a:latin typeface="Arial"/>
                <a:cs typeface="Arial"/>
                <a:sym typeface="Arial"/>
              </a:rPr>
              <a:t>, How Work is Submitted, Exams at LAC:</a:t>
            </a:r>
            <a:endParaRPr lang="en-US" b="0" kern="0" dirty="0">
              <a:solidFill>
                <a:srgbClr val="000000"/>
              </a:solidFill>
              <a:latin typeface="Arial"/>
              <a:cs typeface="Arial"/>
              <a:sym typeface="Arial"/>
            </a:endParaRPr>
          </a:p>
          <a:p>
            <a:pPr marL="457200" lvl="0" indent="-457200" fontAlgn="auto">
              <a:lnSpc>
                <a:spcPct val="110000"/>
              </a:lnSpc>
              <a:spcBef>
                <a:spcPts val="400"/>
              </a:spcBef>
              <a:spcAft>
                <a:spcPts val="0"/>
              </a:spcAft>
              <a:buClr>
                <a:srgbClr val="000000"/>
              </a:buClr>
              <a:buSzPts val="2000"/>
              <a:buFont typeface="Noto Sans Symbols"/>
              <a:buChar char="⮚"/>
              <a:defRPr/>
            </a:pPr>
            <a:r>
              <a:rPr lang="en-US" b="0" kern="0" dirty="0">
                <a:solidFill>
                  <a:srgbClr val="000000"/>
                </a:solidFill>
                <a:latin typeface="Arial"/>
                <a:cs typeface="Arial"/>
                <a:sym typeface="Arial"/>
              </a:rPr>
              <a:t>Overview of </a:t>
            </a:r>
            <a:r>
              <a:rPr lang="en-US" b="0" kern="0" dirty="0" err="1">
                <a:solidFill>
                  <a:srgbClr val="000000"/>
                </a:solidFill>
                <a:latin typeface="Arial"/>
                <a:cs typeface="Arial"/>
                <a:sym typeface="Arial"/>
              </a:rPr>
              <a:t>eClass</a:t>
            </a:r>
            <a:endParaRPr lang="en-US" b="0" kern="0" dirty="0">
              <a:solidFill>
                <a:srgbClr val="000000"/>
              </a:solidFill>
              <a:latin typeface="Arial"/>
              <a:cs typeface="Arial"/>
              <a:sym typeface="Arial"/>
            </a:endParaRPr>
          </a:p>
          <a:p>
            <a:pPr marL="457200" lvl="1" indent="-457200" fontAlgn="auto">
              <a:lnSpc>
                <a:spcPct val="110000"/>
              </a:lnSpc>
              <a:spcBef>
                <a:spcPts val="400"/>
              </a:spcBef>
              <a:spcAft>
                <a:spcPts val="0"/>
              </a:spcAft>
              <a:buClr>
                <a:srgbClr val="000000"/>
              </a:buClr>
              <a:buSzPts val="2000"/>
              <a:buFont typeface="Noto Sans Symbols"/>
              <a:buChar char="⮚"/>
              <a:defRPr/>
            </a:pPr>
            <a:r>
              <a:rPr lang="en-US" sz="2000" b="0" kern="0" dirty="0">
                <a:solidFill>
                  <a:srgbClr val="000000"/>
                </a:solidFill>
                <a:latin typeface="Arial"/>
                <a:cs typeface="Arial"/>
                <a:sym typeface="Arial"/>
              </a:rPr>
              <a:t>Syllabus, Course Plan, Textbook, etc. are posted on </a:t>
            </a:r>
            <a:r>
              <a:rPr lang="en-US" sz="2000" b="0" kern="0" dirty="0" err="1">
                <a:solidFill>
                  <a:srgbClr val="000000"/>
                </a:solidFill>
                <a:latin typeface="Arial"/>
                <a:cs typeface="Arial"/>
                <a:sym typeface="Arial"/>
              </a:rPr>
              <a:t>eClass</a:t>
            </a:r>
            <a:endParaRPr lang="en-US" sz="2000" b="0" kern="0" dirty="0">
              <a:solidFill>
                <a:srgbClr val="000000"/>
              </a:solidFill>
              <a:latin typeface="Arial"/>
              <a:cs typeface="Arial"/>
              <a:sym typeface="Arial"/>
            </a:endParaRPr>
          </a:p>
          <a:p>
            <a:pPr marL="457200" lvl="1" indent="-457200" fontAlgn="auto">
              <a:lnSpc>
                <a:spcPct val="110000"/>
              </a:lnSpc>
              <a:spcBef>
                <a:spcPts val="400"/>
              </a:spcBef>
              <a:spcAft>
                <a:spcPts val="0"/>
              </a:spcAft>
              <a:buClr>
                <a:srgbClr val="000000"/>
              </a:buClr>
              <a:buSzPts val="2000"/>
              <a:buFont typeface="Noto Sans Symbols"/>
              <a:buChar char="⮚"/>
              <a:defRPr/>
            </a:pPr>
            <a:r>
              <a:rPr lang="en-US" sz="2000" b="0" kern="0" dirty="0">
                <a:solidFill>
                  <a:srgbClr val="000000"/>
                </a:solidFill>
                <a:latin typeface="Arial"/>
                <a:cs typeface="Arial"/>
                <a:sym typeface="Arial"/>
              </a:rPr>
              <a:t>All assignments are posted on </a:t>
            </a:r>
            <a:r>
              <a:rPr lang="en-US" sz="2000" b="0" kern="0" dirty="0" err="1">
                <a:solidFill>
                  <a:srgbClr val="000000"/>
                </a:solidFill>
                <a:latin typeface="Arial"/>
                <a:cs typeface="Arial"/>
                <a:sym typeface="Arial"/>
              </a:rPr>
              <a:t>eClass</a:t>
            </a:r>
            <a:endParaRPr lang="en-US" sz="2000" b="0" kern="0" dirty="0">
              <a:solidFill>
                <a:srgbClr val="000000"/>
              </a:solidFill>
              <a:latin typeface="Arial"/>
              <a:cs typeface="Arial"/>
              <a:sym typeface="Arial"/>
            </a:endParaRPr>
          </a:p>
          <a:p>
            <a:pPr marL="457200" lvl="1" indent="-457200" fontAlgn="auto">
              <a:lnSpc>
                <a:spcPct val="110000"/>
              </a:lnSpc>
              <a:spcBef>
                <a:spcPts val="400"/>
              </a:spcBef>
              <a:spcAft>
                <a:spcPts val="0"/>
              </a:spcAft>
              <a:buClr>
                <a:srgbClr val="000000"/>
              </a:buClr>
              <a:buSzPts val="2000"/>
              <a:buFont typeface="Noto Sans Symbols"/>
              <a:buChar char="⮚"/>
              <a:defRPr/>
            </a:pPr>
            <a:r>
              <a:rPr lang="en-US" sz="2000" b="0" kern="0" dirty="0">
                <a:solidFill>
                  <a:srgbClr val="000000"/>
                </a:solidFill>
                <a:latin typeface="Arial"/>
                <a:cs typeface="Arial"/>
                <a:sym typeface="Arial"/>
              </a:rPr>
              <a:t>All work is submitted on </a:t>
            </a:r>
            <a:r>
              <a:rPr lang="en-US" sz="2000" b="0" kern="0" dirty="0" err="1">
                <a:solidFill>
                  <a:srgbClr val="000000"/>
                </a:solidFill>
                <a:latin typeface="Arial"/>
                <a:cs typeface="Arial"/>
                <a:sym typeface="Arial"/>
              </a:rPr>
              <a:t>eClass</a:t>
            </a:r>
            <a:endParaRPr lang="en-US" sz="2000" b="0" kern="0" dirty="0">
              <a:solidFill>
                <a:srgbClr val="000000"/>
              </a:solidFill>
              <a:latin typeface="Arial"/>
              <a:cs typeface="Arial"/>
              <a:sym typeface="Arial"/>
            </a:endParaRPr>
          </a:p>
          <a:p>
            <a:pPr marL="457200" lvl="1" indent="-457200" fontAlgn="auto">
              <a:lnSpc>
                <a:spcPct val="110000"/>
              </a:lnSpc>
              <a:spcBef>
                <a:spcPts val="400"/>
              </a:spcBef>
              <a:spcAft>
                <a:spcPts val="0"/>
              </a:spcAft>
              <a:buClr>
                <a:srgbClr val="000000"/>
              </a:buClr>
              <a:buSzPts val="2000"/>
              <a:buFont typeface="Noto Sans Symbols"/>
              <a:buChar char="⮚"/>
              <a:defRPr/>
            </a:pPr>
            <a:r>
              <a:rPr lang="en-US" sz="2000" b="0" kern="0" dirty="0">
                <a:solidFill>
                  <a:srgbClr val="000000"/>
                </a:solidFill>
                <a:latin typeface="Arial"/>
                <a:cs typeface="Arial"/>
                <a:sym typeface="Arial"/>
              </a:rPr>
              <a:t>Open </a:t>
            </a:r>
            <a:r>
              <a:rPr lang="en-US" sz="2000" b="0" kern="0" dirty="0" err="1">
                <a:solidFill>
                  <a:srgbClr val="000000"/>
                </a:solidFill>
                <a:latin typeface="Arial"/>
                <a:cs typeface="Arial"/>
                <a:sym typeface="Arial"/>
              </a:rPr>
              <a:t>eClass</a:t>
            </a:r>
            <a:r>
              <a:rPr lang="en-US" sz="2000" b="0" kern="0" dirty="0">
                <a:solidFill>
                  <a:srgbClr val="000000"/>
                </a:solidFill>
                <a:latin typeface="Arial"/>
                <a:cs typeface="Arial"/>
                <a:sym typeface="Arial"/>
              </a:rPr>
              <a:t>:</a:t>
            </a:r>
          </a:p>
        </p:txBody>
      </p:sp>
      <p:sp>
        <p:nvSpPr>
          <p:cNvPr id="9" name="Rectangle 2"/>
          <p:cNvSpPr>
            <a:spLocks noChangeArrowheads="1"/>
          </p:cNvSpPr>
          <p:nvPr/>
        </p:nvSpPr>
        <p:spPr bwMode="auto">
          <a:xfrm>
            <a:off x="180000" y="216000"/>
            <a:ext cx="8640000" cy="504000"/>
          </a:xfrm>
          <a:prstGeom prst="rect">
            <a:avLst/>
          </a:prstGeom>
          <a:noFill/>
          <a:ln>
            <a:noFill/>
          </a:ln>
          <a:extLst/>
        </p:spPr>
        <p:txBody>
          <a:bodyPr anchor="ctr"/>
          <a:lstStyle>
            <a:lvl1pPr>
              <a:lnSpc>
                <a:spcPct val="120000"/>
              </a:lnSpc>
              <a:spcBef>
                <a:spcPts val="1000"/>
              </a:spcBef>
              <a:buClr>
                <a:schemeClr val="tx1"/>
              </a:buClr>
              <a:buFont typeface="Arial" panose="020B0604020202020204" pitchFamily="34" charset="0"/>
              <a:buChar char="•"/>
              <a:defRPr sz="2000">
                <a:solidFill>
                  <a:schemeClr val="tx1"/>
                </a:solidFill>
                <a:latin typeface="Tw Cen MT" panose="020B0602020104020603" pitchFamily="34" charset="0"/>
              </a:defRPr>
            </a:lvl1pPr>
            <a:lvl2pPr marL="742950" indent="-285750">
              <a:lnSpc>
                <a:spcPct val="120000"/>
              </a:lnSpc>
              <a:spcBef>
                <a:spcPts val="500"/>
              </a:spcBef>
              <a:buClr>
                <a:schemeClr val="tx1"/>
              </a:buClr>
              <a:buFont typeface="Arial" panose="020B0604020202020204" pitchFamily="34" charset="0"/>
              <a:buChar char="•"/>
              <a:defRPr>
                <a:solidFill>
                  <a:schemeClr val="tx1"/>
                </a:solidFill>
                <a:latin typeface="Tw Cen MT" panose="020B0602020104020603" pitchFamily="34" charset="0"/>
              </a:defRPr>
            </a:lvl2pPr>
            <a:lvl3pPr marL="1143000" indent="-228600">
              <a:lnSpc>
                <a:spcPct val="120000"/>
              </a:lnSpc>
              <a:spcBef>
                <a:spcPts val="500"/>
              </a:spcBef>
              <a:buClr>
                <a:schemeClr val="tx1"/>
              </a:buClr>
              <a:buFont typeface="Arial" panose="020B0604020202020204" pitchFamily="34" charset="0"/>
              <a:buChar char="•"/>
              <a:defRPr sz="1600">
                <a:solidFill>
                  <a:schemeClr val="tx1"/>
                </a:solidFill>
                <a:latin typeface="Tw Cen MT" panose="020B0602020104020603" pitchFamily="34" charset="0"/>
              </a:defRPr>
            </a:lvl3pPr>
            <a:lvl4pPr marL="16002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4pPr>
            <a:lvl5pPr marL="20574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5pPr>
            <a:lvl6pPr marL="25146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6pPr>
            <a:lvl7pPr marL="29718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7pPr>
            <a:lvl8pPr marL="34290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8pPr>
            <a:lvl9pPr marL="38862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9pPr>
          </a:lstStyle>
          <a:p>
            <a:pPr lvl="0">
              <a:lnSpc>
                <a:spcPct val="100000"/>
              </a:lnSpc>
              <a:spcBef>
                <a:spcPct val="0"/>
              </a:spcBef>
              <a:buClrTx/>
              <a:buNone/>
            </a:pPr>
            <a:r>
              <a:rPr lang="en-US" altLang="en-US" sz="2400" b="0" dirty="0" err="1">
                <a:solidFill>
                  <a:srgbClr val="333399"/>
                </a:solidFill>
                <a:latin typeface="Arial" panose="020B0604020202020204" pitchFamily="34" charset="0"/>
                <a:cs typeface="Arial" panose="020B0604020202020204" pitchFamily="34" charset="0"/>
              </a:rPr>
              <a:t>eClass</a:t>
            </a:r>
            <a:r>
              <a:rPr lang="en-US" altLang="en-US" sz="2400" b="0" dirty="0">
                <a:solidFill>
                  <a:srgbClr val="333399"/>
                </a:solidFill>
                <a:latin typeface="Arial" panose="020B0604020202020204" pitchFamily="34" charset="0"/>
                <a:cs typeface="Arial" panose="020B0604020202020204" pitchFamily="34" charset="0"/>
              </a:rPr>
              <a:t> Overview:</a:t>
            </a:r>
          </a:p>
        </p:txBody>
      </p:sp>
      <p:sp>
        <p:nvSpPr>
          <p:cNvPr id="12" name="Slide Number Placeholder 1"/>
          <p:cNvSpPr txBox="1">
            <a:spLocks noGrp="1"/>
          </p:cNvSpPr>
          <p:nvPr/>
        </p:nvSpPr>
        <p:spPr bwMode="auto">
          <a:xfrm>
            <a:off x="8280000" y="6300000"/>
            <a:ext cx="533400" cy="28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tx2"/>
              </a:buClr>
              <a:buSzPct val="65000"/>
              <a:buFont typeface="Wingdings" panose="05000000000000000000" pitchFamily="2" charset="2"/>
              <a:buChar char="v"/>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SzPct val="65000"/>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B9AAC074-F6B9-4EA4-AE59-9F9DB0D8944F}" type="slidenum">
              <a:rPr kumimoji="0" lang="en-US" altLang="en-US" sz="1200" b="1" i="1" u="none" strike="noStrike" kern="120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18</a:t>
            </a:fld>
            <a:endParaRPr kumimoji="0" lang="en-US" altLang="en-US" sz="1200" b="1" i="1" u="none" strike="noStrike" kern="120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sp>
        <p:nvSpPr>
          <p:cNvPr id="13" name="Google Shape;125;p2"/>
          <p:cNvSpPr/>
          <p:nvPr/>
        </p:nvSpPr>
        <p:spPr>
          <a:xfrm>
            <a:off x="2700000" y="6300000"/>
            <a:ext cx="5400000" cy="288000"/>
          </a:xfrm>
          <a:prstGeom prst="rect">
            <a:avLst/>
          </a:prstGeom>
          <a:no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Pts val="1600"/>
              <a:buFontTx/>
              <a:buNone/>
              <a:tabLst/>
              <a:defRPr/>
            </a:pPr>
            <a:r>
              <a:rPr kumimoji="0" lang="en-US" sz="1200" b="1" i="1" u="none" strike="noStrike" kern="0" cap="none" spc="0" normalizeH="0" baseline="0" noProof="0" dirty="0" smtClean="0">
                <a:ln>
                  <a:noFill/>
                </a:ln>
                <a:solidFill>
                  <a:srgbClr val="000000"/>
                </a:solidFill>
                <a:effectLst/>
                <a:uLnTx/>
                <a:uFillTx/>
                <a:latin typeface="Arial" charset="0"/>
                <a:ea typeface="Times New Roman"/>
                <a:cs typeface="Arial" panose="020B0604020202020204" pitchFamily="34" charset="0"/>
                <a:sym typeface="Times New Roman"/>
              </a:rPr>
              <a:t>ENGG404 Expectations, Course Syllabus, Course Plan, and Exam</a:t>
            </a:r>
            <a:endParaRPr kumimoji="0" lang="en-US" sz="1200" b="1" i="1" u="none" strike="noStrike" kern="0" cap="none" spc="0" normalizeH="0" baseline="0" noProof="0" dirty="0">
              <a:ln>
                <a:noFill/>
              </a:ln>
              <a:solidFill>
                <a:srgbClr val="000000"/>
              </a:solidFill>
              <a:effectLst/>
              <a:uLnTx/>
              <a:uFillTx/>
              <a:latin typeface="Arial" charset="0"/>
              <a:ea typeface="Times New Roman"/>
              <a:cs typeface="Arial" panose="020B0604020202020204" pitchFamily="34" charset="0"/>
              <a:sym typeface="Times New Roman"/>
            </a:endParaRPr>
          </a:p>
        </p:txBody>
      </p:sp>
    </p:spTree>
    <p:extLst>
      <p:ext uri="{BB962C8B-B14F-4D97-AF65-F5344CB8AC3E}">
        <p14:creationId xmlns:p14="http://schemas.microsoft.com/office/powerpoint/2010/main" val="2095517541"/>
      </p:ext>
    </p:extLst>
  </p:cSld>
  <p:clrMapOvr>
    <a:masterClrMapping/>
  </p:clrMapOvr>
  <p:transition>
    <p:fade/>
  </p:transition>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3"/>
          <a:stretch>
            <a:fillRect/>
          </a:stretch>
        </p:blipFill>
        <p:spPr>
          <a:xfrm>
            <a:off x="381000" y="1454889"/>
            <a:ext cx="8506800" cy="4581266"/>
          </a:xfrm>
          <a:prstGeom prst="rect">
            <a:avLst/>
          </a:prstGeom>
          <a:ln>
            <a:solidFill>
              <a:schemeClr val="tx1"/>
            </a:solidFill>
          </a:ln>
        </p:spPr>
      </p:pic>
      <p:sp>
        <p:nvSpPr>
          <p:cNvPr id="8" name="Rectangle 3"/>
          <p:cNvSpPr>
            <a:spLocks noChangeArrowheads="1"/>
          </p:cNvSpPr>
          <p:nvPr/>
        </p:nvSpPr>
        <p:spPr bwMode="auto">
          <a:xfrm>
            <a:off x="180000" y="828000"/>
            <a:ext cx="8640000" cy="5328000"/>
          </a:xfrm>
          <a:prstGeom prst="rect">
            <a:avLst/>
          </a:prstGeom>
          <a:noFill/>
          <a:ln w="9525">
            <a:noFill/>
            <a:miter lim="800000"/>
            <a:headEnd/>
            <a:tailEnd/>
          </a:ln>
        </p:spPr>
        <p:txBody>
          <a:bodyPr/>
          <a:lstStyle>
            <a:lvl1pPr marL="609600" indent="-609600">
              <a:lnSpc>
                <a:spcPct val="120000"/>
              </a:lnSpc>
              <a:spcBef>
                <a:spcPts val="1000"/>
              </a:spcBef>
              <a:buClr>
                <a:schemeClr val="tx1"/>
              </a:buClr>
              <a:buFont typeface="Arial" panose="020B0604020202020204" pitchFamily="34" charset="0"/>
              <a:buChar char="•"/>
              <a:defRPr sz="2000">
                <a:solidFill>
                  <a:schemeClr val="tx1"/>
                </a:solidFill>
                <a:latin typeface="Tw Cen MT" panose="020B0602020104020603" pitchFamily="34" charset="0"/>
              </a:defRPr>
            </a:lvl1pPr>
            <a:lvl2pPr marL="742950" indent="-285750">
              <a:lnSpc>
                <a:spcPct val="120000"/>
              </a:lnSpc>
              <a:spcBef>
                <a:spcPts val="500"/>
              </a:spcBef>
              <a:buClr>
                <a:schemeClr val="tx1"/>
              </a:buClr>
              <a:buFont typeface="Arial" panose="020B0604020202020204" pitchFamily="34" charset="0"/>
              <a:buChar char="•"/>
              <a:defRPr>
                <a:solidFill>
                  <a:schemeClr val="tx1"/>
                </a:solidFill>
                <a:latin typeface="Tw Cen MT" panose="020B0602020104020603" pitchFamily="34" charset="0"/>
              </a:defRPr>
            </a:lvl2pPr>
            <a:lvl3pPr marL="1143000" indent="-228600">
              <a:lnSpc>
                <a:spcPct val="120000"/>
              </a:lnSpc>
              <a:spcBef>
                <a:spcPts val="500"/>
              </a:spcBef>
              <a:buClr>
                <a:schemeClr val="tx1"/>
              </a:buClr>
              <a:buFont typeface="Arial" panose="020B0604020202020204" pitchFamily="34" charset="0"/>
              <a:buChar char="•"/>
              <a:defRPr sz="1600">
                <a:solidFill>
                  <a:schemeClr val="tx1"/>
                </a:solidFill>
                <a:latin typeface="Tw Cen MT" panose="020B0602020104020603" pitchFamily="34" charset="0"/>
              </a:defRPr>
            </a:lvl3pPr>
            <a:lvl4pPr marL="16002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4pPr>
            <a:lvl5pPr marL="20574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5pPr>
            <a:lvl6pPr marL="25146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6pPr>
            <a:lvl7pPr marL="29718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7pPr>
            <a:lvl8pPr marL="34290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8pPr>
            <a:lvl9pPr marL="38862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9pPr>
          </a:lstStyle>
          <a:p>
            <a:pPr marL="0" marR="0" lvl="0" indent="0" algn="l" defTabSz="914400" rtl="0" eaLnBrk="1" fontAlgn="auto" latinLnBrk="0" hangingPunct="1">
              <a:lnSpc>
                <a:spcPct val="110000"/>
              </a:lnSpc>
              <a:spcBef>
                <a:spcPts val="0"/>
              </a:spcBef>
              <a:spcAft>
                <a:spcPts val="0"/>
              </a:spcAft>
              <a:buClr>
                <a:srgbClr val="000000"/>
              </a:buClr>
              <a:buSzPts val="2000"/>
              <a:buFont typeface="Arial" panose="020B0604020202020204" pitchFamily="34" charset="0"/>
              <a:buNone/>
              <a:tabLst/>
              <a:defRPr/>
            </a:pPr>
            <a:r>
              <a:rPr kumimoji="0" lang="en-US" sz="2000" b="1" i="0" u="none" strike="noStrike" kern="0" cap="none" spc="0" normalizeH="0" baseline="0" noProof="0" dirty="0" smtClean="0">
                <a:ln>
                  <a:noFill/>
                </a:ln>
                <a:solidFill>
                  <a:srgbClr val="000000"/>
                </a:solidFill>
                <a:effectLst/>
                <a:uLnTx/>
                <a:uFillTx/>
                <a:latin typeface="Arial"/>
                <a:ea typeface="+mn-ea"/>
                <a:cs typeface="Arial"/>
                <a:sym typeface="Arial"/>
              </a:rPr>
              <a:t>Upcoming Events – due dates for Assignments, Quizzes, Team Project Components, and the Final Exam:</a:t>
            </a:r>
            <a:endParaRPr kumimoji="0" lang="en-US" sz="2000" b="0" i="0" u="none" strike="noStrike" kern="0" cap="none" spc="0" normalizeH="0" baseline="0" noProof="0" dirty="0">
              <a:ln>
                <a:noFill/>
              </a:ln>
              <a:solidFill>
                <a:srgbClr val="000000"/>
              </a:solidFill>
              <a:effectLst/>
              <a:uLnTx/>
              <a:uFillTx/>
              <a:latin typeface="Arial"/>
              <a:ea typeface="+mn-ea"/>
              <a:cs typeface="Arial"/>
              <a:sym typeface="Arial"/>
            </a:endParaRPr>
          </a:p>
        </p:txBody>
      </p:sp>
      <p:sp>
        <p:nvSpPr>
          <p:cNvPr id="9" name="Rectangle 2"/>
          <p:cNvSpPr>
            <a:spLocks noChangeArrowheads="1"/>
          </p:cNvSpPr>
          <p:nvPr/>
        </p:nvSpPr>
        <p:spPr bwMode="auto">
          <a:xfrm>
            <a:off x="180000" y="216000"/>
            <a:ext cx="8640000" cy="504000"/>
          </a:xfrm>
          <a:prstGeom prst="rect">
            <a:avLst/>
          </a:prstGeom>
          <a:noFill/>
          <a:ln>
            <a:noFill/>
          </a:ln>
          <a:extLst/>
        </p:spPr>
        <p:txBody>
          <a:bodyPr anchor="ctr"/>
          <a:lstStyle>
            <a:lvl1pPr>
              <a:lnSpc>
                <a:spcPct val="120000"/>
              </a:lnSpc>
              <a:spcBef>
                <a:spcPts val="1000"/>
              </a:spcBef>
              <a:buClr>
                <a:schemeClr val="tx1"/>
              </a:buClr>
              <a:buFont typeface="Arial" panose="020B0604020202020204" pitchFamily="34" charset="0"/>
              <a:buChar char="•"/>
              <a:defRPr sz="2000">
                <a:solidFill>
                  <a:schemeClr val="tx1"/>
                </a:solidFill>
                <a:latin typeface="Tw Cen MT" panose="020B0602020104020603" pitchFamily="34" charset="0"/>
              </a:defRPr>
            </a:lvl1pPr>
            <a:lvl2pPr marL="742950" indent="-285750">
              <a:lnSpc>
                <a:spcPct val="120000"/>
              </a:lnSpc>
              <a:spcBef>
                <a:spcPts val="500"/>
              </a:spcBef>
              <a:buClr>
                <a:schemeClr val="tx1"/>
              </a:buClr>
              <a:buFont typeface="Arial" panose="020B0604020202020204" pitchFamily="34" charset="0"/>
              <a:buChar char="•"/>
              <a:defRPr>
                <a:solidFill>
                  <a:schemeClr val="tx1"/>
                </a:solidFill>
                <a:latin typeface="Tw Cen MT" panose="020B0602020104020603" pitchFamily="34" charset="0"/>
              </a:defRPr>
            </a:lvl2pPr>
            <a:lvl3pPr marL="1143000" indent="-228600">
              <a:lnSpc>
                <a:spcPct val="120000"/>
              </a:lnSpc>
              <a:spcBef>
                <a:spcPts val="500"/>
              </a:spcBef>
              <a:buClr>
                <a:schemeClr val="tx1"/>
              </a:buClr>
              <a:buFont typeface="Arial" panose="020B0604020202020204" pitchFamily="34" charset="0"/>
              <a:buChar char="•"/>
              <a:defRPr sz="1600">
                <a:solidFill>
                  <a:schemeClr val="tx1"/>
                </a:solidFill>
                <a:latin typeface="Tw Cen MT" panose="020B0602020104020603" pitchFamily="34" charset="0"/>
              </a:defRPr>
            </a:lvl3pPr>
            <a:lvl4pPr marL="16002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4pPr>
            <a:lvl5pPr marL="20574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5pPr>
            <a:lvl6pPr marL="25146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6pPr>
            <a:lvl7pPr marL="29718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7pPr>
            <a:lvl8pPr marL="34290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8pPr>
            <a:lvl9pPr marL="38862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9pPr>
          </a:lstStyle>
          <a:p>
            <a:pPr marL="0" marR="0" lvl="0" indent="0" algn="l" defTabSz="914400" rtl="0" eaLnBrk="1" fontAlgn="base" latinLnBrk="0" hangingPunct="1">
              <a:lnSpc>
                <a:spcPct val="100000"/>
              </a:lnSpc>
              <a:spcBef>
                <a:spcPct val="0"/>
              </a:spcBef>
              <a:spcAft>
                <a:spcPct val="0"/>
              </a:spcAft>
              <a:buClrTx/>
              <a:buSzTx/>
              <a:buFont typeface="Arial" panose="020B0604020202020204" pitchFamily="34" charset="0"/>
              <a:buNone/>
              <a:tabLst/>
              <a:defRPr/>
            </a:pPr>
            <a:r>
              <a:rPr kumimoji="0" lang="en-US" altLang="en-US" sz="2400" b="0" i="0" u="none" strike="noStrike" kern="1200" cap="none" spc="0" normalizeH="0" baseline="0" noProof="0" dirty="0" err="1">
                <a:ln>
                  <a:noFill/>
                </a:ln>
                <a:solidFill>
                  <a:srgbClr val="333399"/>
                </a:solidFill>
                <a:effectLst/>
                <a:uLnTx/>
                <a:uFillTx/>
                <a:latin typeface="Arial" panose="020B0604020202020204" pitchFamily="34" charset="0"/>
                <a:ea typeface="+mn-ea"/>
                <a:cs typeface="Arial" panose="020B0604020202020204" pitchFamily="34" charset="0"/>
              </a:rPr>
              <a:t>eClass</a:t>
            </a:r>
            <a:r>
              <a:rPr kumimoji="0" lang="en-US" altLang="en-US" sz="2400" b="0" i="0" u="none" strike="noStrike" kern="1200" cap="none" spc="0" normalizeH="0" baseline="0" noProof="0" dirty="0">
                <a:ln>
                  <a:noFill/>
                </a:ln>
                <a:solidFill>
                  <a:srgbClr val="333399"/>
                </a:solidFill>
                <a:effectLst/>
                <a:uLnTx/>
                <a:uFillTx/>
                <a:latin typeface="Arial" panose="020B0604020202020204" pitchFamily="34" charset="0"/>
                <a:ea typeface="+mn-ea"/>
                <a:cs typeface="Arial" panose="020B0604020202020204" pitchFamily="34" charset="0"/>
              </a:rPr>
              <a:t> Overview:</a:t>
            </a:r>
          </a:p>
        </p:txBody>
      </p:sp>
      <p:sp>
        <p:nvSpPr>
          <p:cNvPr id="12" name="Slide Number Placeholder 1"/>
          <p:cNvSpPr txBox="1">
            <a:spLocks noGrp="1"/>
          </p:cNvSpPr>
          <p:nvPr/>
        </p:nvSpPr>
        <p:spPr bwMode="auto">
          <a:xfrm>
            <a:off x="8280000" y="6300000"/>
            <a:ext cx="533400" cy="28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tx2"/>
              </a:buClr>
              <a:buSzPct val="65000"/>
              <a:buFont typeface="Wingdings" panose="05000000000000000000" pitchFamily="2" charset="2"/>
              <a:buChar char="v"/>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SzPct val="65000"/>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B9AAC074-F6B9-4EA4-AE59-9F9DB0D8944F}" type="slidenum">
              <a:rPr kumimoji="0" lang="en-US" altLang="en-US" sz="1200" b="1" i="1" u="none" strike="noStrike" kern="120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19</a:t>
            </a:fld>
            <a:endParaRPr kumimoji="0" lang="en-US" altLang="en-US" sz="1200" b="1" i="1" u="none" strike="noStrike" kern="120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sp>
        <p:nvSpPr>
          <p:cNvPr id="13" name="Google Shape;125;p2"/>
          <p:cNvSpPr/>
          <p:nvPr/>
        </p:nvSpPr>
        <p:spPr>
          <a:xfrm>
            <a:off x="2700000" y="6300000"/>
            <a:ext cx="5400000" cy="288000"/>
          </a:xfrm>
          <a:prstGeom prst="rect">
            <a:avLst/>
          </a:prstGeom>
          <a:no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Pts val="1600"/>
              <a:buFontTx/>
              <a:buNone/>
              <a:tabLst/>
              <a:defRPr/>
            </a:pPr>
            <a:r>
              <a:rPr kumimoji="0" lang="en-US" sz="1200" b="1" i="1" u="none" strike="noStrike" kern="0" cap="none" spc="0" normalizeH="0" baseline="0" noProof="0" dirty="0" smtClean="0">
                <a:ln>
                  <a:noFill/>
                </a:ln>
                <a:solidFill>
                  <a:srgbClr val="000000"/>
                </a:solidFill>
                <a:effectLst/>
                <a:uLnTx/>
                <a:uFillTx/>
                <a:latin typeface="Arial" charset="0"/>
                <a:ea typeface="Times New Roman"/>
                <a:cs typeface="Arial" panose="020B0604020202020204" pitchFamily="34" charset="0"/>
                <a:sym typeface="Times New Roman"/>
              </a:rPr>
              <a:t>ENGG404 Expectations, Course Syllabus, Course Plan, and Exam</a:t>
            </a:r>
            <a:endParaRPr kumimoji="0" lang="en-US" sz="1200" b="1" i="1" u="none" strike="noStrike" kern="0" cap="none" spc="0" normalizeH="0" baseline="0" noProof="0" dirty="0">
              <a:ln>
                <a:noFill/>
              </a:ln>
              <a:solidFill>
                <a:srgbClr val="000000"/>
              </a:solidFill>
              <a:effectLst/>
              <a:uLnTx/>
              <a:uFillTx/>
              <a:latin typeface="Arial" charset="0"/>
              <a:ea typeface="Times New Roman"/>
              <a:cs typeface="Arial" panose="020B0604020202020204" pitchFamily="34" charset="0"/>
              <a:sym typeface="Times New Roman"/>
            </a:endParaRPr>
          </a:p>
        </p:txBody>
      </p:sp>
      <p:sp>
        <p:nvSpPr>
          <p:cNvPr id="3" name="Rounded Rectangle 2"/>
          <p:cNvSpPr/>
          <p:nvPr/>
        </p:nvSpPr>
        <p:spPr>
          <a:xfrm>
            <a:off x="6858000" y="3352800"/>
            <a:ext cx="1676400" cy="26514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1800" b="1" i="0" u="none" strike="noStrike" kern="1200" cap="none" spc="0" normalizeH="0" baseline="0" noProof="0">
              <a:ln>
                <a:noFill/>
              </a:ln>
              <a:solidFill>
                <a:srgbClr val="FFFFFF"/>
              </a:solidFill>
              <a:effectLst/>
              <a:uLnTx/>
              <a:uFillTx/>
              <a:latin typeface="Arial"/>
              <a:ea typeface="+mn-ea"/>
              <a:cs typeface="+mn-cs"/>
            </a:endParaRPr>
          </a:p>
        </p:txBody>
      </p:sp>
      <p:sp>
        <p:nvSpPr>
          <p:cNvPr id="10" name="Right Arrow 9"/>
          <p:cNvSpPr/>
          <p:nvPr/>
        </p:nvSpPr>
        <p:spPr>
          <a:xfrm>
            <a:off x="664800" y="3372465"/>
            <a:ext cx="6193200" cy="2390400"/>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marR="0" lvl="0" indent="-285750" algn="l" defTabSz="914400" rtl="0" eaLnBrk="1" fontAlgn="base" latinLnBrk="0" hangingPunct="1">
              <a:lnSpc>
                <a:spcPct val="100000"/>
              </a:lnSpc>
              <a:spcBef>
                <a:spcPct val="0"/>
              </a:spcBef>
              <a:spcAft>
                <a:spcPct val="0"/>
              </a:spcAft>
              <a:buClrTx/>
              <a:buSzTx/>
              <a:buFont typeface="Wingdings" panose="05000000000000000000" pitchFamily="2" charset="2"/>
              <a:buChar char="Ø"/>
              <a:tabLst/>
              <a:defRPr/>
            </a:pPr>
            <a:r>
              <a:rPr kumimoji="0" lang="en-US" sz="1800" b="1" i="0" u="none" strike="noStrike" kern="1200" cap="none" spc="0" normalizeH="0" baseline="0" noProof="0" dirty="0" smtClean="0">
                <a:ln>
                  <a:noFill/>
                </a:ln>
                <a:solidFill>
                  <a:srgbClr val="FFFFFF"/>
                </a:solidFill>
                <a:effectLst/>
                <a:uLnTx/>
                <a:uFillTx/>
                <a:latin typeface="Arial"/>
                <a:ea typeface="+mn-ea"/>
                <a:cs typeface="+mn-cs"/>
              </a:rPr>
              <a:t>All due dates for assignments and on-line </a:t>
            </a:r>
            <a:r>
              <a:rPr kumimoji="0" lang="en-US" sz="1800" b="1" i="0" u="none" strike="noStrike" kern="1200" cap="none" spc="0" normalizeH="0" baseline="0" noProof="0" dirty="0" err="1" smtClean="0">
                <a:ln>
                  <a:noFill/>
                </a:ln>
                <a:solidFill>
                  <a:srgbClr val="FFFFFF"/>
                </a:solidFill>
                <a:effectLst/>
                <a:uLnTx/>
                <a:uFillTx/>
                <a:latin typeface="Arial"/>
                <a:ea typeface="+mn-ea"/>
                <a:cs typeface="+mn-cs"/>
              </a:rPr>
              <a:t>eClass</a:t>
            </a:r>
            <a:r>
              <a:rPr kumimoji="0" lang="en-US" sz="1800" b="1" i="0" u="none" strike="noStrike" kern="1200" cap="none" spc="0" normalizeH="0" baseline="0" noProof="0" dirty="0" smtClean="0">
                <a:ln>
                  <a:noFill/>
                </a:ln>
                <a:solidFill>
                  <a:srgbClr val="FFFFFF"/>
                </a:solidFill>
                <a:effectLst/>
                <a:uLnTx/>
                <a:uFillTx/>
                <a:latin typeface="Arial"/>
                <a:ea typeface="+mn-ea"/>
                <a:cs typeface="+mn-cs"/>
              </a:rPr>
              <a:t> quizzes (except ITP Survey) are listed under “Upcoming Events”.</a:t>
            </a:r>
          </a:p>
        </p:txBody>
      </p:sp>
    </p:spTree>
    <p:extLst>
      <p:ext uri="{BB962C8B-B14F-4D97-AF65-F5344CB8AC3E}">
        <p14:creationId xmlns:p14="http://schemas.microsoft.com/office/powerpoint/2010/main" val="87059762"/>
      </p:ext>
    </p:extLst>
  </p:cSld>
  <p:clrMapOvr>
    <a:masterClrMapping/>
  </p:clrMapOvr>
  <p:transition>
    <p:fade/>
  </p:transition>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a:blip r:embed="rId3"/>
          <a:stretch>
            <a:fillRect/>
          </a:stretch>
        </p:blipFill>
        <p:spPr>
          <a:xfrm>
            <a:off x="176952" y="1658509"/>
            <a:ext cx="8357448" cy="4500834"/>
          </a:xfrm>
          <a:prstGeom prst="rect">
            <a:avLst/>
          </a:prstGeom>
        </p:spPr>
      </p:pic>
      <p:sp>
        <p:nvSpPr>
          <p:cNvPr id="8" name="Rectangle 3"/>
          <p:cNvSpPr>
            <a:spLocks noChangeArrowheads="1"/>
          </p:cNvSpPr>
          <p:nvPr/>
        </p:nvSpPr>
        <p:spPr bwMode="auto">
          <a:xfrm>
            <a:off x="180000" y="828000"/>
            <a:ext cx="8640000" cy="5328000"/>
          </a:xfrm>
          <a:prstGeom prst="rect">
            <a:avLst/>
          </a:prstGeom>
          <a:noFill/>
          <a:ln w="9525">
            <a:noFill/>
            <a:miter lim="800000"/>
            <a:headEnd/>
            <a:tailEnd/>
          </a:ln>
        </p:spPr>
        <p:txBody>
          <a:bodyPr/>
          <a:lstStyle>
            <a:lvl1pPr marL="609600" indent="-609600">
              <a:lnSpc>
                <a:spcPct val="120000"/>
              </a:lnSpc>
              <a:spcBef>
                <a:spcPts val="1000"/>
              </a:spcBef>
              <a:buClr>
                <a:schemeClr val="tx1"/>
              </a:buClr>
              <a:buFont typeface="Arial" panose="020B0604020202020204" pitchFamily="34" charset="0"/>
              <a:buChar char="•"/>
              <a:defRPr sz="2000">
                <a:solidFill>
                  <a:schemeClr val="tx1"/>
                </a:solidFill>
                <a:latin typeface="Tw Cen MT" panose="020B0602020104020603" pitchFamily="34" charset="0"/>
              </a:defRPr>
            </a:lvl1pPr>
            <a:lvl2pPr marL="742950" indent="-285750">
              <a:lnSpc>
                <a:spcPct val="120000"/>
              </a:lnSpc>
              <a:spcBef>
                <a:spcPts val="500"/>
              </a:spcBef>
              <a:buClr>
                <a:schemeClr val="tx1"/>
              </a:buClr>
              <a:buFont typeface="Arial" panose="020B0604020202020204" pitchFamily="34" charset="0"/>
              <a:buChar char="•"/>
              <a:defRPr>
                <a:solidFill>
                  <a:schemeClr val="tx1"/>
                </a:solidFill>
                <a:latin typeface="Tw Cen MT" panose="020B0602020104020603" pitchFamily="34" charset="0"/>
              </a:defRPr>
            </a:lvl2pPr>
            <a:lvl3pPr marL="1143000" indent="-228600">
              <a:lnSpc>
                <a:spcPct val="120000"/>
              </a:lnSpc>
              <a:spcBef>
                <a:spcPts val="500"/>
              </a:spcBef>
              <a:buClr>
                <a:schemeClr val="tx1"/>
              </a:buClr>
              <a:buFont typeface="Arial" panose="020B0604020202020204" pitchFamily="34" charset="0"/>
              <a:buChar char="•"/>
              <a:defRPr sz="1600">
                <a:solidFill>
                  <a:schemeClr val="tx1"/>
                </a:solidFill>
                <a:latin typeface="Tw Cen MT" panose="020B0602020104020603" pitchFamily="34" charset="0"/>
              </a:defRPr>
            </a:lvl3pPr>
            <a:lvl4pPr marL="16002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4pPr>
            <a:lvl5pPr marL="20574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5pPr>
            <a:lvl6pPr marL="25146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6pPr>
            <a:lvl7pPr marL="29718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7pPr>
            <a:lvl8pPr marL="34290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8pPr>
            <a:lvl9pPr marL="38862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9pPr>
          </a:lstStyle>
          <a:p>
            <a:pPr marL="0" marR="0" lvl="0" indent="0" algn="l" defTabSz="914400" rtl="0" eaLnBrk="1" fontAlgn="auto" latinLnBrk="0" hangingPunct="1">
              <a:lnSpc>
                <a:spcPct val="110000"/>
              </a:lnSpc>
              <a:spcBef>
                <a:spcPts val="0"/>
              </a:spcBef>
              <a:spcAft>
                <a:spcPts val="0"/>
              </a:spcAft>
              <a:buClr>
                <a:srgbClr val="000000"/>
              </a:buClr>
              <a:buSzPts val="2000"/>
              <a:buFont typeface="Arial" panose="020B0604020202020204" pitchFamily="34" charset="0"/>
              <a:buNone/>
              <a:tabLst/>
              <a:defRPr/>
            </a:pPr>
            <a:r>
              <a:rPr kumimoji="0" lang="en-US" sz="2000" b="1" i="0" u="none" strike="noStrike" kern="0" cap="none" spc="0" normalizeH="0" baseline="0" noProof="0" dirty="0" smtClean="0">
                <a:ln>
                  <a:noFill/>
                </a:ln>
                <a:solidFill>
                  <a:srgbClr val="000000"/>
                </a:solidFill>
                <a:effectLst/>
                <a:uLnTx/>
                <a:uFillTx/>
                <a:latin typeface="Arial"/>
                <a:ea typeface="+mn-ea"/>
                <a:cs typeface="Arial"/>
                <a:sym typeface="Arial"/>
              </a:rPr>
              <a:t>Zoom meetings – different links for different Professors.</a:t>
            </a:r>
          </a:p>
          <a:p>
            <a:pPr marL="0" marR="0" lvl="0" indent="0" algn="l" defTabSz="914400" rtl="0" eaLnBrk="1" fontAlgn="auto" latinLnBrk="0" hangingPunct="1">
              <a:lnSpc>
                <a:spcPct val="110000"/>
              </a:lnSpc>
              <a:spcBef>
                <a:spcPts val="0"/>
              </a:spcBef>
              <a:spcAft>
                <a:spcPts val="0"/>
              </a:spcAft>
              <a:buClr>
                <a:srgbClr val="000000"/>
              </a:buClr>
              <a:buSzPts val="2000"/>
              <a:buFont typeface="Arial" panose="020B0604020202020204" pitchFamily="34" charset="0"/>
              <a:buNone/>
              <a:tabLst/>
              <a:defRPr/>
            </a:pPr>
            <a:r>
              <a:rPr lang="en-US" kern="0" dirty="0" smtClean="0">
                <a:solidFill>
                  <a:srgbClr val="000000"/>
                </a:solidFill>
                <a:latin typeface="Arial"/>
                <a:cs typeface="Arial"/>
                <a:sym typeface="Arial"/>
              </a:rPr>
              <a:t>Announcements, Professor Availability, </a:t>
            </a:r>
            <a:r>
              <a:rPr lang="en-US" kern="0" dirty="0" err="1" smtClean="0">
                <a:solidFill>
                  <a:srgbClr val="000000"/>
                </a:solidFill>
                <a:latin typeface="Arial"/>
                <a:cs typeface="Arial"/>
                <a:sym typeface="Arial"/>
              </a:rPr>
              <a:t>eClass</a:t>
            </a:r>
            <a:r>
              <a:rPr lang="en-US" kern="0" dirty="0" smtClean="0">
                <a:solidFill>
                  <a:srgbClr val="000000"/>
                </a:solidFill>
                <a:latin typeface="Arial"/>
                <a:cs typeface="Arial"/>
                <a:sym typeface="Arial"/>
              </a:rPr>
              <a:t> Sections</a:t>
            </a:r>
            <a:r>
              <a:rPr kumimoji="0" lang="en-US" sz="2000" b="1" i="0" u="none" strike="noStrike" kern="0" cap="none" spc="0" normalizeH="0" baseline="0" noProof="0" dirty="0" smtClean="0">
                <a:ln>
                  <a:noFill/>
                </a:ln>
                <a:solidFill>
                  <a:srgbClr val="000000"/>
                </a:solidFill>
                <a:effectLst/>
                <a:uLnTx/>
                <a:uFillTx/>
                <a:latin typeface="Arial"/>
                <a:ea typeface="+mn-ea"/>
                <a:cs typeface="Arial"/>
                <a:sym typeface="Arial"/>
              </a:rPr>
              <a:t> </a:t>
            </a:r>
            <a:endParaRPr kumimoji="0" lang="en-US" sz="2000" b="1" i="0" u="none" strike="noStrike" kern="0" cap="none" spc="0" normalizeH="0" baseline="0" noProof="0" dirty="0">
              <a:ln>
                <a:noFill/>
              </a:ln>
              <a:solidFill>
                <a:srgbClr val="000000"/>
              </a:solidFill>
              <a:effectLst/>
              <a:uLnTx/>
              <a:uFillTx/>
              <a:latin typeface="Arial"/>
              <a:ea typeface="+mn-ea"/>
              <a:cs typeface="Arial"/>
              <a:sym typeface="Arial"/>
            </a:endParaRPr>
          </a:p>
        </p:txBody>
      </p:sp>
      <p:sp>
        <p:nvSpPr>
          <p:cNvPr id="9" name="Rectangle 2"/>
          <p:cNvSpPr>
            <a:spLocks noChangeArrowheads="1"/>
          </p:cNvSpPr>
          <p:nvPr/>
        </p:nvSpPr>
        <p:spPr bwMode="auto">
          <a:xfrm>
            <a:off x="180000" y="216000"/>
            <a:ext cx="8640000" cy="504000"/>
          </a:xfrm>
          <a:prstGeom prst="rect">
            <a:avLst/>
          </a:prstGeom>
          <a:noFill/>
          <a:ln>
            <a:noFill/>
          </a:ln>
          <a:extLst/>
        </p:spPr>
        <p:txBody>
          <a:bodyPr anchor="ctr"/>
          <a:lstStyle>
            <a:lvl1pPr>
              <a:lnSpc>
                <a:spcPct val="120000"/>
              </a:lnSpc>
              <a:spcBef>
                <a:spcPts val="1000"/>
              </a:spcBef>
              <a:buClr>
                <a:schemeClr val="tx1"/>
              </a:buClr>
              <a:buFont typeface="Arial" panose="020B0604020202020204" pitchFamily="34" charset="0"/>
              <a:buChar char="•"/>
              <a:defRPr sz="2000">
                <a:solidFill>
                  <a:schemeClr val="tx1"/>
                </a:solidFill>
                <a:latin typeface="Tw Cen MT" panose="020B0602020104020603" pitchFamily="34" charset="0"/>
              </a:defRPr>
            </a:lvl1pPr>
            <a:lvl2pPr marL="742950" indent="-285750">
              <a:lnSpc>
                <a:spcPct val="120000"/>
              </a:lnSpc>
              <a:spcBef>
                <a:spcPts val="500"/>
              </a:spcBef>
              <a:buClr>
                <a:schemeClr val="tx1"/>
              </a:buClr>
              <a:buFont typeface="Arial" panose="020B0604020202020204" pitchFamily="34" charset="0"/>
              <a:buChar char="•"/>
              <a:defRPr>
                <a:solidFill>
                  <a:schemeClr val="tx1"/>
                </a:solidFill>
                <a:latin typeface="Tw Cen MT" panose="020B0602020104020603" pitchFamily="34" charset="0"/>
              </a:defRPr>
            </a:lvl2pPr>
            <a:lvl3pPr marL="1143000" indent="-228600">
              <a:lnSpc>
                <a:spcPct val="120000"/>
              </a:lnSpc>
              <a:spcBef>
                <a:spcPts val="500"/>
              </a:spcBef>
              <a:buClr>
                <a:schemeClr val="tx1"/>
              </a:buClr>
              <a:buFont typeface="Arial" panose="020B0604020202020204" pitchFamily="34" charset="0"/>
              <a:buChar char="•"/>
              <a:defRPr sz="1600">
                <a:solidFill>
                  <a:schemeClr val="tx1"/>
                </a:solidFill>
                <a:latin typeface="Tw Cen MT" panose="020B0602020104020603" pitchFamily="34" charset="0"/>
              </a:defRPr>
            </a:lvl3pPr>
            <a:lvl4pPr marL="16002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4pPr>
            <a:lvl5pPr marL="20574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5pPr>
            <a:lvl6pPr marL="25146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6pPr>
            <a:lvl7pPr marL="29718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7pPr>
            <a:lvl8pPr marL="34290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8pPr>
            <a:lvl9pPr marL="38862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9pPr>
          </a:lstStyle>
          <a:p>
            <a:pPr marL="0" marR="0" lvl="0" indent="0" algn="l" defTabSz="914400" rtl="0" eaLnBrk="1" fontAlgn="base" latinLnBrk="0" hangingPunct="1">
              <a:lnSpc>
                <a:spcPct val="100000"/>
              </a:lnSpc>
              <a:spcBef>
                <a:spcPct val="0"/>
              </a:spcBef>
              <a:spcAft>
                <a:spcPct val="0"/>
              </a:spcAft>
              <a:buClrTx/>
              <a:buSzTx/>
              <a:buFont typeface="Arial" panose="020B0604020202020204" pitchFamily="34" charset="0"/>
              <a:buNone/>
              <a:tabLst/>
              <a:defRPr/>
            </a:pPr>
            <a:r>
              <a:rPr kumimoji="0" lang="en-US" altLang="en-US" sz="2400" b="0" i="0" u="none" strike="noStrike" kern="1200" cap="none" spc="0" normalizeH="0" baseline="0" noProof="0" dirty="0" err="1">
                <a:ln>
                  <a:noFill/>
                </a:ln>
                <a:solidFill>
                  <a:srgbClr val="333399"/>
                </a:solidFill>
                <a:effectLst/>
                <a:uLnTx/>
                <a:uFillTx/>
                <a:latin typeface="Arial" panose="020B0604020202020204" pitchFamily="34" charset="0"/>
                <a:ea typeface="+mn-ea"/>
                <a:cs typeface="Arial" panose="020B0604020202020204" pitchFamily="34" charset="0"/>
              </a:rPr>
              <a:t>eClass</a:t>
            </a:r>
            <a:r>
              <a:rPr kumimoji="0" lang="en-US" altLang="en-US" sz="2400" b="0" i="0" u="none" strike="noStrike" kern="1200" cap="none" spc="0" normalizeH="0" baseline="0" noProof="0" dirty="0">
                <a:ln>
                  <a:noFill/>
                </a:ln>
                <a:solidFill>
                  <a:srgbClr val="333399"/>
                </a:solidFill>
                <a:effectLst/>
                <a:uLnTx/>
                <a:uFillTx/>
                <a:latin typeface="Arial" panose="020B0604020202020204" pitchFamily="34" charset="0"/>
                <a:ea typeface="+mn-ea"/>
                <a:cs typeface="Arial" panose="020B0604020202020204" pitchFamily="34" charset="0"/>
              </a:rPr>
              <a:t> Overview:</a:t>
            </a:r>
          </a:p>
        </p:txBody>
      </p:sp>
      <p:sp>
        <p:nvSpPr>
          <p:cNvPr id="12" name="Slide Number Placeholder 1"/>
          <p:cNvSpPr txBox="1">
            <a:spLocks noGrp="1"/>
          </p:cNvSpPr>
          <p:nvPr/>
        </p:nvSpPr>
        <p:spPr bwMode="auto">
          <a:xfrm>
            <a:off x="8280000" y="6300000"/>
            <a:ext cx="533400" cy="28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tx2"/>
              </a:buClr>
              <a:buSzPct val="65000"/>
              <a:buFont typeface="Wingdings" panose="05000000000000000000" pitchFamily="2" charset="2"/>
              <a:buChar char="v"/>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SzPct val="65000"/>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B9AAC074-F6B9-4EA4-AE59-9F9DB0D8944F}" type="slidenum">
              <a:rPr kumimoji="0" lang="en-US" altLang="en-US" sz="1200" b="1" i="1" u="none" strike="noStrike" kern="120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20</a:t>
            </a:fld>
            <a:endParaRPr kumimoji="0" lang="en-US" altLang="en-US" sz="1200" b="1" i="1" u="none" strike="noStrike" kern="120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sp>
        <p:nvSpPr>
          <p:cNvPr id="13" name="Google Shape;125;p2"/>
          <p:cNvSpPr/>
          <p:nvPr/>
        </p:nvSpPr>
        <p:spPr>
          <a:xfrm>
            <a:off x="2700000" y="6300000"/>
            <a:ext cx="5400000" cy="288000"/>
          </a:xfrm>
          <a:prstGeom prst="rect">
            <a:avLst/>
          </a:prstGeom>
          <a:no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Pts val="1600"/>
              <a:buFontTx/>
              <a:buNone/>
              <a:tabLst/>
              <a:defRPr/>
            </a:pPr>
            <a:r>
              <a:rPr kumimoji="0" lang="en-US" sz="1200" b="1" i="1" u="none" strike="noStrike" kern="0" cap="none" spc="0" normalizeH="0" baseline="0" noProof="0" dirty="0" smtClean="0">
                <a:ln>
                  <a:noFill/>
                </a:ln>
                <a:solidFill>
                  <a:srgbClr val="000000"/>
                </a:solidFill>
                <a:effectLst/>
                <a:uLnTx/>
                <a:uFillTx/>
                <a:latin typeface="Arial" charset="0"/>
                <a:ea typeface="Times New Roman"/>
                <a:cs typeface="Arial" panose="020B0604020202020204" pitchFamily="34" charset="0"/>
                <a:sym typeface="Times New Roman"/>
              </a:rPr>
              <a:t>ENGG404 Expectations, Course Syllabus, Course Plan, and Exam</a:t>
            </a:r>
            <a:endParaRPr kumimoji="0" lang="en-US" sz="1200" b="1" i="1" u="none" strike="noStrike" kern="0" cap="none" spc="0" normalizeH="0" baseline="0" noProof="0" dirty="0">
              <a:ln>
                <a:noFill/>
              </a:ln>
              <a:solidFill>
                <a:srgbClr val="000000"/>
              </a:solidFill>
              <a:effectLst/>
              <a:uLnTx/>
              <a:uFillTx/>
              <a:latin typeface="Arial" charset="0"/>
              <a:ea typeface="Times New Roman"/>
              <a:cs typeface="Arial" panose="020B0604020202020204" pitchFamily="34" charset="0"/>
              <a:sym typeface="Times New Roman"/>
            </a:endParaRPr>
          </a:p>
        </p:txBody>
      </p:sp>
      <p:sp>
        <p:nvSpPr>
          <p:cNvPr id="3" name="Rounded Rectangle 2"/>
          <p:cNvSpPr/>
          <p:nvPr/>
        </p:nvSpPr>
        <p:spPr>
          <a:xfrm>
            <a:off x="304800" y="2743201"/>
            <a:ext cx="5911645" cy="3412800"/>
          </a:xfrm>
          <a:prstGeom prst="roundRect">
            <a:avLst>
              <a:gd name="adj" fmla="val 9388"/>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1800" b="1" i="0" u="none" strike="noStrike" kern="1200" cap="none" spc="0" normalizeH="0" baseline="0" noProof="0">
              <a:ln>
                <a:noFill/>
              </a:ln>
              <a:solidFill>
                <a:srgbClr val="FFFFFF"/>
              </a:solidFill>
              <a:effectLst/>
              <a:uLnTx/>
              <a:uFillTx/>
              <a:latin typeface="Arial"/>
              <a:ea typeface="+mn-ea"/>
              <a:cs typeface="+mn-cs"/>
            </a:endParaRPr>
          </a:p>
        </p:txBody>
      </p:sp>
      <p:sp>
        <p:nvSpPr>
          <p:cNvPr id="14" name="Left Arrow 13"/>
          <p:cNvSpPr/>
          <p:nvPr/>
        </p:nvSpPr>
        <p:spPr>
          <a:xfrm>
            <a:off x="3888145" y="3483628"/>
            <a:ext cx="4906200" cy="2709243"/>
          </a:xfrm>
          <a:prstGeom prst="leftArrow">
            <a:avLst>
              <a:gd name="adj1" fmla="val 60887"/>
              <a:gd name="adj2" fmla="val 50000"/>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342900" marR="0" lvl="0" indent="-342900" algn="l" defTabSz="914400" rtl="0" eaLnBrk="1" fontAlgn="base" latinLnBrk="0" hangingPunct="1">
              <a:lnSpc>
                <a:spcPct val="100000"/>
              </a:lnSpc>
              <a:spcBef>
                <a:spcPct val="0"/>
              </a:spcBef>
              <a:spcAft>
                <a:spcPct val="0"/>
              </a:spcAft>
              <a:buClrTx/>
              <a:buSzTx/>
              <a:buFont typeface="Wingdings" panose="05000000000000000000" pitchFamily="2" charset="2"/>
              <a:buChar char="Ø"/>
              <a:tabLst/>
              <a:defRPr/>
            </a:pPr>
            <a:r>
              <a:rPr kumimoji="0" lang="en-US" sz="1600" b="1" i="0" u="none" strike="noStrike" kern="1200" cap="none" spc="0" normalizeH="0" baseline="0" noProof="0" dirty="0" smtClean="0">
                <a:ln>
                  <a:noFill/>
                </a:ln>
                <a:solidFill>
                  <a:srgbClr val="FFFFFF"/>
                </a:solidFill>
                <a:effectLst/>
                <a:uLnTx/>
                <a:uFillTx/>
                <a:latin typeface="Arial"/>
                <a:ea typeface="+mn-ea"/>
                <a:cs typeface="+mn-cs"/>
              </a:rPr>
              <a:t>Announcements</a:t>
            </a:r>
          </a:p>
          <a:p>
            <a:pPr marL="342900" marR="0" lvl="0" indent="-342900" algn="l" defTabSz="914400" rtl="0" eaLnBrk="1" fontAlgn="base" latinLnBrk="0" hangingPunct="1">
              <a:lnSpc>
                <a:spcPct val="100000"/>
              </a:lnSpc>
              <a:spcBef>
                <a:spcPct val="0"/>
              </a:spcBef>
              <a:spcAft>
                <a:spcPct val="0"/>
              </a:spcAft>
              <a:buClrTx/>
              <a:buSzTx/>
              <a:buFont typeface="Wingdings" panose="05000000000000000000" pitchFamily="2" charset="2"/>
              <a:buChar char="Ø"/>
              <a:tabLst/>
              <a:defRPr/>
            </a:pPr>
            <a:r>
              <a:rPr kumimoji="0" lang="en-US" sz="1600" b="1" i="0" u="none" strike="noStrike" kern="1200" cap="none" spc="0" normalizeH="0" baseline="0" noProof="0" dirty="0" smtClean="0">
                <a:ln>
                  <a:noFill/>
                </a:ln>
                <a:solidFill>
                  <a:srgbClr val="FFFFFF"/>
                </a:solidFill>
                <a:effectLst/>
                <a:uLnTx/>
                <a:uFillTx/>
                <a:latin typeface="Arial"/>
                <a:ea typeface="+mn-ea"/>
                <a:cs typeface="+mn-cs"/>
              </a:rPr>
              <a:t>Professor Availability</a:t>
            </a:r>
          </a:p>
          <a:p>
            <a:pPr marL="342900" marR="0" lvl="0" indent="-342900" algn="l" defTabSz="914400" rtl="0" eaLnBrk="1" fontAlgn="base" latinLnBrk="0" hangingPunct="1">
              <a:lnSpc>
                <a:spcPct val="100000"/>
              </a:lnSpc>
              <a:spcBef>
                <a:spcPct val="0"/>
              </a:spcBef>
              <a:spcAft>
                <a:spcPct val="0"/>
              </a:spcAft>
              <a:buClrTx/>
              <a:buSzTx/>
              <a:buFont typeface="Wingdings" panose="05000000000000000000" pitchFamily="2" charset="2"/>
              <a:buChar char="Ø"/>
              <a:tabLst/>
              <a:defRPr/>
            </a:pPr>
            <a:r>
              <a:rPr kumimoji="0" lang="en-US" sz="1600" b="1" i="0" u="none" strike="noStrike" kern="1200" cap="none" spc="0" normalizeH="0" baseline="0" noProof="0" dirty="0" smtClean="0">
                <a:ln>
                  <a:noFill/>
                </a:ln>
                <a:solidFill>
                  <a:srgbClr val="FFFFFF"/>
                </a:solidFill>
                <a:effectLst/>
                <a:uLnTx/>
                <a:uFillTx/>
                <a:latin typeface="Arial"/>
                <a:ea typeface="+mn-ea"/>
                <a:cs typeface="+mn-cs"/>
              </a:rPr>
              <a:t>Academic Integrity </a:t>
            </a:r>
          </a:p>
          <a:p>
            <a:pPr marL="342900" marR="0" lvl="0" indent="-342900" algn="l" defTabSz="914400" rtl="0" eaLnBrk="1" fontAlgn="base" latinLnBrk="0" hangingPunct="1">
              <a:lnSpc>
                <a:spcPct val="100000"/>
              </a:lnSpc>
              <a:spcBef>
                <a:spcPct val="0"/>
              </a:spcBef>
              <a:spcAft>
                <a:spcPct val="0"/>
              </a:spcAft>
              <a:buClrTx/>
              <a:buSzTx/>
              <a:buFont typeface="Wingdings" panose="05000000000000000000" pitchFamily="2" charset="2"/>
              <a:buChar char="Ø"/>
              <a:tabLst/>
              <a:defRPr/>
            </a:pPr>
            <a:r>
              <a:rPr kumimoji="0" lang="en-US" sz="1600" b="1" i="0" u="none" strike="noStrike" kern="1200" cap="none" spc="0" normalizeH="0" baseline="0" noProof="0" dirty="0" smtClean="0">
                <a:ln>
                  <a:noFill/>
                </a:ln>
                <a:solidFill>
                  <a:srgbClr val="FFFFFF"/>
                </a:solidFill>
                <a:effectLst/>
                <a:uLnTx/>
                <a:uFillTx/>
                <a:latin typeface="Arial"/>
                <a:ea typeface="+mn-ea"/>
                <a:cs typeface="+mn-cs"/>
              </a:rPr>
              <a:t>Course Syllabus</a:t>
            </a:r>
          </a:p>
          <a:p>
            <a:pPr marL="342900" marR="0" lvl="0" indent="-342900" algn="l" defTabSz="914400" rtl="0" eaLnBrk="1" fontAlgn="base" latinLnBrk="0" hangingPunct="1">
              <a:lnSpc>
                <a:spcPct val="100000"/>
              </a:lnSpc>
              <a:spcBef>
                <a:spcPct val="0"/>
              </a:spcBef>
              <a:spcAft>
                <a:spcPct val="0"/>
              </a:spcAft>
              <a:buClrTx/>
              <a:buSzTx/>
              <a:buFont typeface="Wingdings" panose="05000000000000000000" pitchFamily="2" charset="2"/>
              <a:buChar char="Ø"/>
              <a:tabLst/>
              <a:defRPr/>
            </a:pPr>
            <a:r>
              <a:rPr kumimoji="0" lang="en-US" sz="1600" b="1" i="0" u="none" strike="noStrike" kern="1200" cap="none" spc="0" normalizeH="0" baseline="0" noProof="0" dirty="0" smtClean="0">
                <a:ln>
                  <a:noFill/>
                </a:ln>
                <a:solidFill>
                  <a:srgbClr val="FFFFFF"/>
                </a:solidFill>
                <a:effectLst/>
                <a:uLnTx/>
                <a:uFillTx/>
                <a:latin typeface="Arial"/>
                <a:ea typeface="+mn-ea"/>
                <a:cs typeface="+mn-cs"/>
              </a:rPr>
              <a:t>Course Plan</a:t>
            </a:r>
            <a:endParaRPr kumimoji="0" lang="en-US" sz="1600" b="1" i="0" u="none" strike="noStrike" kern="1200" cap="none" spc="0" normalizeH="0" baseline="0" noProof="0" dirty="0">
              <a:ln>
                <a:noFill/>
              </a:ln>
              <a:solidFill>
                <a:srgbClr val="FFFFFF"/>
              </a:solidFill>
              <a:effectLst/>
              <a:uLnTx/>
              <a:uFillTx/>
              <a:latin typeface="Arial"/>
              <a:ea typeface="+mn-ea"/>
              <a:cs typeface="+mn-cs"/>
            </a:endParaRPr>
          </a:p>
        </p:txBody>
      </p:sp>
    </p:spTree>
    <p:extLst>
      <p:ext uri="{BB962C8B-B14F-4D97-AF65-F5344CB8AC3E}">
        <p14:creationId xmlns:p14="http://schemas.microsoft.com/office/powerpoint/2010/main" val="2948795837"/>
      </p:ext>
    </p:extLst>
  </p:cSld>
  <p:clrMapOvr>
    <a:masterClrMapping/>
  </p:clrMapOvr>
  <p:transition>
    <p:fade/>
  </p:transition>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Picture 14"/>
          <p:cNvPicPr>
            <a:picLocks noChangeAspect="1"/>
          </p:cNvPicPr>
          <p:nvPr/>
        </p:nvPicPr>
        <p:blipFill>
          <a:blip r:embed="rId3"/>
          <a:stretch>
            <a:fillRect/>
          </a:stretch>
        </p:blipFill>
        <p:spPr>
          <a:xfrm>
            <a:off x="291892" y="1323317"/>
            <a:ext cx="4101151" cy="4724681"/>
          </a:xfrm>
          <a:prstGeom prst="rect">
            <a:avLst/>
          </a:prstGeom>
        </p:spPr>
      </p:pic>
      <p:pic>
        <p:nvPicPr>
          <p:cNvPr id="2" name="Picture 1"/>
          <p:cNvPicPr>
            <a:picLocks noChangeAspect="1"/>
          </p:cNvPicPr>
          <p:nvPr/>
        </p:nvPicPr>
        <p:blipFill>
          <a:blip r:embed="rId4"/>
          <a:stretch>
            <a:fillRect/>
          </a:stretch>
        </p:blipFill>
        <p:spPr>
          <a:xfrm>
            <a:off x="4598315" y="1323318"/>
            <a:ext cx="4215085" cy="4724681"/>
          </a:xfrm>
          <a:prstGeom prst="rect">
            <a:avLst/>
          </a:prstGeom>
        </p:spPr>
      </p:pic>
      <p:sp>
        <p:nvSpPr>
          <p:cNvPr id="8" name="Rectangle 3"/>
          <p:cNvSpPr>
            <a:spLocks noChangeArrowheads="1"/>
          </p:cNvSpPr>
          <p:nvPr/>
        </p:nvSpPr>
        <p:spPr bwMode="auto">
          <a:xfrm>
            <a:off x="180000" y="828000"/>
            <a:ext cx="8640000" cy="5328000"/>
          </a:xfrm>
          <a:prstGeom prst="rect">
            <a:avLst/>
          </a:prstGeom>
          <a:noFill/>
          <a:ln w="9525">
            <a:noFill/>
            <a:miter lim="800000"/>
            <a:headEnd/>
            <a:tailEnd/>
          </a:ln>
        </p:spPr>
        <p:txBody>
          <a:bodyPr/>
          <a:lstStyle>
            <a:lvl1pPr marL="609600" indent="-609600">
              <a:lnSpc>
                <a:spcPct val="120000"/>
              </a:lnSpc>
              <a:spcBef>
                <a:spcPts val="1000"/>
              </a:spcBef>
              <a:buClr>
                <a:schemeClr val="tx1"/>
              </a:buClr>
              <a:buFont typeface="Arial" panose="020B0604020202020204" pitchFamily="34" charset="0"/>
              <a:buChar char="•"/>
              <a:defRPr sz="2000">
                <a:solidFill>
                  <a:schemeClr val="tx1"/>
                </a:solidFill>
                <a:latin typeface="Tw Cen MT" panose="020B0602020104020603" pitchFamily="34" charset="0"/>
              </a:defRPr>
            </a:lvl1pPr>
            <a:lvl2pPr marL="742950" indent="-285750">
              <a:lnSpc>
                <a:spcPct val="120000"/>
              </a:lnSpc>
              <a:spcBef>
                <a:spcPts val="500"/>
              </a:spcBef>
              <a:buClr>
                <a:schemeClr val="tx1"/>
              </a:buClr>
              <a:buFont typeface="Arial" panose="020B0604020202020204" pitchFamily="34" charset="0"/>
              <a:buChar char="•"/>
              <a:defRPr>
                <a:solidFill>
                  <a:schemeClr val="tx1"/>
                </a:solidFill>
                <a:latin typeface="Tw Cen MT" panose="020B0602020104020603" pitchFamily="34" charset="0"/>
              </a:defRPr>
            </a:lvl2pPr>
            <a:lvl3pPr marL="1143000" indent="-228600">
              <a:lnSpc>
                <a:spcPct val="120000"/>
              </a:lnSpc>
              <a:spcBef>
                <a:spcPts val="500"/>
              </a:spcBef>
              <a:buClr>
                <a:schemeClr val="tx1"/>
              </a:buClr>
              <a:buFont typeface="Arial" panose="020B0604020202020204" pitchFamily="34" charset="0"/>
              <a:buChar char="•"/>
              <a:defRPr sz="1600">
                <a:solidFill>
                  <a:schemeClr val="tx1"/>
                </a:solidFill>
                <a:latin typeface="Tw Cen MT" panose="020B0602020104020603" pitchFamily="34" charset="0"/>
              </a:defRPr>
            </a:lvl3pPr>
            <a:lvl4pPr marL="16002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4pPr>
            <a:lvl5pPr marL="20574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5pPr>
            <a:lvl6pPr marL="25146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6pPr>
            <a:lvl7pPr marL="29718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7pPr>
            <a:lvl8pPr marL="34290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8pPr>
            <a:lvl9pPr marL="38862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9pPr>
          </a:lstStyle>
          <a:p>
            <a:pPr marL="0" marR="0" lvl="0" indent="0" algn="l" defTabSz="914400" rtl="0" eaLnBrk="0" fontAlgn="base" latinLnBrk="0" hangingPunct="0">
              <a:lnSpc>
                <a:spcPct val="100000"/>
              </a:lnSpc>
              <a:spcBef>
                <a:spcPts val="0"/>
              </a:spcBef>
              <a:spcAft>
                <a:spcPct val="0"/>
              </a:spcAft>
              <a:buClr>
                <a:srgbClr val="000000"/>
              </a:buClr>
              <a:buSzPct val="100000"/>
              <a:buFont typeface="Arial" panose="020B0604020202020204" pitchFamily="34" charset="0"/>
              <a:buNone/>
              <a:tabLst/>
              <a:defRPr/>
            </a:pPr>
            <a:endParaRPr kumimoji="0" lang="en-US" altLang="en-US" sz="2000" b="0" i="0" u="none" strike="noStrike" kern="1200" cap="none" spc="0" normalizeH="0" baseline="0" noProof="0" dirty="0" smtClean="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sp>
        <p:nvSpPr>
          <p:cNvPr id="9" name="Rectangle 2"/>
          <p:cNvSpPr>
            <a:spLocks noChangeArrowheads="1"/>
          </p:cNvSpPr>
          <p:nvPr/>
        </p:nvSpPr>
        <p:spPr bwMode="auto">
          <a:xfrm>
            <a:off x="180000" y="216000"/>
            <a:ext cx="8640000" cy="504000"/>
          </a:xfrm>
          <a:prstGeom prst="rect">
            <a:avLst/>
          </a:prstGeom>
          <a:noFill/>
          <a:ln>
            <a:noFill/>
          </a:ln>
          <a:extLst/>
        </p:spPr>
        <p:txBody>
          <a:bodyPr anchor="ctr"/>
          <a:lstStyle>
            <a:lvl1pPr>
              <a:lnSpc>
                <a:spcPct val="120000"/>
              </a:lnSpc>
              <a:spcBef>
                <a:spcPts val="1000"/>
              </a:spcBef>
              <a:buClr>
                <a:schemeClr val="tx1"/>
              </a:buClr>
              <a:buFont typeface="Arial" panose="020B0604020202020204" pitchFamily="34" charset="0"/>
              <a:buChar char="•"/>
              <a:defRPr sz="2000">
                <a:solidFill>
                  <a:schemeClr val="tx1"/>
                </a:solidFill>
                <a:latin typeface="Tw Cen MT" panose="020B0602020104020603" pitchFamily="34" charset="0"/>
              </a:defRPr>
            </a:lvl1pPr>
            <a:lvl2pPr marL="742950" indent="-285750">
              <a:lnSpc>
                <a:spcPct val="120000"/>
              </a:lnSpc>
              <a:spcBef>
                <a:spcPts val="500"/>
              </a:spcBef>
              <a:buClr>
                <a:schemeClr val="tx1"/>
              </a:buClr>
              <a:buFont typeface="Arial" panose="020B0604020202020204" pitchFamily="34" charset="0"/>
              <a:buChar char="•"/>
              <a:defRPr>
                <a:solidFill>
                  <a:schemeClr val="tx1"/>
                </a:solidFill>
                <a:latin typeface="Tw Cen MT" panose="020B0602020104020603" pitchFamily="34" charset="0"/>
              </a:defRPr>
            </a:lvl2pPr>
            <a:lvl3pPr marL="1143000" indent="-228600">
              <a:lnSpc>
                <a:spcPct val="120000"/>
              </a:lnSpc>
              <a:spcBef>
                <a:spcPts val="500"/>
              </a:spcBef>
              <a:buClr>
                <a:schemeClr val="tx1"/>
              </a:buClr>
              <a:buFont typeface="Arial" panose="020B0604020202020204" pitchFamily="34" charset="0"/>
              <a:buChar char="•"/>
              <a:defRPr sz="1600">
                <a:solidFill>
                  <a:schemeClr val="tx1"/>
                </a:solidFill>
                <a:latin typeface="Tw Cen MT" panose="020B0602020104020603" pitchFamily="34" charset="0"/>
              </a:defRPr>
            </a:lvl3pPr>
            <a:lvl4pPr marL="16002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4pPr>
            <a:lvl5pPr marL="20574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5pPr>
            <a:lvl6pPr marL="25146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6pPr>
            <a:lvl7pPr marL="29718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7pPr>
            <a:lvl8pPr marL="34290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8pPr>
            <a:lvl9pPr marL="38862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9pPr>
          </a:lstStyle>
          <a:p>
            <a:pPr marL="0" marR="0" lvl="0" indent="0" algn="l" defTabSz="914400" rtl="0" eaLnBrk="1" fontAlgn="base" latinLnBrk="0" hangingPunct="1">
              <a:lnSpc>
                <a:spcPct val="100000"/>
              </a:lnSpc>
              <a:spcBef>
                <a:spcPct val="0"/>
              </a:spcBef>
              <a:spcAft>
                <a:spcPct val="0"/>
              </a:spcAft>
              <a:buClrTx/>
              <a:buSzTx/>
              <a:buFont typeface="Arial" panose="020B0604020202020204" pitchFamily="34" charset="0"/>
              <a:buNone/>
              <a:tabLst/>
              <a:defRPr/>
            </a:pPr>
            <a:r>
              <a:rPr kumimoji="0" lang="en-US" altLang="en-US" sz="2400" b="0" i="0" u="none" strike="noStrike" kern="1200" cap="none" spc="0" normalizeH="0" baseline="0" noProof="0" dirty="0" smtClean="0">
                <a:ln>
                  <a:noFill/>
                </a:ln>
                <a:solidFill>
                  <a:srgbClr val="333399"/>
                </a:solidFill>
                <a:effectLst/>
                <a:uLnTx/>
                <a:uFillTx/>
                <a:latin typeface="Arial" panose="020B0604020202020204" pitchFamily="34" charset="0"/>
                <a:ea typeface="+mn-ea"/>
                <a:cs typeface="Arial" panose="020B0604020202020204" pitchFamily="34" charset="0"/>
              </a:rPr>
              <a:t>ENGG404 </a:t>
            </a:r>
            <a:r>
              <a:rPr kumimoji="0" lang="en-US" altLang="en-US" sz="2400" b="0" i="0" u="none" strike="noStrike" kern="1200" cap="none" spc="0" normalizeH="0" baseline="0" noProof="0" dirty="0">
                <a:ln>
                  <a:noFill/>
                </a:ln>
                <a:solidFill>
                  <a:srgbClr val="333399"/>
                </a:solidFill>
                <a:effectLst/>
                <a:uLnTx/>
                <a:uFillTx/>
                <a:latin typeface="Arial" panose="020B0604020202020204" pitchFamily="34" charset="0"/>
                <a:ea typeface="+mn-ea"/>
                <a:cs typeface="Arial" panose="020B0604020202020204" pitchFamily="34" charset="0"/>
              </a:rPr>
              <a:t>Course Plan </a:t>
            </a:r>
            <a:r>
              <a:rPr kumimoji="0" lang="en-US" altLang="en-US" sz="2400" b="0" i="0" u="none" strike="noStrike" kern="1200" cap="none" spc="0" normalizeH="0" baseline="0" noProof="0" dirty="0" smtClean="0">
                <a:ln>
                  <a:noFill/>
                </a:ln>
                <a:solidFill>
                  <a:srgbClr val="333399"/>
                </a:solidFill>
                <a:effectLst/>
                <a:uLnTx/>
                <a:uFillTx/>
                <a:latin typeface="Arial" panose="020B0604020202020204" pitchFamily="34" charset="0"/>
                <a:ea typeface="+mn-ea"/>
                <a:cs typeface="Arial" panose="020B0604020202020204" pitchFamily="34" charset="0"/>
              </a:rPr>
              <a:t>Matches </a:t>
            </a:r>
            <a:r>
              <a:rPr kumimoji="0" lang="en-US" altLang="en-US" sz="2400" b="0" i="0" u="none" strike="noStrike" kern="1200" cap="none" spc="0" normalizeH="0" baseline="0" noProof="0" dirty="0" err="1" smtClean="0">
                <a:ln>
                  <a:noFill/>
                </a:ln>
                <a:solidFill>
                  <a:srgbClr val="333399"/>
                </a:solidFill>
                <a:effectLst/>
                <a:uLnTx/>
                <a:uFillTx/>
                <a:latin typeface="Arial" panose="020B0604020202020204" pitchFamily="34" charset="0"/>
                <a:ea typeface="+mn-ea"/>
                <a:cs typeface="Arial" panose="020B0604020202020204" pitchFamily="34" charset="0"/>
              </a:rPr>
              <a:t>eClass</a:t>
            </a:r>
            <a:r>
              <a:rPr kumimoji="0" lang="en-US" altLang="en-US" sz="2400" b="0" i="0" u="none" strike="noStrike" kern="1200" cap="none" spc="0" normalizeH="0" baseline="0" noProof="0" dirty="0">
                <a:ln>
                  <a:noFill/>
                </a:ln>
                <a:solidFill>
                  <a:srgbClr val="333399"/>
                </a:solidFill>
                <a:effectLst/>
                <a:uLnTx/>
                <a:uFillTx/>
                <a:latin typeface="Arial" panose="020B0604020202020204" pitchFamily="34" charset="0"/>
                <a:ea typeface="+mn-ea"/>
                <a:cs typeface="Arial" panose="020B0604020202020204" pitchFamily="34" charset="0"/>
              </a:rPr>
              <a:t>:</a:t>
            </a:r>
          </a:p>
        </p:txBody>
      </p:sp>
      <p:sp>
        <p:nvSpPr>
          <p:cNvPr id="12" name="Slide Number Placeholder 1"/>
          <p:cNvSpPr txBox="1">
            <a:spLocks noGrp="1"/>
          </p:cNvSpPr>
          <p:nvPr/>
        </p:nvSpPr>
        <p:spPr bwMode="auto">
          <a:xfrm>
            <a:off x="8280000" y="6300000"/>
            <a:ext cx="533400" cy="28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tx2"/>
              </a:buClr>
              <a:buSzPct val="65000"/>
              <a:buFont typeface="Wingdings" panose="05000000000000000000" pitchFamily="2" charset="2"/>
              <a:buChar char="v"/>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SzPct val="65000"/>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B9AAC074-F6B9-4EA4-AE59-9F9DB0D8944F}" type="slidenum">
              <a:rPr kumimoji="0" lang="en-US" altLang="en-US" sz="1200" b="1" i="1" u="none" strike="noStrike" kern="120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21</a:t>
            </a:fld>
            <a:endParaRPr kumimoji="0" lang="en-US" altLang="en-US" sz="1200" b="1" i="1" u="none" strike="noStrike" kern="120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sp>
        <p:nvSpPr>
          <p:cNvPr id="13" name="Google Shape;125;p2"/>
          <p:cNvSpPr/>
          <p:nvPr/>
        </p:nvSpPr>
        <p:spPr>
          <a:xfrm>
            <a:off x="2700000" y="6300000"/>
            <a:ext cx="5400000" cy="288000"/>
          </a:xfrm>
          <a:prstGeom prst="rect">
            <a:avLst/>
          </a:prstGeom>
          <a:no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Pts val="1600"/>
              <a:buFontTx/>
              <a:buNone/>
              <a:tabLst/>
              <a:defRPr/>
            </a:pPr>
            <a:r>
              <a:rPr kumimoji="0" lang="en-US" sz="1200" b="1" i="1" u="none" strike="noStrike" kern="0" cap="none" spc="0" normalizeH="0" baseline="0" noProof="0" dirty="0" smtClean="0">
                <a:ln>
                  <a:noFill/>
                </a:ln>
                <a:solidFill>
                  <a:srgbClr val="000000"/>
                </a:solidFill>
                <a:effectLst/>
                <a:uLnTx/>
                <a:uFillTx/>
                <a:latin typeface="Arial" charset="0"/>
                <a:ea typeface="Times New Roman"/>
                <a:cs typeface="Arial" panose="020B0604020202020204" pitchFamily="34" charset="0"/>
                <a:sym typeface="Times New Roman"/>
              </a:rPr>
              <a:t>ENGG404 Expectations, Course Syllabus, Course Plan, and Exam</a:t>
            </a:r>
            <a:endParaRPr kumimoji="0" lang="en-US" sz="1200" b="1" i="1" u="none" strike="noStrike" kern="0" cap="none" spc="0" normalizeH="0" baseline="0" noProof="0" dirty="0">
              <a:ln>
                <a:noFill/>
              </a:ln>
              <a:solidFill>
                <a:srgbClr val="000000"/>
              </a:solidFill>
              <a:effectLst/>
              <a:uLnTx/>
              <a:uFillTx/>
              <a:latin typeface="Arial" charset="0"/>
              <a:ea typeface="Times New Roman"/>
              <a:cs typeface="Arial" panose="020B0604020202020204" pitchFamily="34" charset="0"/>
              <a:sym typeface="Times New Roman"/>
            </a:endParaRPr>
          </a:p>
        </p:txBody>
      </p:sp>
      <p:cxnSp>
        <p:nvCxnSpPr>
          <p:cNvPr id="6" name="Straight Arrow Connector 5"/>
          <p:cNvCxnSpPr/>
          <p:nvPr/>
        </p:nvCxnSpPr>
        <p:spPr>
          <a:xfrm flipH="1">
            <a:off x="2438400" y="1828800"/>
            <a:ext cx="2153315" cy="1676400"/>
          </a:xfrm>
          <a:prstGeom prst="straightConnector1">
            <a:avLst/>
          </a:prstGeom>
          <a:ln w="762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p:nvPr/>
        </p:nvCxnSpPr>
        <p:spPr>
          <a:xfrm flipH="1">
            <a:off x="2514601" y="3054282"/>
            <a:ext cx="2083714" cy="831918"/>
          </a:xfrm>
          <a:prstGeom prst="straightConnector1">
            <a:avLst/>
          </a:prstGeom>
          <a:ln w="762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p:cNvCxnSpPr/>
          <p:nvPr/>
        </p:nvCxnSpPr>
        <p:spPr>
          <a:xfrm flipH="1">
            <a:off x="3733800" y="4419600"/>
            <a:ext cx="857915" cy="0"/>
          </a:xfrm>
          <a:prstGeom prst="straightConnector1">
            <a:avLst/>
          </a:prstGeom>
          <a:ln w="762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1" name="Rectangle 3"/>
          <p:cNvSpPr>
            <a:spLocks noChangeArrowheads="1"/>
          </p:cNvSpPr>
          <p:nvPr/>
        </p:nvSpPr>
        <p:spPr bwMode="auto">
          <a:xfrm>
            <a:off x="180000" y="828000"/>
            <a:ext cx="8640000" cy="5328000"/>
          </a:xfrm>
          <a:prstGeom prst="rect">
            <a:avLst/>
          </a:prstGeom>
          <a:noFill/>
          <a:ln w="9525">
            <a:noFill/>
            <a:miter lim="800000"/>
            <a:headEnd/>
            <a:tailEnd/>
          </a:ln>
        </p:spPr>
        <p:txBody>
          <a:bodyPr/>
          <a:lstStyle>
            <a:lvl1pPr marL="609600" indent="-609600">
              <a:lnSpc>
                <a:spcPct val="120000"/>
              </a:lnSpc>
              <a:spcBef>
                <a:spcPts val="1000"/>
              </a:spcBef>
              <a:buClr>
                <a:schemeClr val="tx1"/>
              </a:buClr>
              <a:buFont typeface="Arial" panose="020B0604020202020204" pitchFamily="34" charset="0"/>
              <a:buChar char="•"/>
              <a:defRPr sz="2000">
                <a:solidFill>
                  <a:schemeClr val="tx1"/>
                </a:solidFill>
                <a:latin typeface="Tw Cen MT" panose="020B0602020104020603" pitchFamily="34" charset="0"/>
              </a:defRPr>
            </a:lvl1pPr>
            <a:lvl2pPr marL="742950" indent="-285750">
              <a:lnSpc>
                <a:spcPct val="120000"/>
              </a:lnSpc>
              <a:spcBef>
                <a:spcPts val="500"/>
              </a:spcBef>
              <a:buClr>
                <a:schemeClr val="tx1"/>
              </a:buClr>
              <a:buFont typeface="Arial" panose="020B0604020202020204" pitchFamily="34" charset="0"/>
              <a:buChar char="•"/>
              <a:defRPr>
                <a:solidFill>
                  <a:schemeClr val="tx1"/>
                </a:solidFill>
                <a:latin typeface="Tw Cen MT" panose="020B0602020104020603" pitchFamily="34" charset="0"/>
              </a:defRPr>
            </a:lvl2pPr>
            <a:lvl3pPr marL="1143000" indent="-228600">
              <a:lnSpc>
                <a:spcPct val="120000"/>
              </a:lnSpc>
              <a:spcBef>
                <a:spcPts val="500"/>
              </a:spcBef>
              <a:buClr>
                <a:schemeClr val="tx1"/>
              </a:buClr>
              <a:buFont typeface="Arial" panose="020B0604020202020204" pitchFamily="34" charset="0"/>
              <a:buChar char="•"/>
              <a:defRPr sz="1600">
                <a:solidFill>
                  <a:schemeClr val="tx1"/>
                </a:solidFill>
                <a:latin typeface="Tw Cen MT" panose="020B0602020104020603" pitchFamily="34" charset="0"/>
              </a:defRPr>
            </a:lvl3pPr>
            <a:lvl4pPr marL="16002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4pPr>
            <a:lvl5pPr marL="20574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5pPr>
            <a:lvl6pPr marL="25146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6pPr>
            <a:lvl7pPr marL="29718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7pPr>
            <a:lvl8pPr marL="34290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8pPr>
            <a:lvl9pPr marL="38862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9pPr>
          </a:lstStyle>
          <a:p>
            <a:pPr marL="0" marR="0" lvl="0" indent="0" algn="l" defTabSz="914400" rtl="0" eaLnBrk="1" fontAlgn="auto" latinLnBrk="0" hangingPunct="1">
              <a:lnSpc>
                <a:spcPct val="110000"/>
              </a:lnSpc>
              <a:spcBef>
                <a:spcPts val="0"/>
              </a:spcBef>
              <a:spcAft>
                <a:spcPts val="0"/>
              </a:spcAft>
              <a:buClr>
                <a:srgbClr val="000000"/>
              </a:buClr>
              <a:buSzPts val="2000"/>
              <a:buFont typeface="Arial" panose="020B0604020202020204" pitchFamily="34" charset="0"/>
              <a:buNone/>
              <a:tabLst/>
              <a:defRPr/>
            </a:pPr>
            <a:r>
              <a:rPr kumimoji="0" lang="en-US" sz="2000" b="1" i="0" u="none" strike="noStrike" kern="0" cap="none" spc="0" normalizeH="0" baseline="0" noProof="0" dirty="0" smtClean="0">
                <a:ln>
                  <a:noFill/>
                </a:ln>
                <a:solidFill>
                  <a:srgbClr val="000000"/>
                </a:solidFill>
                <a:effectLst/>
                <a:uLnTx/>
                <a:uFillTx/>
                <a:latin typeface="Arial"/>
                <a:ea typeface="+mn-ea"/>
                <a:cs typeface="Arial"/>
                <a:sym typeface="Arial"/>
              </a:rPr>
              <a:t>The “Week #” tabs on </a:t>
            </a:r>
            <a:r>
              <a:rPr kumimoji="0" lang="en-US" sz="2000" b="1" i="0" u="none" strike="noStrike" kern="0" cap="none" spc="0" normalizeH="0" baseline="0" noProof="0" dirty="0" err="1" smtClean="0">
                <a:ln>
                  <a:noFill/>
                </a:ln>
                <a:solidFill>
                  <a:srgbClr val="000000"/>
                </a:solidFill>
                <a:effectLst/>
                <a:uLnTx/>
                <a:uFillTx/>
                <a:latin typeface="Arial"/>
                <a:ea typeface="+mn-ea"/>
                <a:cs typeface="Arial"/>
                <a:sym typeface="Arial"/>
              </a:rPr>
              <a:t>eClass</a:t>
            </a:r>
            <a:r>
              <a:rPr kumimoji="0" lang="en-US" sz="2000" b="1" i="0" u="none" strike="noStrike" kern="0" cap="none" spc="0" normalizeH="0" baseline="0" noProof="0" dirty="0" smtClean="0">
                <a:ln>
                  <a:noFill/>
                </a:ln>
                <a:solidFill>
                  <a:srgbClr val="000000"/>
                </a:solidFill>
                <a:effectLst/>
                <a:uLnTx/>
                <a:uFillTx/>
                <a:latin typeface="Arial"/>
                <a:ea typeface="+mn-ea"/>
                <a:cs typeface="Arial"/>
                <a:sym typeface="Arial"/>
              </a:rPr>
              <a:t> match the Course Plan</a:t>
            </a:r>
            <a:endParaRPr kumimoji="0" lang="en-US" sz="2000" b="1" i="0" u="none" strike="noStrike" kern="0" cap="none" spc="0" normalizeH="0" baseline="0" noProof="0" dirty="0">
              <a:ln>
                <a:noFill/>
              </a:ln>
              <a:solidFill>
                <a:srgbClr val="000000"/>
              </a:solidFill>
              <a:effectLst/>
              <a:uLnTx/>
              <a:uFillTx/>
              <a:latin typeface="Arial"/>
              <a:ea typeface="+mn-ea"/>
              <a:cs typeface="Arial"/>
              <a:sym typeface="Arial"/>
            </a:endParaRPr>
          </a:p>
        </p:txBody>
      </p:sp>
    </p:spTree>
    <p:extLst>
      <p:ext uri="{BB962C8B-B14F-4D97-AF65-F5344CB8AC3E}">
        <p14:creationId xmlns:p14="http://schemas.microsoft.com/office/powerpoint/2010/main" val="3146482072"/>
      </p:ext>
    </p:extLst>
  </p:cSld>
  <p:clrMapOvr>
    <a:masterClrMapping/>
  </p:clrMapOvr>
  <p:transition>
    <p:fade/>
  </p:transition>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3"/>
          <p:cNvSpPr>
            <a:spLocks noChangeArrowheads="1"/>
          </p:cNvSpPr>
          <p:nvPr/>
        </p:nvSpPr>
        <p:spPr bwMode="auto">
          <a:xfrm>
            <a:off x="180000" y="828000"/>
            <a:ext cx="8640000" cy="5328000"/>
          </a:xfrm>
          <a:prstGeom prst="rect">
            <a:avLst/>
          </a:prstGeom>
          <a:noFill/>
          <a:ln w="9525">
            <a:noFill/>
            <a:miter lim="800000"/>
            <a:headEnd/>
            <a:tailEnd/>
          </a:ln>
        </p:spPr>
        <p:txBody>
          <a:bodyPr/>
          <a:lstStyle>
            <a:lvl1pPr marL="609600" indent="-609600">
              <a:lnSpc>
                <a:spcPct val="120000"/>
              </a:lnSpc>
              <a:spcBef>
                <a:spcPts val="1000"/>
              </a:spcBef>
              <a:buClr>
                <a:schemeClr val="tx1"/>
              </a:buClr>
              <a:buFont typeface="Arial" panose="020B0604020202020204" pitchFamily="34" charset="0"/>
              <a:buChar char="•"/>
              <a:defRPr sz="2000">
                <a:solidFill>
                  <a:schemeClr val="tx1"/>
                </a:solidFill>
                <a:latin typeface="Tw Cen MT" panose="020B0602020104020603" pitchFamily="34" charset="0"/>
              </a:defRPr>
            </a:lvl1pPr>
            <a:lvl2pPr marL="742950" indent="-285750">
              <a:lnSpc>
                <a:spcPct val="120000"/>
              </a:lnSpc>
              <a:spcBef>
                <a:spcPts val="500"/>
              </a:spcBef>
              <a:buClr>
                <a:schemeClr val="tx1"/>
              </a:buClr>
              <a:buFont typeface="Arial" panose="020B0604020202020204" pitchFamily="34" charset="0"/>
              <a:buChar char="•"/>
              <a:defRPr>
                <a:solidFill>
                  <a:schemeClr val="tx1"/>
                </a:solidFill>
                <a:latin typeface="Tw Cen MT" panose="020B0602020104020603" pitchFamily="34" charset="0"/>
              </a:defRPr>
            </a:lvl2pPr>
            <a:lvl3pPr marL="1143000" indent="-228600">
              <a:lnSpc>
                <a:spcPct val="120000"/>
              </a:lnSpc>
              <a:spcBef>
                <a:spcPts val="500"/>
              </a:spcBef>
              <a:buClr>
                <a:schemeClr val="tx1"/>
              </a:buClr>
              <a:buFont typeface="Arial" panose="020B0604020202020204" pitchFamily="34" charset="0"/>
              <a:buChar char="•"/>
              <a:defRPr sz="1600">
                <a:solidFill>
                  <a:schemeClr val="tx1"/>
                </a:solidFill>
                <a:latin typeface="Tw Cen MT" panose="020B0602020104020603" pitchFamily="34" charset="0"/>
              </a:defRPr>
            </a:lvl3pPr>
            <a:lvl4pPr marL="16002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4pPr>
            <a:lvl5pPr marL="20574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5pPr>
            <a:lvl6pPr marL="25146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6pPr>
            <a:lvl7pPr marL="29718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7pPr>
            <a:lvl8pPr marL="34290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8pPr>
            <a:lvl9pPr marL="38862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9pPr>
          </a:lstStyle>
          <a:p>
            <a:pPr marL="457200" lvl="0" indent="-457200" fontAlgn="auto">
              <a:lnSpc>
                <a:spcPct val="110000"/>
              </a:lnSpc>
              <a:spcBef>
                <a:spcPts val="400"/>
              </a:spcBef>
              <a:spcAft>
                <a:spcPts val="0"/>
              </a:spcAft>
              <a:buClr>
                <a:srgbClr val="000000"/>
              </a:buClr>
              <a:buSzPts val="2000"/>
              <a:buFont typeface="Noto Sans Symbols"/>
              <a:buChar char="⮚"/>
              <a:defRPr/>
            </a:pPr>
            <a:r>
              <a:rPr lang="en-US" b="0" kern="0" dirty="0">
                <a:solidFill>
                  <a:srgbClr val="000000"/>
                </a:solidFill>
                <a:latin typeface="Arial"/>
                <a:cs typeface="Arial"/>
                <a:sym typeface="Arial"/>
              </a:rPr>
              <a:t>Go to your email </a:t>
            </a:r>
            <a:r>
              <a:rPr lang="en-US" kern="0" dirty="0">
                <a:solidFill>
                  <a:srgbClr val="000000"/>
                </a:solidFill>
                <a:latin typeface="Arial"/>
                <a:cs typeface="Arial"/>
                <a:sym typeface="Arial"/>
              </a:rPr>
              <a:t>APPS</a:t>
            </a:r>
            <a:r>
              <a:rPr lang="en-US" b="0" kern="0" dirty="0">
                <a:solidFill>
                  <a:srgbClr val="000000"/>
                </a:solidFill>
                <a:latin typeface="Arial"/>
                <a:cs typeface="Arial"/>
                <a:sym typeface="Arial"/>
              </a:rPr>
              <a:t> icon</a:t>
            </a:r>
          </a:p>
          <a:p>
            <a:pPr marL="457200" lvl="0" indent="-457200" fontAlgn="auto">
              <a:lnSpc>
                <a:spcPct val="110000"/>
              </a:lnSpc>
              <a:spcBef>
                <a:spcPts val="400"/>
              </a:spcBef>
              <a:spcAft>
                <a:spcPts val="0"/>
              </a:spcAft>
              <a:buClr>
                <a:srgbClr val="000000"/>
              </a:buClr>
              <a:buSzPts val="2000"/>
              <a:buFont typeface="Noto Sans Symbols"/>
              <a:buChar char="⮚"/>
              <a:defRPr/>
            </a:pPr>
            <a:r>
              <a:rPr lang="en-US" b="0" kern="0" dirty="0">
                <a:solidFill>
                  <a:srgbClr val="000000"/>
                </a:solidFill>
                <a:latin typeface="Arial"/>
                <a:cs typeface="Arial"/>
                <a:sym typeface="Arial"/>
              </a:rPr>
              <a:t>Select </a:t>
            </a:r>
            <a:r>
              <a:rPr lang="en-US" kern="0" dirty="0">
                <a:solidFill>
                  <a:srgbClr val="000000"/>
                </a:solidFill>
                <a:latin typeface="Arial"/>
                <a:cs typeface="Arial"/>
                <a:sym typeface="Arial"/>
              </a:rPr>
              <a:t>Drive</a:t>
            </a:r>
          </a:p>
          <a:p>
            <a:pPr marL="457200" lvl="0" indent="-457200" fontAlgn="auto">
              <a:lnSpc>
                <a:spcPct val="110000"/>
              </a:lnSpc>
              <a:spcBef>
                <a:spcPts val="400"/>
              </a:spcBef>
              <a:spcAft>
                <a:spcPts val="0"/>
              </a:spcAft>
              <a:buClr>
                <a:srgbClr val="000000"/>
              </a:buClr>
              <a:buSzPts val="2000"/>
              <a:buFont typeface="Noto Sans Symbols"/>
              <a:buChar char="⮚"/>
              <a:defRPr/>
            </a:pPr>
            <a:r>
              <a:rPr lang="en-US" b="0" kern="0" dirty="0">
                <a:solidFill>
                  <a:srgbClr val="000000"/>
                </a:solidFill>
                <a:latin typeface="Arial"/>
                <a:cs typeface="Arial"/>
                <a:sym typeface="Arial"/>
              </a:rPr>
              <a:t>Under </a:t>
            </a:r>
            <a:r>
              <a:rPr lang="en-US" kern="0" dirty="0">
                <a:solidFill>
                  <a:srgbClr val="000000"/>
                </a:solidFill>
                <a:latin typeface="Arial"/>
                <a:cs typeface="Arial"/>
                <a:sym typeface="Arial"/>
              </a:rPr>
              <a:t>Drive</a:t>
            </a:r>
            <a:r>
              <a:rPr lang="en-US" b="0" kern="0" dirty="0">
                <a:solidFill>
                  <a:srgbClr val="000000"/>
                </a:solidFill>
                <a:latin typeface="Arial"/>
                <a:cs typeface="Arial"/>
                <a:sym typeface="Arial"/>
              </a:rPr>
              <a:t>, select Shared Drives, then select </a:t>
            </a:r>
            <a:r>
              <a:rPr lang="en-US" b="0" kern="0" dirty="0" smtClean="0">
                <a:solidFill>
                  <a:srgbClr val="000000"/>
                </a:solidFill>
                <a:latin typeface="Arial"/>
                <a:cs typeface="Arial"/>
                <a:sym typeface="Arial"/>
              </a:rPr>
              <a:t/>
            </a:r>
            <a:br>
              <a:rPr lang="en-US" b="0" kern="0" dirty="0" smtClean="0">
                <a:solidFill>
                  <a:srgbClr val="000000"/>
                </a:solidFill>
                <a:latin typeface="Arial"/>
                <a:cs typeface="Arial"/>
                <a:sym typeface="Arial"/>
              </a:rPr>
            </a:br>
            <a:r>
              <a:rPr lang="en-US" kern="0" dirty="0" smtClean="0">
                <a:solidFill>
                  <a:srgbClr val="000000"/>
                </a:solidFill>
                <a:latin typeface="Arial"/>
                <a:cs typeface="Arial"/>
                <a:sym typeface="Arial"/>
              </a:rPr>
              <a:t>ENGG404 Student </a:t>
            </a:r>
            <a:r>
              <a:rPr lang="en-US" kern="0" dirty="0">
                <a:solidFill>
                  <a:srgbClr val="000000"/>
                </a:solidFill>
                <a:latin typeface="Arial"/>
                <a:cs typeface="Arial"/>
                <a:sym typeface="Arial"/>
              </a:rPr>
              <a:t>Resources</a:t>
            </a:r>
            <a:endParaRPr lang="en-US" b="0" kern="0" dirty="0">
              <a:solidFill>
                <a:srgbClr val="000000"/>
              </a:solidFill>
              <a:latin typeface="Arial"/>
              <a:cs typeface="Arial"/>
              <a:sym typeface="Arial"/>
            </a:endParaRPr>
          </a:p>
        </p:txBody>
      </p:sp>
      <p:sp>
        <p:nvSpPr>
          <p:cNvPr id="9" name="Rectangle 2"/>
          <p:cNvSpPr>
            <a:spLocks noChangeArrowheads="1"/>
          </p:cNvSpPr>
          <p:nvPr/>
        </p:nvSpPr>
        <p:spPr bwMode="auto">
          <a:xfrm>
            <a:off x="180000" y="216000"/>
            <a:ext cx="8640000" cy="504000"/>
          </a:xfrm>
          <a:prstGeom prst="rect">
            <a:avLst/>
          </a:prstGeom>
          <a:noFill/>
          <a:ln>
            <a:noFill/>
          </a:ln>
          <a:extLst/>
        </p:spPr>
        <p:txBody>
          <a:bodyPr anchor="ctr"/>
          <a:lstStyle>
            <a:lvl1pPr>
              <a:lnSpc>
                <a:spcPct val="120000"/>
              </a:lnSpc>
              <a:spcBef>
                <a:spcPts val="1000"/>
              </a:spcBef>
              <a:buClr>
                <a:schemeClr val="tx1"/>
              </a:buClr>
              <a:buFont typeface="Arial" panose="020B0604020202020204" pitchFamily="34" charset="0"/>
              <a:buChar char="•"/>
              <a:defRPr sz="2000">
                <a:solidFill>
                  <a:schemeClr val="tx1"/>
                </a:solidFill>
                <a:latin typeface="Tw Cen MT" panose="020B0602020104020603" pitchFamily="34" charset="0"/>
              </a:defRPr>
            </a:lvl1pPr>
            <a:lvl2pPr marL="742950" indent="-285750">
              <a:lnSpc>
                <a:spcPct val="120000"/>
              </a:lnSpc>
              <a:spcBef>
                <a:spcPts val="500"/>
              </a:spcBef>
              <a:buClr>
                <a:schemeClr val="tx1"/>
              </a:buClr>
              <a:buFont typeface="Arial" panose="020B0604020202020204" pitchFamily="34" charset="0"/>
              <a:buChar char="•"/>
              <a:defRPr>
                <a:solidFill>
                  <a:schemeClr val="tx1"/>
                </a:solidFill>
                <a:latin typeface="Tw Cen MT" panose="020B0602020104020603" pitchFamily="34" charset="0"/>
              </a:defRPr>
            </a:lvl2pPr>
            <a:lvl3pPr marL="1143000" indent="-228600">
              <a:lnSpc>
                <a:spcPct val="120000"/>
              </a:lnSpc>
              <a:spcBef>
                <a:spcPts val="500"/>
              </a:spcBef>
              <a:buClr>
                <a:schemeClr val="tx1"/>
              </a:buClr>
              <a:buFont typeface="Arial" panose="020B0604020202020204" pitchFamily="34" charset="0"/>
              <a:buChar char="•"/>
              <a:defRPr sz="1600">
                <a:solidFill>
                  <a:schemeClr val="tx1"/>
                </a:solidFill>
                <a:latin typeface="Tw Cen MT" panose="020B0602020104020603" pitchFamily="34" charset="0"/>
              </a:defRPr>
            </a:lvl3pPr>
            <a:lvl4pPr marL="16002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4pPr>
            <a:lvl5pPr marL="20574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5pPr>
            <a:lvl6pPr marL="25146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6pPr>
            <a:lvl7pPr marL="29718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7pPr>
            <a:lvl8pPr marL="34290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8pPr>
            <a:lvl9pPr marL="38862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9pPr>
          </a:lstStyle>
          <a:p>
            <a:pPr lvl="0">
              <a:lnSpc>
                <a:spcPct val="100000"/>
              </a:lnSpc>
              <a:spcBef>
                <a:spcPct val="0"/>
              </a:spcBef>
              <a:buClrTx/>
              <a:buNone/>
            </a:pPr>
            <a:r>
              <a:rPr lang="en-US" altLang="en-US" sz="2400" b="0" dirty="0">
                <a:solidFill>
                  <a:srgbClr val="333399"/>
                </a:solidFill>
                <a:latin typeface="Arial" panose="020B0604020202020204" pitchFamily="34" charset="0"/>
                <a:cs typeface="Arial" panose="020B0604020202020204" pitchFamily="34" charset="0"/>
              </a:rPr>
              <a:t>ENGG404 </a:t>
            </a:r>
            <a:r>
              <a:rPr lang="en-US" altLang="en-US" sz="2400" b="0" dirty="0" smtClean="0">
                <a:solidFill>
                  <a:srgbClr val="333399"/>
                </a:solidFill>
                <a:latin typeface="Arial" panose="020B0604020202020204" pitchFamily="34" charset="0"/>
                <a:cs typeface="Arial" panose="020B0604020202020204" pitchFamily="34" charset="0"/>
              </a:rPr>
              <a:t>Student </a:t>
            </a:r>
            <a:r>
              <a:rPr lang="en-US" altLang="en-US" sz="2400" b="0" dirty="0">
                <a:solidFill>
                  <a:srgbClr val="333399"/>
                </a:solidFill>
                <a:latin typeface="Arial" panose="020B0604020202020204" pitchFamily="34" charset="0"/>
                <a:cs typeface="Arial" panose="020B0604020202020204" pitchFamily="34" charset="0"/>
              </a:rPr>
              <a:t>Resources:</a:t>
            </a:r>
          </a:p>
        </p:txBody>
      </p:sp>
      <p:sp>
        <p:nvSpPr>
          <p:cNvPr id="12" name="Slide Number Placeholder 1"/>
          <p:cNvSpPr txBox="1">
            <a:spLocks noGrp="1"/>
          </p:cNvSpPr>
          <p:nvPr/>
        </p:nvSpPr>
        <p:spPr bwMode="auto">
          <a:xfrm>
            <a:off x="8280000" y="6300000"/>
            <a:ext cx="533400" cy="28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tx2"/>
              </a:buClr>
              <a:buSzPct val="65000"/>
              <a:buFont typeface="Wingdings" panose="05000000000000000000" pitchFamily="2" charset="2"/>
              <a:buChar char="v"/>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SzPct val="65000"/>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B9AAC074-F6B9-4EA4-AE59-9F9DB0D8944F}" type="slidenum">
              <a:rPr kumimoji="0" lang="en-US" altLang="en-US" sz="1200" b="1" i="1" u="none" strike="noStrike" kern="120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22</a:t>
            </a:fld>
            <a:endParaRPr kumimoji="0" lang="en-US" altLang="en-US" sz="1200" b="1" i="1" u="none" strike="noStrike" kern="120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sp>
        <p:nvSpPr>
          <p:cNvPr id="13" name="Google Shape;125;p2"/>
          <p:cNvSpPr/>
          <p:nvPr/>
        </p:nvSpPr>
        <p:spPr>
          <a:xfrm>
            <a:off x="2700000" y="6300000"/>
            <a:ext cx="5400000" cy="288000"/>
          </a:xfrm>
          <a:prstGeom prst="rect">
            <a:avLst/>
          </a:prstGeom>
          <a:no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Pts val="1600"/>
              <a:buFontTx/>
              <a:buNone/>
              <a:tabLst/>
              <a:defRPr/>
            </a:pPr>
            <a:r>
              <a:rPr kumimoji="0" lang="en-US" sz="1200" b="1" i="1" u="none" strike="noStrike" kern="0" cap="none" spc="0" normalizeH="0" baseline="0" noProof="0" dirty="0" smtClean="0">
                <a:ln>
                  <a:noFill/>
                </a:ln>
                <a:solidFill>
                  <a:srgbClr val="000000"/>
                </a:solidFill>
                <a:effectLst/>
                <a:uLnTx/>
                <a:uFillTx/>
                <a:latin typeface="Arial" charset="0"/>
                <a:ea typeface="Times New Roman"/>
                <a:cs typeface="Arial" panose="020B0604020202020204" pitchFamily="34" charset="0"/>
                <a:sym typeface="Times New Roman"/>
              </a:rPr>
              <a:t>ENGG404 Expectations, Course Syllabus, Course Plan, and Exam</a:t>
            </a:r>
            <a:endParaRPr kumimoji="0" lang="en-US" sz="1200" b="1" i="1" u="none" strike="noStrike" kern="0" cap="none" spc="0" normalizeH="0" baseline="0" noProof="0" dirty="0">
              <a:ln>
                <a:noFill/>
              </a:ln>
              <a:solidFill>
                <a:srgbClr val="000000"/>
              </a:solidFill>
              <a:effectLst/>
              <a:uLnTx/>
              <a:uFillTx/>
              <a:latin typeface="Arial" charset="0"/>
              <a:ea typeface="Times New Roman"/>
              <a:cs typeface="Arial" panose="020B0604020202020204" pitchFamily="34" charset="0"/>
              <a:sym typeface="Times New Roman"/>
            </a:endParaRPr>
          </a:p>
        </p:txBody>
      </p:sp>
      <p:pic>
        <p:nvPicPr>
          <p:cNvPr id="6" name="Picture 5"/>
          <p:cNvPicPr>
            <a:picLocks noChangeAspect="1"/>
          </p:cNvPicPr>
          <p:nvPr/>
        </p:nvPicPr>
        <p:blipFill>
          <a:blip r:embed="rId3"/>
          <a:stretch>
            <a:fillRect/>
          </a:stretch>
        </p:blipFill>
        <p:spPr>
          <a:xfrm>
            <a:off x="294762" y="2421817"/>
            <a:ext cx="2405238" cy="2659568"/>
          </a:xfrm>
          <a:prstGeom prst="rect">
            <a:avLst/>
          </a:prstGeom>
          <a:ln>
            <a:solidFill>
              <a:schemeClr val="tx2"/>
            </a:solidFill>
          </a:ln>
        </p:spPr>
      </p:pic>
      <p:pic>
        <p:nvPicPr>
          <p:cNvPr id="10" name="Picture 9"/>
          <p:cNvPicPr>
            <a:picLocks noChangeAspect="1"/>
          </p:cNvPicPr>
          <p:nvPr/>
        </p:nvPicPr>
        <p:blipFill>
          <a:blip r:embed="rId4"/>
          <a:stretch>
            <a:fillRect/>
          </a:stretch>
        </p:blipFill>
        <p:spPr>
          <a:xfrm>
            <a:off x="3111313" y="2421817"/>
            <a:ext cx="1547244" cy="2278359"/>
          </a:xfrm>
          <a:prstGeom prst="rect">
            <a:avLst/>
          </a:prstGeom>
          <a:ln>
            <a:solidFill>
              <a:schemeClr val="tx2"/>
            </a:solidFill>
          </a:ln>
        </p:spPr>
      </p:pic>
      <p:pic>
        <p:nvPicPr>
          <p:cNvPr id="3" name="Picture 2"/>
          <p:cNvPicPr>
            <a:picLocks noChangeAspect="1"/>
          </p:cNvPicPr>
          <p:nvPr/>
        </p:nvPicPr>
        <p:blipFill>
          <a:blip r:embed="rId5"/>
          <a:stretch>
            <a:fillRect/>
          </a:stretch>
        </p:blipFill>
        <p:spPr>
          <a:xfrm>
            <a:off x="4924366" y="2209680"/>
            <a:ext cx="3988415" cy="3946320"/>
          </a:xfrm>
          <a:prstGeom prst="rect">
            <a:avLst/>
          </a:prstGeom>
          <a:ln>
            <a:solidFill>
              <a:schemeClr val="tx1"/>
            </a:solidFill>
          </a:ln>
        </p:spPr>
      </p:pic>
      <p:cxnSp>
        <p:nvCxnSpPr>
          <p:cNvPr id="11" name="Straight Arrow Connector 10"/>
          <p:cNvCxnSpPr/>
          <p:nvPr/>
        </p:nvCxnSpPr>
        <p:spPr>
          <a:xfrm>
            <a:off x="2438400" y="3962400"/>
            <a:ext cx="838200" cy="381000"/>
          </a:xfrm>
          <a:prstGeom prst="straightConnector1">
            <a:avLst/>
          </a:prstGeom>
          <a:ln w="762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p:nvPr/>
        </p:nvCxnSpPr>
        <p:spPr>
          <a:xfrm flipV="1">
            <a:off x="4495800" y="2895600"/>
            <a:ext cx="2057400" cy="1447800"/>
          </a:xfrm>
          <a:prstGeom prst="straightConnector1">
            <a:avLst/>
          </a:prstGeom>
          <a:ln w="762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42989212"/>
      </p:ext>
    </p:extLst>
  </p:cSld>
  <p:clrMapOvr>
    <a:masterClrMapping/>
  </p:clrMapOvr>
  <p:transition>
    <p:fade/>
  </p:transition>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3"/>
          <p:cNvSpPr>
            <a:spLocks noChangeArrowheads="1"/>
          </p:cNvSpPr>
          <p:nvPr/>
        </p:nvSpPr>
        <p:spPr bwMode="auto">
          <a:xfrm>
            <a:off x="180000" y="828000"/>
            <a:ext cx="8640000" cy="5328000"/>
          </a:xfrm>
          <a:prstGeom prst="rect">
            <a:avLst/>
          </a:prstGeom>
          <a:noFill/>
          <a:ln w="9525">
            <a:noFill/>
            <a:miter lim="800000"/>
            <a:headEnd/>
            <a:tailEnd/>
          </a:ln>
        </p:spPr>
        <p:txBody>
          <a:bodyPr/>
          <a:lstStyle>
            <a:lvl1pPr marL="609600" indent="-609600">
              <a:lnSpc>
                <a:spcPct val="120000"/>
              </a:lnSpc>
              <a:spcBef>
                <a:spcPts val="1000"/>
              </a:spcBef>
              <a:buClr>
                <a:schemeClr val="tx1"/>
              </a:buClr>
              <a:buFont typeface="Arial" panose="020B0604020202020204" pitchFamily="34" charset="0"/>
              <a:buChar char="•"/>
              <a:defRPr sz="2000">
                <a:solidFill>
                  <a:schemeClr val="tx1"/>
                </a:solidFill>
                <a:latin typeface="Tw Cen MT" panose="020B0602020104020603" pitchFamily="34" charset="0"/>
              </a:defRPr>
            </a:lvl1pPr>
            <a:lvl2pPr marL="742950" indent="-285750">
              <a:lnSpc>
                <a:spcPct val="120000"/>
              </a:lnSpc>
              <a:spcBef>
                <a:spcPts val="500"/>
              </a:spcBef>
              <a:buClr>
                <a:schemeClr val="tx1"/>
              </a:buClr>
              <a:buFont typeface="Arial" panose="020B0604020202020204" pitchFamily="34" charset="0"/>
              <a:buChar char="•"/>
              <a:defRPr>
                <a:solidFill>
                  <a:schemeClr val="tx1"/>
                </a:solidFill>
                <a:latin typeface="Tw Cen MT" panose="020B0602020104020603" pitchFamily="34" charset="0"/>
              </a:defRPr>
            </a:lvl2pPr>
            <a:lvl3pPr marL="1143000" indent="-228600">
              <a:lnSpc>
                <a:spcPct val="120000"/>
              </a:lnSpc>
              <a:spcBef>
                <a:spcPts val="500"/>
              </a:spcBef>
              <a:buClr>
                <a:schemeClr val="tx1"/>
              </a:buClr>
              <a:buFont typeface="Arial" panose="020B0604020202020204" pitchFamily="34" charset="0"/>
              <a:buChar char="•"/>
              <a:defRPr sz="1600">
                <a:solidFill>
                  <a:schemeClr val="tx1"/>
                </a:solidFill>
                <a:latin typeface="Tw Cen MT" panose="020B0602020104020603" pitchFamily="34" charset="0"/>
              </a:defRPr>
            </a:lvl3pPr>
            <a:lvl4pPr marL="16002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4pPr>
            <a:lvl5pPr marL="20574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5pPr>
            <a:lvl6pPr marL="25146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6pPr>
            <a:lvl7pPr marL="29718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7pPr>
            <a:lvl8pPr marL="34290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8pPr>
            <a:lvl9pPr marL="38862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9pPr>
          </a:lstStyle>
          <a:p>
            <a:pPr marL="457200" lvl="0" indent="-457200" fontAlgn="auto">
              <a:lnSpc>
                <a:spcPct val="110000"/>
              </a:lnSpc>
              <a:spcBef>
                <a:spcPts val="400"/>
              </a:spcBef>
              <a:spcAft>
                <a:spcPts val="0"/>
              </a:spcAft>
              <a:buClr>
                <a:srgbClr val="000000"/>
              </a:buClr>
              <a:buSzPts val="2000"/>
              <a:buFont typeface="Noto Sans Symbols"/>
              <a:buChar char="⮚"/>
              <a:defRPr/>
            </a:pPr>
            <a:endParaRPr lang="en-US" b="0" kern="0" dirty="0" smtClean="0">
              <a:solidFill>
                <a:srgbClr val="000000"/>
              </a:solidFill>
              <a:latin typeface="Arial"/>
              <a:cs typeface="Arial"/>
              <a:sym typeface="Arial"/>
            </a:endParaRPr>
          </a:p>
          <a:p>
            <a:pPr marL="457200" lvl="0" indent="-457200" fontAlgn="auto">
              <a:lnSpc>
                <a:spcPct val="110000"/>
              </a:lnSpc>
              <a:spcBef>
                <a:spcPts val="400"/>
              </a:spcBef>
              <a:spcAft>
                <a:spcPts val="0"/>
              </a:spcAft>
              <a:buClr>
                <a:srgbClr val="000000"/>
              </a:buClr>
              <a:buSzPts val="2000"/>
              <a:buFont typeface="Noto Sans Symbols"/>
              <a:buChar char="⮚"/>
              <a:defRPr/>
            </a:pPr>
            <a:r>
              <a:rPr lang="en-US" b="0" kern="0" dirty="0" smtClean="0">
                <a:solidFill>
                  <a:srgbClr val="000000"/>
                </a:solidFill>
                <a:latin typeface="Arial"/>
                <a:cs typeface="Arial"/>
                <a:sym typeface="Arial"/>
              </a:rPr>
              <a:t>Not all slides in a PPT have equal time weighting!</a:t>
            </a:r>
          </a:p>
          <a:p>
            <a:pPr marL="457200" lvl="0" indent="-457200" fontAlgn="auto">
              <a:lnSpc>
                <a:spcPct val="110000"/>
              </a:lnSpc>
              <a:spcBef>
                <a:spcPts val="400"/>
              </a:spcBef>
              <a:spcAft>
                <a:spcPts val="0"/>
              </a:spcAft>
              <a:buClr>
                <a:srgbClr val="000000"/>
              </a:buClr>
              <a:buSzPts val="2000"/>
              <a:buFont typeface="Noto Sans Symbols"/>
              <a:buChar char="⮚"/>
              <a:defRPr/>
            </a:pPr>
            <a:endParaRPr lang="en-US" b="0" kern="0" dirty="0" smtClean="0">
              <a:solidFill>
                <a:srgbClr val="000000"/>
              </a:solidFill>
              <a:latin typeface="Arial"/>
              <a:cs typeface="Arial"/>
              <a:sym typeface="Arial"/>
            </a:endParaRPr>
          </a:p>
          <a:p>
            <a:pPr marL="457200" lvl="0" indent="-457200" fontAlgn="auto">
              <a:lnSpc>
                <a:spcPct val="110000"/>
              </a:lnSpc>
              <a:spcBef>
                <a:spcPts val="400"/>
              </a:spcBef>
              <a:spcAft>
                <a:spcPts val="0"/>
              </a:spcAft>
              <a:buClr>
                <a:srgbClr val="000000"/>
              </a:buClr>
              <a:buSzPts val="2000"/>
              <a:buFont typeface="Noto Sans Symbols"/>
              <a:buChar char="⮚"/>
              <a:defRPr/>
            </a:pPr>
            <a:r>
              <a:rPr lang="en-US" b="0" kern="0" dirty="0" smtClean="0">
                <a:solidFill>
                  <a:srgbClr val="000000"/>
                </a:solidFill>
                <a:latin typeface="Arial"/>
                <a:cs typeface="Arial"/>
                <a:sym typeface="Arial"/>
              </a:rPr>
              <a:t>The lecturer will spend more time on key slides and may touch on other slides. </a:t>
            </a:r>
          </a:p>
          <a:p>
            <a:pPr marL="457200" lvl="0" indent="-457200" fontAlgn="auto">
              <a:lnSpc>
                <a:spcPct val="110000"/>
              </a:lnSpc>
              <a:spcBef>
                <a:spcPts val="400"/>
              </a:spcBef>
              <a:spcAft>
                <a:spcPts val="0"/>
              </a:spcAft>
              <a:buClr>
                <a:srgbClr val="000000"/>
              </a:buClr>
              <a:buSzPts val="2000"/>
              <a:buFont typeface="Noto Sans Symbols"/>
              <a:buChar char="⮚"/>
              <a:defRPr/>
            </a:pPr>
            <a:endParaRPr lang="en-US" b="0" kern="0" dirty="0">
              <a:solidFill>
                <a:srgbClr val="000000"/>
              </a:solidFill>
              <a:latin typeface="Arial"/>
              <a:cs typeface="Arial"/>
              <a:sym typeface="Arial"/>
            </a:endParaRPr>
          </a:p>
          <a:p>
            <a:pPr marL="457200" lvl="0" indent="-457200" fontAlgn="auto">
              <a:lnSpc>
                <a:spcPct val="110000"/>
              </a:lnSpc>
              <a:spcBef>
                <a:spcPts val="400"/>
              </a:spcBef>
              <a:spcAft>
                <a:spcPts val="0"/>
              </a:spcAft>
              <a:buClr>
                <a:srgbClr val="000000"/>
              </a:buClr>
              <a:buSzPts val="2000"/>
              <a:buFont typeface="Noto Sans Symbols"/>
              <a:buChar char="⮚"/>
              <a:defRPr/>
            </a:pPr>
            <a:r>
              <a:rPr lang="en-US" b="0" kern="0" dirty="0" smtClean="0">
                <a:solidFill>
                  <a:srgbClr val="000000"/>
                </a:solidFill>
                <a:latin typeface="Arial"/>
                <a:cs typeface="Arial"/>
                <a:sym typeface="Arial"/>
              </a:rPr>
              <a:t>Attendance at lectures and seminars will be necessary to discern the difference. </a:t>
            </a:r>
            <a:endParaRPr lang="en-US" b="0" kern="0" dirty="0">
              <a:solidFill>
                <a:srgbClr val="000000"/>
              </a:solidFill>
              <a:latin typeface="Arial"/>
              <a:cs typeface="Arial"/>
              <a:sym typeface="Arial"/>
            </a:endParaRPr>
          </a:p>
        </p:txBody>
      </p:sp>
      <p:sp>
        <p:nvSpPr>
          <p:cNvPr id="9" name="Rectangle 2"/>
          <p:cNvSpPr>
            <a:spLocks noChangeArrowheads="1"/>
          </p:cNvSpPr>
          <p:nvPr/>
        </p:nvSpPr>
        <p:spPr bwMode="auto">
          <a:xfrm>
            <a:off x="180000" y="216000"/>
            <a:ext cx="8640000" cy="504000"/>
          </a:xfrm>
          <a:prstGeom prst="rect">
            <a:avLst/>
          </a:prstGeom>
          <a:noFill/>
          <a:ln>
            <a:noFill/>
          </a:ln>
          <a:extLst/>
        </p:spPr>
        <p:txBody>
          <a:bodyPr anchor="ctr"/>
          <a:lstStyle>
            <a:lvl1pPr>
              <a:lnSpc>
                <a:spcPct val="120000"/>
              </a:lnSpc>
              <a:spcBef>
                <a:spcPts val="1000"/>
              </a:spcBef>
              <a:buClr>
                <a:schemeClr val="tx1"/>
              </a:buClr>
              <a:buFont typeface="Arial" panose="020B0604020202020204" pitchFamily="34" charset="0"/>
              <a:buChar char="•"/>
              <a:defRPr sz="2000">
                <a:solidFill>
                  <a:schemeClr val="tx1"/>
                </a:solidFill>
                <a:latin typeface="Tw Cen MT" panose="020B0602020104020603" pitchFamily="34" charset="0"/>
              </a:defRPr>
            </a:lvl1pPr>
            <a:lvl2pPr marL="742950" indent="-285750">
              <a:lnSpc>
                <a:spcPct val="120000"/>
              </a:lnSpc>
              <a:spcBef>
                <a:spcPts val="500"/>
              </a:spcBef>
              <a:buClr>
                <a:schemeClr val="tx1"/>
              </a:buClr>
              <a:buFont typeface="Arial" panose="020B0604020202020204" pitchFamily="34" charset="0"/>
              <a:buChar char="•"/>
              <a:defRPr>
                <a:solidFill>
                  <a:schemeClr val="tx1"/>
                </a:solidFill>
                <a:latin typeface="Tw Cen MT" panose="020B0602020104020603" pitchFamily="34" charset="0"/>
              </a:defRPr>
            </a:lvl2pPr>
            <a:lvl3pPr marL="1143000" indent="-228600">
              <a:lnSpc>
                <a:spcPct val="120000"/>
              </a:lnSpc>
              <a:spcBef>
                <a:spcPts val="500"/>
              </a:spcBef>
              <a:buClr>
                <a:schemeClr val="tx1"/>
              </a:buClr>
              <a:buFont typeface="Arial" panose="020B0604020202020204" pitchFamily="34" charset="0"/>
              <a:buChar char="•"/>
              <a:defRPr sz="1600">
                <a:solidFill>
                  <a:schemeClr val="tx1"/>
                </a:solidFill>
                <a:latin typeface="Tw Cen MT" panose="020B0602020104020603" pitchFamily="34" charset="0"/>
              </a:defRPr>
            </a:lvl3pPr>
            <a:lvl4pPr marL="16002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4pPr>
            <a:lvl5pPr marL="20574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5pPr>
            <a:lvl6pPr marL="25146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6pPr>
            <a:lvl7pPr marL="29718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7pPr>
            <a:lvl8pPr marL="34290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8pPr>
            <a:lvl9pPr marL="38862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9pPr>
          </a:lstStyle>
          <a:p>
            <a:pPr lvl="0">
              <a:lnSpc>
                <a:spcPct val="100000"/>
              </a:lnSpc>
              <a:spcBef>
                <a:spcPct val="0"/>
              </a:spcBef>
              <a:buClrTx/>
              <a:buNone/>
            </a:pPr>
            <a:r>
              <a:rPr lang="en-US" altLang="en-US" sz="2400" b="0" dirty="0" smtClean="0">
                <a:solidFill>
                  <a:srgbClr val="333399"/>
                </a:solidFill>
                <a:latin typeface="Arial" panose="020B0604020202020204" pitchFamily="34" charset="0"/>
                <a:cs typeface="Arial" panose="020B0604020202020204" pitchFamily="34" charset="0"/>
              </a:rPr>
              <a:t>How </a:t>
            </a:r>
            <a:r>
              <a:rPr lang="en-US" altLang="en-US" sz="2400" b="0" dirty="0">
                <a:solidFill>
                  <a:srgbClr val="333399"/>
                </a:solidFill>
                <a:latin typeface="Arial" panose="020B0604020202020204" pitchFamily="34" charset="0"/>
                <a:cs typeface="Arial" panose="020B0604020202020204" pitchFamily="34" charset="0"/>
              </a:rPr>
              <a:t>PPT </a:t>
            </a:r>
            <a:r>
              <a:rPr lang="en-US" altLang="en-US" sz="2400" b="0" dirty="0" smtClean="0">
                <a:solidFill>
                  <a:srgbClr val="333399"/>
                </a:solidFill>
                <a:latin typeface="Arial" panose="020B0604020202020204" pitchFamily="34" charset="0"/>
                <a:cs typeface="Arial" panose="020B0604020202020204" pitchFamily="34" charset="0"/>
              </a:rPr>
              <a:t>Topics </a:t>
            </a:r>
            <a:r>
              <a:rPr lang="en-US" altLang="en-US" sz="2400" b="0" dirty="0">
                <a:solidFill>
                  <a:srgbClr val="333399"/>
                </a:solidFill>
                <a:latin typeface="Arial" panose="020B0604020202020204" pitchFamily="34" charset="0"/>
                <a:cs typeface="Arial" panose="020B0604020202020204" pitchFamily="34" charset="0"/>
              </a:rPr>
              <a:t>are </a:t>
            </a:r>
            <a:r>
              <a:rPr lang="en-US" altLang="en-US" sz="2400" b="0" dirty="0" smtClean="0">
                <a:solidFill>
                  <a:srgbClr val="333399"/>
                </a:solidFill>
                <a:latin typeface="Arial" panose="020B0604020202020204" pitchFamily="34" charset="0"/>
                <a:cs typeface="Arial" panose="020B0604020202020204" pitchFamily="34" charset="0"/>
              </a:rPr>
              <a:t>Presented:</a:t>
            </a:r>
            <a:endParaRPr lang="en-US" altLang="en-US" sz="2400" b="0" dirty="0">
              <a:solidFill>
                <a:srgbClr val="333399"/>
              </a:solidFill>
              <a:latin typeface="Arial" panose="020B0604020202020204" pitchFamily="34" charset="0"/>
              <a:cs typeface="Arial" panose="020B0604020202020204" pitchFamily="34" charset="0"/>
            </a:endParaRPr>
          </a:p>
        </p:txBody>
      </p:sp>
      <p:sp>
        <p:nvSpPr>
          <p:cNvPr id="12" name="Slide Number Placeholder 1"/>
          <p:cNvSpPr txBox="1">
            <a:spLocks noGrp="1"/>
          </p:cNvSpPr>
          <p:nvPr/>
        </p:nvSpPr>
        <p:spPr bwMode="auto">
          <a:xfrm>
            <a:off x="8280000" y="6300000"/>
            <a:ext cx="533400" cy="28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tx2"/>
              </a:buClr>
              <a:buSzPct val="65000"/>
              <a:buFont typeface="Wingdings" panose="05000000000000000000" pitchFamily="2" charset="2"/>
              <a:buChar char="v"/>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SzPct val="65000"/>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B9AAC074-F6B9-4EA4-AE59-9F9DB0D8944F}" type="slidenum">
              <a:rPr kumimoji="0" lang="en-US" altLang="en-US" sz="1200" b="1" i="1" u="none" strike="noStrike" kern="120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23</a:t>
            </a:fld>
            <a:endParaRPr kumimoji="0" lang="en-US" altLang="en-US" sz="1200" b="1" i="1" u="none" strike="noStrike" kern="120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sp>
        <p:nvSpPr>
          <p:cNvPr id="13" name="Google Shape;125;p2"/>
          <p:cNvSpPr/>
          <p:nvPr/>
        </p:nvSpPr>
        <p:spPr>
          <a:xfrm>
            <a:off x="2700000" y="6300000"/>
            <a:ext cx="5400000" cy="288000"/>
          </a:xfrm>
          <a:prstGeom prst="rect">
            <a:avLst/>
          </a:prstGeom>
          <a:no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Pts val="1600"/>
              <a:buFontTx/>
              <a:buNone/>
              <a:tabLst/>
              <a:defRPr/>
            </a:pPr>
            <a:r>
              <a:rPr kumimoji="0" lang="en-US" sz="1200" b="1" i="1" u="none" strike="noStrike" kern="0" cap="none" spc="0" normalizeH="0" baseline="0" noProof="0" dirty="0" smtClean="0">
                <a:ln>
                  <a:noFill/>
                </a:ln>
                <a:solidFill>
                  <a:srgbClr val="000000"/>
                </a:solidFill>
                <a:effectLst/>
                <a:uLnTx/>
                <a:uFillTx/>
                <a:latin typeface="Arial" charset="0"/>
                <a:ea typeface="Times New Roman"/>
                <a:cs typeface="Arial" panose="020B0604020202020204" pitchFamily="34" charset="0"/>
                <a:sym typeface="Times New Roman"/>
              </a:rPr>
              <a:t>ENGG404 Expectations, Course Syllabus, Course Plan, and Exam</a:t>
            </a:r>
            <a:endParaRPr kumimoji="0" lang="en-US" sz="1200" b="1" i="1" u="none" strike="noStrike" kern="0" cap="none" spc="0" normalizeH="0" baseline="0" noProof="0" dirty="0">
              <a:ln>
                <a:noFill/>
              </a:ln>
              <a:solidFill>
                <a:srgbClr val="000000"/>
              </a:solidFill>
              <a:effectLst/>
              <a:uLnTx/>
              <a:uFillTx/>
              <a:latin typeface="Arial" charset="0"/>
              <a:ea typeface="Times New Roman"/>
              <a:cs typeface="Arial" panose="020B0604020202020204" pitchFamily="34" charset="0"/>
              <a:sym typeface="Times New Roman"/>
            </a:endParaRPr>
          </a:p>
        </p:txBody>
      </p:sp>
    </p:spTree>
    <p:extLst>
      <p:ext uri="{BB962C8B-B14F-4D97-AF65-F5344CB8AC3E}">
        <p14:creationId xmlns:p14="http://schemas.microsoft.com/office/powerpoint/2010/main" val="4109071125"/>
      </p:ext>
    </p:extLst>
  </p:cSld>
  <p:clrMapOvr>
    <a:masterClrMapping/>
  </p:clrMapOvr>
  <p:transition>
    <p:fade/>
  </p:transition>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2"/>
          <p:cNvSpPr>
            <a:spLocks noChangeArrowheads="1"/>
          </p:cNvSpPr>
          <p:nvPr/>
        </p:nvSpPr>
        <p:spPr bwMode="auto">
          <a:xfrm>
            <a:off x="180000" y="216000"/>
            <a:ext cx="8640000" cy="504000"/>
          </a:xfrm>
          <a:prstGeom prst="rect">
            <a:avLst/>
          </a:prstGeom>
          <a:noFill/>
          <a:ln>
            <a:noFill/>
          </a:ln>
          <a:extLst/>
        </p:spPr>
        <p:txBody>
          <a:bodyPr anchor="ctr"/>
          <a:lstStyle>
            <a:lvl1pPr>
              <a:lnSpc>
                <a:spcPct val="120000"/>
              </a:lnSpc>
              <a:spcBef>
                <a:spcPts val="1000"/>
              </a:spcBef>
              <a:buClr>
                <a:schemeClr val="tx1"/>
              </a:buClr>
              <a:buFont typeface="Arial" panose="020B0604020202020204" pitchFamily="34" charset="0"/>
              <a:buChar char="•"/>
              <a:defRPr sz="2000">
                <a:solidFill>
                  <a:schemeClr val="tx1"/>
                </a:solidFill>
                <a:latin typeface="Tw Cen MT" panose="020B0602020104020603" pitchFamily="34" charset="0"/>
              </a:defRPr>
            </a:lvl1pPr>
            <a:lvl2pPr marL="742950" indent="-285750">
              <a:lnSpc>
                <a:spcPct val="120000"/>
              </a:lnSpc>
              <a:spcBef>
                <a:spcPts val="500"/>
              </a:spcBef>
              <a:buClr>
                <a:schemeClr val="tx1"/>
              </a:buClr>
              <a:buFont typeface="Arial" panose="020B0604020202020204" pitchFamily="34" charset="0"/>
              <a:buChar char="•"/>
              <a:defRPr>
                <a:solidFill>
                  <a:schemeClr val="tx1"/>
                </a:solidFill>
                <a:latin typeface="Tw Cen MT" panose="020B0602020104020603" pitchFamily="34" charset="0"/>
              </a:defRPr>
            </a:lvl2pPr>
            <a:lvl3pPr marL="1143000" indent="-228600">
              <a:lnSpc>
                <a:spcPct val="120000"/>
              </a:lnSpc>
              <a:spcBef>
                <a:spcPts val="500"/>
              </a:spcBef>
              <a:buClr>
                <a:schemeClr val="tx1"/>
              </a:buClr>
              <a:buFont typeface="Arial" panose="020B0604020202020204" pitchFamily="34" charset="0"/>
              <a:buChar char="•"/>
              <a:defRPr sz="1600">
                <a:solidFill>
                  <a:schemeClr val="tx1"/>
                </a:solidFill>
                <a:latin typeface="Tw Cen MT" panose="020B0602020104020603" pitchFamily="34" charset="0"/>
              </a:defRPr>
            </a:lvl3pPr>
            <a:lvl4pPr marL="16002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4pPr>
            <a:lvl5pPr marL="20574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5pPr>
            <a:lvl6pPr marL="25146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6pPr>
            <a:lvl7pPr marL="29718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7pPr>
            <a:lvl8pPr marL="34290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8pPr>
            <a:lvl9pPr marL="38862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9pPr>
          </a:lstStyle>
          <a:p>
            <a:pPr lvl="0">
              <a:lnSpc>
                <a:spcPct val="100000"/>
              </a:lnSpc>
              <a:spcBef>
                <a:spcPct val="0"/>
              </a:spcBef>
              <a:buClrTx/>
              <a:buNone/>
              <a:defRPr/>
            </a:pPr>
            <a:r>
              <a:rPr lang="en-US" altLang="en-US" sz="2400" b="0" dirty="0" err="1">
                <a:solidFill>
                  <a:srgbClr val="333399"/>
                </a:solidFill>
                <a:latin typeface="Arial" panose="020B0604020202020204" pitchFamily="34" charset="0"/>
                <a:cs typeface="Arial" panose="020B0604020202020204" pitchFamily="34" charset="0"/>
                <a:sym typeface="Arial"/>
              </a:rPr>
              <a:t>Mentimeter</a:t>
            </a:r>
            <a:r>
              <a:rPr lang="en-US" altLang="en-US" sz="2400" b="0" dirty="0">
                <a:solidFill>
                  <a:srgbClr val="333399"/>
                </a:solidFill>
                <a:latin typeface="Arial" panose="020B0604020202020204" pitchFamily="34" charset="0"/>
                <a:cs typeface="Arial" panose="020B0604020202020204" pitchFamily="34" charset="0"/>
                <a:sym typeface="Arial"/>
              </a:rPr>
              <a:t> Ground Rules:</a:t>
            </a:r>
          </a:p>
        </p:txBody>
      </p:sp>
      <p:sp>
        <p:nvSpPr>
          <p:cNvPr id="12" name="Slide Number Placeholder 1"/>
          <p:cNvSpPr txBox="1">
            <a:spLocks noGrp="1"/>
          </p:cNvSpPr>
          <p:nvPr/>
        </p:nvSpPr>
        <p:spPr bwMode="auto">
          <a:xfrm>
            <a:off x="8280000" y="6300000"/>
            <a:ext cx="533400" cy="28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tx2"/>
              </a:buClr>
              <a:buSzPct val="65000"/>
              <a:buFont typeface="Wingdings" panose="05000000000000000000" pitchFamily="2" charset="2"/>
              <a:buChar char="v"/>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SzPct val="65000"/>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B9AAC074-F6B9-4EA4-AE59-9F9DB0D8944F}" type="slidenum">
              <a:rPr kumimoji="0" lang="en-US" altLang="en-US" sz="1200" b="1" i="1" u="none" strike="noStrike" kern="120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sym typeface="Arial"/>
              </a:rPr>
              <a:pPr marL="0" marR="0" lvl="0" indent="0" algn="r" defTabSz="914400" rtl="0" eaLnBrk="1" fontAlgn="base" latinLnBrk="0" hangingPunct="1">
                <a:lnSpc>
                  <a:spcPct val="100000"/>
                </a:lnSpc>
                <a:spcBef>
                  <a:spcPct val="0"/>
                </a:spcBef>
                <a:spcAft>
                  <a:spcPct val="0"/>
                </a:spcAft>
                <a:buClrTx/>
                <a:buSzTx/>
                <a:buFontTx/>
                <a:buNone/>
                <a:tabLst/>
                <a:defRPr/>
              </a:pPr>
              <a:t>24</a:t>
            </a:fld>
            <a:endParaRPr kumimoji="0" lang="en-US" altLang="en-US" sz="1200" b="1" i="1" u="none" strike="noStrike" kern="120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sym typeface="Arial"/>
            </a:endParaRPr>
          </a:p>
        </p:txBody>
      </p:sp>
      <p:sp>
        <p:nvSpPr>
          <p:cNvPr id="18" name="Google Shape;156;p6"/>
          <p:cNvSpPr txBox="1"/>
          <p:nvPr/>
        </p:nvSpPr>
        <p:spPr>
          <a:xfrm>
            <a:off x="365125" y="760413"/>
            <a:ext cx="8229600" cy="5446987"/>
          </a:xfrm>
          <a:prstGeom prst="rect">
            <a:avLst/>
          </a:prstGeom>
          <a:solidFill>
            <a:srgbClr val="000000"/>
          </a:solidFill>
          <a:ln w="19050" cap="flat" cmpd="sng">
            <a:solidFill>
              <a:srgbClr val="FFFFFF"/>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defTabSz="914400" eaLnBrk="1" fontAlgn="auto" latinLnBrk="0" hangingPunct="1">
              <a:lnSpc>
                <a:spcPct val="100000"/>
              </a:lnSpc>
              <a:spcBef>
                <a:spcPts val="600"/>
              </a:spcBef>
              <a:spcAft>
                <a:spcPts val="0"/>
              </a:spcAft>
              <a:buClr>
                <a:srgbClr val="FFFFFF"/>
              </a:buClr>
              <a:buSzPts val="2400"/>
              <a:buFont typeface="Noto Sans Symbols"/>
              <a:buNone/>
              <a:tabLst/>
              <a:defRPr/>
            </a:pPr>
            <a:endParaRPr kumimoji="0" sz="2400" b="0" i="1" u="none" strike="noStrike" kern="0" cap="none" spc="0" normalizeH="0" baseline="0" noProof="0" dirty="0" smtClean="0">
              <a:ln>
                <a:noFill/>
              </a:ln>
              <a:solidFill>
                <a:srgbClr val="FFFFFF"/>
              </a:solidFill>
              <a:effectLst/>
              <a:uLnTx/>
              <a:uFillTx/>
              <a:latin typeface="Arial"/>
              <a:ea typeface="Arial"/>
              <a:cs typeface="Arial"/>
              <a:sym typeface="Arial"/>
            </a:endParaRPr>
          </a:p>
        </p:txBody>
      </p:sp>
      <p:grpSp>
        <p:nvGrpSpPr>
          <p:cNvPr id="2" name="Group 1"/>
          <p:cNvGrpSpPr/>
          <p:nvPr/>
        </p:nvGrpSpPr>
        <p:grpSpPr>
          <a:xfrm>
            <a:off x="427095" y="838200"/>
            <a:ext cx="3825877" cy="5240867"/>
            <a:chOff x="414864" y="966533"/>
            <a:chExt cx="3825877" cy="5240867"/>
          </a:xfrm>
        </p:grpSpPr>
        <p:pic>
          <p:nvPicPr>
            <p:cNvPr id="19" name="Google Shape;157;p6"/>
            <p:cNvPicPr preferRelativeResize="0"/>
            <p:nvPr/>
          </p:nvPicPr>
          <p:blipFill rotWithShape="1">
            <a:blip r:embed="rId3">
              <a:alphaModFix/>
            </a:blip>
            <a:srcRect/>
            <a:stretch/>
          </p:blipFill>
          <p:spPr>
            <a:xfrm>
              <a:off x="414865" y="1106233"/>
              <a:ext cx="3825876" cy="5101167"/>
            </a:xfrm>
            <a:prstGeom prst="rect">
              <a:avLst/>
            </a:prstGeom>
            <a:noFill/>
            <a:ln>
              <a:noFill/>
            </a:ln>
          </p:spPr>
        </p:pic>
        <p:sp>
          <p:nvSpPr>
            <p:cNvPr id="20" name="Google Shape;158;p6"/>
            <p:cNvSpPr txBox="1"/>
            <p:nvPr/>
          </p:nvSpPr>
          <p:spPr>
            <a:xfrm>
              <a:off x="414864" y="966533"/>
              <a:ext cx="3825877" cy="584775"/>
            </a:xfrm>
            <a:prstGeom prst="rect">
              <a:avLst/>
            </a:prstGeom>
            <a:solidFill>
              <a:srgbClr val="FFFFFF"/>
            </a:solidFill>
            <a:ln>
              <a:noFill/>
            </a:ln>
          </p:spPr>
          <p:txBody>
            <a:bodyPr spcFirstLastPara="1" wrap="square" lIns="91425" tIns="45700" rIns="91425" bIns="45700" anchor="t" anchorCtr="0">
              <a:spAutoFit/>
            </a:bodyPr>
            <a:lstStyle/>
            <a:p>
              <a:pPr algn="ctr" fontAlgn="auto">
                <a:spcBef>
                  <a:spcPts val="0"/>
                </a:spcBef>
                <a:spcAft>
                  <a:spcPts val="0"/>
                </a:spcAft>
                <a:buClr>
                  <a:srgbClr val="000000"/>
                </a:buClr>
                <a:buFont typeface="Arial"/>
                <a:buNone/>
              </a:pPr>
              <a:r>
                <a:rPr lang="en-US" sz="3200" i="1" kern="0" dirty="0">
                  <a:solidFill>
                    <a:srgbClr val="FF0000"/>
                  </a:solidFill>
                  <a:latin typeface="Times New Roman"/>
                  <a:ea typeface="Times New Roman"/>
                  <a:cs typeface="Times New Roman"/>
                  <a:sym typeface="Times New Roman"/>
                </a:rPr>
                <a:t>Before you </a:t>
              </a:r>
              <a:r>
                <a:rPr lang="en-US" sz="3200" i="1" kern="0" dirty="0" err="1">
                  <a:solidFill>
                    <a:srgbClr val="FF0000"/>
                  </a:solidFill>
                  <a:latin typeface="Times New Roman"/>
                  <a:ea typeface="Times New Roman"/>
                  <a:cs typeface="Times New Roman"/>
                  <a:sym typeface="Times New Roman"/>
                </a:rPr>
                <a:t>Menti</a:t>
              </a:r>
              <a:r>
                <a:rPr lang="en-US" sz="3200" i="1" kern="0" dirty="0">
                  <a:solidFill>
                    <a:srgbClr val="FF0000"/>
                  </a:solidFill>
                  <a:latin typeface="Times New Roman"/>
                  <a:ea typeface="Times New Roman"/>
                  <a:cs typeface="Times New Roman"/>
                  <a:sym typeface="Times New Roman"/>
                </a:rPr>
                <a:t>!</a:t>
              </a:r>
              <a:endParaRPr sz="1400" b="0" kern="0" dirty="0">
                <a:solidFill>
                  <a:srgbClr val="000000"/>
                </a:solidFill>
                <a:latin typeface="Arial"/>
                <a:cs typeface="Arial"/>
                <a:sym typeface="Arial"/>
              </a:endParaRPr>
            </a:p>
          </p:txBody>
        </p:sp>
      </p:grpSp>
      <p:sp>
        <p:nvSpPr>
          <p:cNvPr id="21" name="Google Shape;159;p6"/>
          <p:cNvSpPr/>
          <p:nvPr/>
        </p:nvSpPr>
        <p:spPr>
          <a:xfrm>
            <a:off x="3949903" y="2410701"/>
            <a:ext cx="3200400" cy="917079"/>
          </a:xfrm>
          <a:prstGeom prst="leftArrow">
            <a:avLst>
              <a:gd name="adj1" fmla="val 50000"/>
              <a:gd name="adj2" fmla="val 50000"/>
            </a:avLst>
          </a:prstGeom>
          <a:solidFill>
            <a:srgbClr val="FFFFFF"/>
          </a:solidFill>
          <a:ln w="38100" cap="flat" cmpd="sng">
            <a:solidFill>
              <a:srgbClr val="FF0000"/>
            </a:solidFill>
            <a:prstDash val="solid"/>
            <a:round/>
            <a:headEnd type="none" w="sm" len="sm"/>
            <a:tailEnd type="none" w="sm" len="sm"/>
          </a:ln>
        </p:spPr>
        <p:txBody>
          <a:bodyPr spcFirstLastPara="1" wrap="square" lIns="91425" tIns="45700" rIns="91425" bIns="45700" anchor="t" anchorCtr="0">
            <a:spAutoFit/>
          </a:bodyPr>
          <a:lstStyle/>
          <a:p>
            <a:pPr fontAlgn="auto">
              <a:spcBef>
                <a:spcPts val="0"/>
              </a:spcBef>
              <a:spcAft>
                <a:spcPts val="0"/>
              </a:spcAft>
              <a:buClr>
                <a:srgbClr val="000000"/>
              </a:buClr>
              <a:buFont typeface="Arial"/>
              <a:buNone/>
            </a:pPr>
            <a:r>
              <a:rPr lang="en-US" sz="2400" kern="0">
                <a:solidFill>
                  <a:srgbClr val="000000"/>
                </a:solidFill>
                <a:latin typeface="Times New Roman"/>
                <a:ea typeface="Times New Roman"/>
                <a:cs typeface="Times New Roman"/>
                <a:sym typeface="Times New Roman"/>
              </a:rPr>
              <a:t>Honest? Sincere?</a:t>
            </a:r>
            <a:endParaRPr sz="1400" b="0" kern="0">
              <a:solidFill>
                <a:srgbClr val="000000"/>
              </a:solidFill>
              <a:latin typeface="Arial"/>
              <a:cs typeface="Arial"/>
              <a:sym typeface="Arial"/>
            </a:endParaRPr>
          </a:p>
        </p:txBody>
      </p:sp>
      <p:sp>
        <p:nvSpPr>
          <p:cNvPr id="22" name="Google Shape;160;p6"/>
          <p:cNvSpPr/>
          <p:nvPr/>
        </p:nvSpPr>
        <p:spPr>
          <a:xfrm>
            <a:off x="4127031" y="3145668"/>
            <a:ext cx="3985200" cy="916999"/>
          </a:xfrm>
          <a:prstGeom prst="leftArrow">
            <a:avLst>
              <a:gd name="adj1" fmla="val 50000"/>
              <a:gd name="adj2" fmla="val 50000"/>
            </a:avLst>
          </a:prstGeom>
          <a:solidFill>
            <a:srgbClr val="FFFFFF"/>
          </a:solidFill>
          <a:ln w="38100" cap="flat" cmpd="sng">
            <a:solidFill>
              <a:srgbClr val="FF0000"/>
            </a:solidFill>
            <a:prstDash val="solid"/>
            <a:round/>
            <a:headEnd type="none" w="sm" len="sm"/>
            <a:tailEnd type="none" w="sm" len="sm"/>
          </a:ln>
        </p:spPr>
        <p:txBody>
          <a:bodyPr spcFirstLastPara="1" wrap="square" lIns="91425" tIns="45700" rIns="91425" bIns="45700" anchor="t" anchorCtr="0">
            <a:spAutoFit/>
          </a:bodyPr>
          <a:lstStyle/>
          <a:p>
            <a:pPr fontAlgn="auto">
              <a:spcBef>
                <a:spcPts val="0"/>
              </a:spcBef>
              <a:spcAft>
                <a:spcPts val="0"/>
              </a:spcAft>
              <a:buClr>
                <a:srgbClr val="000000"/>
              </a:buClr>
              <a:buFont typeface="Arial"/>
              <a:buNone/>
            </a:pPr>
            <a:r>
              <a:rPr lang="en-US" sz="2400" kern="0" dirty="0" smtClean="0">
                <a:solidFill>
                  <a:srgbClr val="000000"/>
                </a:solidFill>
                <a:latin typeface="Times New Roman"/>
                <a:ea typeface="Times New Roman"/>
                <a:cs typeface="Times New Roman"/>
                <a:sym typeface="Times New Roman"/>
              </a:rPr>
              <a:t>Constructive? On topic? </a:t>
            </a:r>
            <a:endParaRPr sz="1400" b="0" kern="0" dirty="0">
              <a:solidFill>
                <a:srgbClr val="000000"/>
              </a:solidFill>
              <a:latin typeface="Arial"/>
              <a:cs typeface="Arial"/>
              <a:sym typeface="Arial"/>
            </a:endParaRPr>
          </a:p>
        </p:txBody>
      </p:sp>
      <p:sp>
        <p:nvSpPr>
          <p:cNvPr id="23" name="Google Shape;161;p6"/>
          <p:cNvSpPr/>
          <p:nvPr/>
        </p:nvSpPr>
        <p:spPr>
          <a:xfrm>
            <a:off x="4005464" y="3926937"/>
            <a:ext cx="3971864" cy="917079"/>
          </a:xfrm>
          <a:prstGeom prst="leftArrow">
            <a:avLst>
              <a:gd name="adj1" fmla="val 50000"/>
              <a:gd name="adj2" fmla="val 50000"/>
            </a:avLst>
          </a:prstGeom>
          <a:solidFill>
            <a:srgbClr val="FFFFFF"/>
          </a:solidFill>
          <a:ln w="38100" cap="flat" cmpd="sng">
            <a:solidFill>
              <a:srgbClr val="FF0000"/>
            </a:solidFill>
            <a:prstDash val="solid"/>
            <a:round/>
            <a:headEnd type="none" w="sm" len="sm"/>
            <a:tailEnd type="none" w="sm" len="sm"/>
          </a:ln>
        </p:spPr>
        <p:txBody>
          <a:bodyPr spcFirstLastPara="1" wrap="square" lIns="91425" tIns="45700" rIns="91425" bIns="45700" anchor="t" anchorCtr="0">
            <a:spAutoFit/>
          </a:bodyPr>
          <a:lstStyle/>
          <a:p>
            <a:pPr fontAlgn="auto">
              <a:spcBef>
                <a:spcPts val="0"/>
              </a:spcBef>
              <a:spcAft>
                <a:spcPts val="0"/>
              </a:spcAft>
              <a:buClr>
                <a:srgbClr val="000000"/>
              </a:buClr>
              <a:buFont typeface="Arial"/>
              <a:buNone/>
            </a:pPr>
            <a:r>
              <a:rPr lang="en-US" sz="2400" kern="0">
                <a:solidFill>
                  <a:srgbClr val="000000"/>
                </a:solidFill>
                <a:latin typeface="Times New Roman"/>
                <a:ea typeface="Times New Roman"/>
                <a:cs typeface="Times New Roman"/>
                <a:sym typeface="Times New Roman"/>
              </a:rPr>
              <a:t>Thoughtful? Intellectual?</a:t>
            </a:r>
            <a:endParaRPr sz="1400" b="0" kern="0">
              <a:solidFill>
                <a:srgbClr val="000000"/>
              </a:solidFill>
              <a:latin typeface="Arial"/>
              <a:cs typeface="Arial"/>
              <a:sym typeface="Arial"/>
            </a:endParaRPr>
          </a:p>
        </p:txBody>
      </p:sp>
      <p:sp>
        <p:nvSpPr>
          <p:cNvPr id="24" name="Google Shape;162;p6"/>
          <p:cNvSpPr/>
          <p:nvPr/>
        </p:nvSpPr>
        <p:spPr>
          <a:xfrm>
            <a:off x="4353953" y="4649958"/>
            <a:ext cx="3938190" cy="916999"/>
          </a:xfrm>
          <a:prstGeom prst="leftArrow">
            <a:avLst>
              <a:gd name="adj1" fmla="val 50000"/>
              <a:gd name="adj2" fmla="val 50000"/>
            </a:avLst>
          </a:prstGeom>
          <a:solidFill>
            <a:srgbClr val="FFFFFF"/>
          </a:solidFill>
          <a:ln w="38100" cap="flat" cmpd="sng">
            <a:solidFill>
              <a:srgbClr val="FF0000"/>
            </a:solidFill>
            <a:prstDash val="solid"/>
            <a:round/>
            <a:headEnd type="none" w="sm" len="sm"/>
            <a:tailEnd type="none" w="sm" len="sm"/>
          </a:ln>
        </p:spPr>
        <p:txBody>
          <a:bodyPr spcFirstLastPara="1" wrap="square" lIns="91425" tIns="45700" rIns="91425" bIns="45700" anchor="t" anchorCtr="0">
            <a:spAutoFit/>
          </a:bodyPr>
          <a:lstStyle/>
          <a:p>
            <a:pPr fontAlgn="auto">
              <a:spcBef>
                <a:spcPts val="0"/>
              </a:spcBef>
              <a:spcAft>
                <a:spcPts val="0"/>
              </a:spcAft>
              <a:buClr>
                <a:srgbClr val="000000"/>
              </a:buClr>
              <a:buFont typeface="Arial"/>
              <a:buNone/>
            </a:pPr>
            <a:r>
              <a:rPr lang="en-US" sz="2400" kern="0" dirty="0">
                <a:solidFill>
                  <a:srgbClr val="000000"/>
                </a:solidFill>
                <a:latin typeface="Times New Roman"/>
                <a:ea typeface="Times New Roman"/>
                <a:cs typeface="Times New Roman"/>
                <a:sym typeface="Times New Roman"/>
              </a:rPr>
              <a:t>Meaningful</a:t>
            </a:r>
            <a:r>
              <a:rPr lang="en-US" sz="2400" kern="0" dirty="0" smtClean="0">
                <a:solidFill>
                  <a:srgbClr val="000000"/>
                </a:solidFill>
                <a:latin typeface="Times New Roman"/>
                <a:ea typeface="Times New Roman"/>
                <a:cs typeface="Times New Roman"/>
                <a:sym typeface="Times New Roman"/>
              </a:rPr>
              <a:t>? To the point? </a:t>
            </a:r>
            <a:endParaRPr sz="1400" b="0" kern="0" dirty="0">
              <a:solidFill>
                <a:srgbClr val="000000"/>
              </a:solidFill>
              <a:latin typeface="Arial"/>
              <a:cs typeface="Arial"/>
              <a:sym typeface="Arial"/>
            </a:endParaRPr>
          </a:p>
        </p:txBody>
      </p:sp>
      <p:sp>
        <p:nvSpPr>
          <p:cNvPr id="25" name="Google Shape;163;p6"/>
          <p:cNvSpPr/>
          <p:nvPr/>
        </p:nvSpPr>
        <p:spPr>
          <a:xfrm>
            <a:off x="3663035" y="5369673"/>
            <a:ext cx="4795165" cy="916999"/>
          </a:xfrm>
          <a:prstGeom prst="leftArrow">
            <a:avLst>
              <a:gd name="adj1" fmla="val 50000"/>
              <a:gd name="adj2" fmla="val 50000"/>
            </a:avLst>
          </a:prstGeom>
          <a:solidFill>
            <a:srgbClr val="FFFFFF"/>
          </a:solidFill>
          <a:ln w="38100" cap="flat" cmpd="sng">
            <a:solidFill>
              <a:srgbClr val="FF0000"/>
            </a:solidFill>
            <a:prstDash val="solid"/>
            <a:round/>
            <a:headEnd type="none" w="sm" len="sm"/>
            <a:tailEnd type="none" w="sm" len="sm"/>
          </a:ln>
        </p:spPr>
        <p:txBody>
          <a:bodyPr spcFirstLastPara="1" wrap="square" lIns="91425" tIns="45700" rIns="91425" bIns="45700" anchor="t" anchorCtr="0">
            <a:spAutoFit/>
          </a:bodyPr>
          <a:lstStyle/>
          <a:p>
            <a:pPr fontAlgn="auto">
              <a:spcBef>
                <a:spcPts val="0"/>
              </a:spcBef>
              <a:spcAft>
                <a:spcPts val="0"/>
              </a:spcAft>
              <a:buClr>
                <a:srgbClr val="000000"/>
              </a:buClr>
              <a:buFont typeface="Arial"/>
              <a:buNone/>
            </a:pPr>
            <a:r>
              <a:rPr lang="en-US" sz="2400" kern="0" dirty="0">
                <a:solidFill>
                  <a:srgbClr val="000000"/>
                </a:solidFill>
                <a:latin typeface="Times New Roman"/>
                <a:ea typeface="Times New Roman"/>
                <a:cs typeface="Times New Roman"/>
                <a:sym typeface="Times New Roman"/>
              </a:rPr>
              <a:t>Considerate? Polite</a:t>
            </a:r>
            <a:r>
              <a:rPr lang="en-US" sz="2400" kern="0" dirty="0" smtClean="0">
                <a:solidFill>
                  <a:srgbClr val="000000"/>
                </a:solidFill>
                <a:latin typeface="Times New Roman"/>
                <a:ea typeface="Times New Roman"/>
                <a:cs typeface="Times New Roman"/>
                <a:sym typeface="Times New Roman"/>
              </a:rPr>
              <a:t>? Respectful?</a:t>
            </a:r>
            <a:endParaRPr sz="1400" b="0" kern="0" dirty="0">
              <a:solidFill>
                <a:srgbClr val="000000"/>
              </a:solidFill>
              <a:latin typeface="Arial"/>
              <a:cs typeface="Arial"/>
              <a:sym typeface="Arial"/>
            </a:endParaRPr>
          </a:p>
        </p:txBody>
      </p:sp>
      <p:sp>
        <p:nvSpPr>
          <p:cNvPr id="14" name="Google Shape;125;p2"/>
          <p:cNvSpPr/>
          <p:nvPr/>
        </p:nvSpPr>
        <p:spPr>
          <a:xfrm>
            <a:off x="2700000" y="6300000"/>
            <a:ext cx="5400000" cy="288000"/>
          </a:xfrm>
          <a:prstGeom prst="rect">
            <a:avLst/>
          </a:prstGeom>
          <a:no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Pts val="1600"/>
              <a:buFontTx/>
              <a:buNone/>
              <a:tabLst/>
              <a:defRPr/>
            </a:pPr>
            <a:r>
              <a:rPr kumimoji="0" lang="en-US" sz="1200" b="1" i="1" u="none" strike="noStrike" kern="0" cap="none" spc="0" normalizeH="0" baseline="0" noProof="0" dirty="0" smtClean="0">
                <a:ln>
                  <a:noFill/>
                </a:ln>
                <a:solidFill>
                  <a:srgbClr val="000000"/>
                </a:solidFill>
                <a:effectLst/>
                <a:uLnTx/>
                <a:uFillTx/>
                <a:latin typeface="Arial" charset="0"/>
                <a:ea typeface="Times New Roman"/>
                <a:cs typeface="Arial" panose="020B0604020202020204" pitchFamily="34" charset="0"/>
                <a:sym typeface="Times New Roman"/>
              </a:rPr>
              <a:t>ENGG404 Expectations, Course Syllabus, Course Plan, and Exam</a:t>
            </a:r>
            <a:endParaRPr kumimoji="0" lang="en-US" sz="1200" b="1" i="1" u="none" strike="noStrike" kern="0" cap="none" spc="0" normalizeH="0" baseline="0" noProof="0" dirty="0">
              <a:ln>
                <a:noFill/>
              </a:ln>
              <a:solidFill>
                <a:srgbClr val="000000"/>
              </a:solidFill>
              <a:effectLst/>
              <a:uLnTx/>
              <a:uFillTx/>
              <a:latin typeface="Arial" charset="0"/>
              <a:ea typeface="Times New Roman"/>
              <a:cs typeface="Arial" panose="020B0604020202020204" pitchFamily="34" charset="0"/>
              <a:sym typeface="Times New Roman"/>
            </a:endParaRPr>
          </a:p>
        </p:txBody>
      </p:sp>
    </p:spTree>
    <p:extLst>
      <p:ext uri="{BB962C8B-B14F-4D97-AF65-F5344CB8AC3E}">
        <p14:creationId xmlns:p14="http://schemas.microsoft.com/office/powerpoint/2010/main" val="95533182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5" name="Rectangle 2"/>
          <p:cNvSpPr>
            <a:spLocks noChangeArrowheads="1"/>
          </p:cNvSpPr>
          <p:nvPr/>
        </p:nvSpPr>
        <p:spPr bwMode="auto">
          <a:xfrm>
            <a:off x="180000" y="180000"/>
            <a:ext cx="8640000" cy="504000"/>
          </a:xfrm>
          <a:prstGeom prst="rect">
            <a:avLst/>
          </a:prstGeom>
          <a:solidFill>
            <a:srgbClr val="0000CC"/>
          </a:solidFill>
          <a:ln>
            <a:solidFill>
              <a:srgbClr val="0000CC"/>
            </a:solidFill>
          </a:ln>
          <a:extLst/>
        </p:spPr>
        <p:txBody>
          <a:bodyPr wrap="square" anchor="ctr" anchorCtr="0">
            <a:noAutofit/>
          </a:bodyPr>
          <a:lstStyle/>
          <a:p>
            <a:pPr>
              <a:spcBef>
                <a:spcPts val="0"/>
              </a:spcBef>
              <a:spcAft>
                <a:spcPts val="0"/>
              </a:spcAft>
            </a:pPr>
            <a:r>
              <a:rPr lang="en-US" altLang="en-US" sz="2400" b="0" dirty="0">
                <a:solidFill>
                  <a:srgbClr val="F8F8F8"/>
                </a:solidFill>
                <a:latin typeface="Arial" panose="020B0604020202020204" pitchFamily="34" charset="0"/>
                <a:ea typeface="ＭＳ Ｐゴシック" panose="020B0600070205080204" pitchFamily="34" charset="-128"/>
                <a:cs typeface="Arial" panose="020B0604020202020204" pitchFamily="34" charset="0"/>
              </a:rPr>
              <a:t>In-Class ALE: Practice on </a:t>
            </a:r>
            <a:r>
              <a:rPr lang="en-US" altLang="en-US" sz="2400" b="0" dirty="0" err="1">
                <a:solidFill>
                  <a:srgbClr val="F8F8F8"/>
                </a:solidFill>
                <a:latin typeface="Arial" panose="020B0604020202020204" pitchFamily="34" charset="0"/>
                <a:ea typeface="ＭＳ Ｐゴシック" panose="020B0600070205080204" pitchFamily="34" charset="-128"/>
                <a:cs typeface="Arial" panose="020B0604020202020204" pitchFamily="34" charset="0"/>
              </a:rPr>
              <a:t>Mentimeter</a:t>
            </a:r>
            <a:r>
              <a:rPr lang="en-US" altLang="en-US" sz="2400" b="0" dirty="0">
                <a:solidFill>
                  <a:srgbClr val="F8F8F8"/>
                </a:solidFill>
                <a:latin typeface="Arial" panose="020B0604020202020204" pitchFamily="34" charset="0"/>
                <a:ea typeface="ＭＳ Ｐゴシック" panose="020B0600070205080204" pitchFamily="34" charset="-128"/>
                <a:cs typeface="Arial" panose="020B0604020202020204" pitchFamily="34" charset="0"/>
              </a:rPr>
              <a:t>:</a:t>
            </a:r>
          </a:p>
        </p:txBody>
      </p:sp>
      <p:sp>
        <p:nvSpPr>
          <p:cNvPr id="2" name="Rectangle 1"/>
          <p:cNvSpPr/>
          <p:nvPr/>
        </p:nvSpPr>
        <p:spPr>
          <a:xfrm>
            <a:off x="180000" y="828000"/>
            <a:ext cx="8640000" cy="5328000"/>
          </a:xfrm>
          <a:prstGeom prst="rect">
            <a:avLst/>
          </a:prstGeom>
          <a:solidFill>
            <a:srgbClr val="0000CC"/>
          </a:solidFill>
          <a:ln>
            <a:solidFill>
              <a:srgbClr val="0000CC"/>
            </a:solidFill>
          </a:ln>
        </p:spPr>
        <p:txBody>
          <a:bodyPr wrap="square">
            <a:noAutofit/>
          </a:bodyPr>
          <a:lstStyle/>
          <a:p>
            <a:pPr marL="0" marR="0">
              <a:spcBef>
                <a:spcPts val="0"/>
              </a:spcBef>
              <a:spcAft>
                <a:spcPts val="0"/>
              </a:spcAft>
            </a:pPr>
            <a:r>
              <a:rPr lang="en-US" sz="2000" b="0" dirty="0" smtClean="0">
                <a:solidFill>
                  <a:srgbClr val="F8F8F8"/>
                </a:solidFill>
                <a:latin typeface="Arial" panose="020B0604020202020204" pitchFamily="34" charset="0"/>
                <a:ea typeface="ＭＳ Ｐゴシック" panose="020B0600070205080204" pitchFamily="34" charset="-128"/>
                <a:cs typeface="Arial" panose="020B0604020202020204" pitchFamily="34" charset="0"/>
              </a:rPr>
              <a:t>Use this to practice access to </a:t>
            </a:r>
            <a:r>
              <a:rPr lang="en-US" sz="2000" b="0" dirty="0" err="1" smtClean="0">
                <a:solidFill>
                  <a:srgbClr val="F8F8F8"/>
                </a:solidFill>
                <a:latin typeface="Arial" panose="020B0604020202020204" pitchFamily="34" charset="0"/>
                <a:ea typeface="ＭＳ Ｐゴシック" panose="020B0600070205080204" pitchFamily="34" charset="-128"/>
                <a:cs typeface="Arial" panose="020B0604020202020204" pitchFamily="34" charset="0"/>
              </a:rPr>
              <a:t>Mentimeter</a:t>
            </a:r>
            <a:r>
              <a:rPr lang="en-US" sz="2000" b="0" dirty="0" smtClean="0">
                <a:solidFill>
                  <a:srgbClr val="F8F8F8"/>
                </a:solidFill>
                <a:latin typeface="Arial" panose="020B0604020202020204" pitchFamily="34" charset="0"/>
                <a:ea typeface="ＭＳ Ｐゴシック" panose="020B0600070205080204" pitchFamily="34" charset="-128"/>
                <a:cs typeface="Arial" panose="020B0604020202020204" pitchFamily="34" charset="0"/>
              </a:rPr>
              <a:t>:</a:t>
            </a:r>
          </a:p>
          <a:p>
            <a:pPr eaLnBrk="1" hangingPunct="1">
              <a:spcBef>
                <a:spcPts val="0"/>
              </a:spcBef>
              <a:spcAft>
                <a:spcPts val="0"/>
              </a:spcAft>
              <a:buClr>
                <a:srgbClr val="000000"/>
              </a:buClr>
              <a:buSzTx/>
              <a:buFont typeface="Wingdings" panose="05000000000000000000" pitchFamily="2" charset="2"/>
              <a:buNone/>
            </a:pPr>
            <a:endParaRPr lang="en-US" sz="2000" b="0" i="1" dirty="0" smtClean="0">
              <a:solidFill>
                <a:srgbClr val="F8F8F8"/>
              </a:solidFill>
              <a:latin typeface="Arial" panose="020B0604020202020204" pitchFamily="34" charset="0"/>
              <a:ea typeface="Times New Roman" panose="02020603050405020304" pitchFamily="18" charset="0"/>
              <a:cs typeface="Arial" panose="020B0604020202020204" pitchFamily="34" charset="0"/>
            </a:endParaRPr>
          </a:p>
          <a:p>
            <a:pPr marL="342900" lvl="0" indent="-342900" fontAlgn="auto">
              <a:spcBef>
                <a:spcPts val="0"/>
              </a:spcBef>
              <a:spcAft>
                <a:spcPts val="0"/>
              </a:spcAft>
              <a:buSzPts val="2000"/>
              <a:buFont typeface="Wingdings" panose="05000000000000000000" pitchFamily="2" charset="2"/>
              <a:buChar char="Ø"/>
              <a:defRPr/>
            </a:pPr>
            <a:r>
              <a:rPr lang="en-US" sz="2000" b="0" kern="0" dirty="0" smtClean="0">
                <a:solidFill>
                  <a:srgbClr val="FFFFFF"/>
                </a:solidFill>
                <a:latin typeface="Arial"/>
                <a:cs typeface="Arial"/>
                <a:sym typeface="Arial"/>
              </a:rPr>
              <a:t>What </a:t>
            </a:r>
            <a:r>
              <a:rPr lang="en-US" sz="2000" b="0" kern="0" dirty="0" smtClean="0">
                <a:solidFill>
                  <a:srgbClr val="FFFFFF"/>
                </a:solidFill>
                <a:latin typeface="Arial"/>
                <a:cs typeface="Arial"/>
                <a:sym typeface="Arial"/>
              </a:rPr>
              <a:t>is your </a:t>
            </a:r>
            <a:r>
              <a:rPr lang="en-US" sz="2000" b="0" kern="0" dirty="0" err="1" smtClean="0">
                <a:solidFill>
                  <a:srgbClr val="FFFFFF"/>
                </a:solidFill>
                <a:latin typeface="Arial"/>
                <a:cs typeface="Arial"/>
                <a:sym typeface="Arial"/>
              </a:rPr>
              <a:t>favourite</a:t>
            </a:r>
            <a:r>
              <a:rPr lang="en-US" sz="2000" b="0" kern="0" dirty="0" smtClean="0">
                <a:solidFill>
                  <a:srgbClr val="FFFFFF"/>
                </a:solidFill>
                <a:latin typeface="Arial"/>
                <a:cs typeface="Arial"/>
                <a:sym typeface="Arial"/>
              </a:rPr>
              <a:t> colour? (MM-Poll)</a:t>
            </a:r>
          </a:p>
          <a:p>
            <a:pPr marL="342900" lvl="0" indent="-342900" fontAlgn="auto">
              <a:spcBef>
                <a:spcPts val="0"/>
              </a:spcBef>
              <a:spcAft>
                <a:spcPts val="0"/>
              </a:spcAft>
              <a:buSzPts val="2000"/>
              <a:buFont typeface="Wingdings" panose="05000000000000000000" pitchFamily="2" charset="2"/>
              <a:buChar char="Ø"/>
              <a:defRPr/>
            </a:pPr>
            <a:endParaRPr lang="en-US" sz="2000" b="0" kern="0" dirty="0">
              <a:solidFill>
                <a:srgbClr val="FFFFFF"/>
              </a:solidFill>
              <a:latin typeface="Arial"/>
              <a:cs typeface="Arial"/>
              <a:sym typeface="Arial"/>
            </a:endParaRPr>
          </a:p>
          <a:p>
            <a:pPr marL="342900" lvl="0" indent="-342900" fontAlgn="auto">
              <a:spcBef>
                <a:spcPts val="0"/>
              </a:spcBef>
              <a:spcAft>
                <a:spcPts val="0"/>
              </a:spcAft>
              <a:buSzPts val="2000"/>
              <a:buFont typeface="Wingdings" panose="05000000000000000000" pitchFamily="2" charset="2"/>
              <a:buChar char="Ø"/>
              <a:defRPr/>
            </a:pPr>
            <a:r>
              <a:rPr lang="en-US" sz="2000" b="0" kern="0" dirty="0" smtClean="0">
                <a:solidFill>
                  <a:srgbClr val="FFFFFF"/>
                </a:solidFill>
                <a:latin typeface="Arial"/>
                <a:cs typeface="Arial"/>
                <a:sym typeface="Arial"/>
              </a:rPr>
              <a:t>What is your </a:t>
            </a:r>
            <a:r>
              <a:rPr lang="en-US" sz="2000" b="0" kern="0" dirty="0" err="1" smtClean="0">
                <a:solidFill>
                  <a:srgbClr val="FFFFFF"/>
                </a:solidFill>
                <a:latin typeface="Arial"/>
                <a:cs typeface="Arial"/>
                <a:sym typeface="Arial"/>
              </a:rPr>
              <a:t>favourite</a:t>
            </a:r>
            <a:r>
              <a:rPr lang="en-US" sz="2000" b="0" kern="0" dirty="0" smtClean="0">
                <a:solidFill>
                  <a:srgbClr val="FFFFFF"/>
                </a:solidFill>
                <a:latin typeface="Arial"/>
                <a:cs typeface="Arial"/>
                <a:sym typeface="Arial"/>
              </a:rPr>
              <a:t> colour? (MM-Scales)</a:t>
            </a:r>
            <a:endParaRPr lang="en-US" sz="2000" b="0" kern="0" dirty="0">
              <a:solidFill>
                <a:srgbClr val="FFFFFF"/>
              </a:solidFill>
              <a:latin typeface="Arial"/>
              <a:cs typeface="Arial"/>
              <a:sym typeface="Arial"/>
            </a:endParaRPr>
          </a:p>
        </p:txBody>
      </p:sp>
      <p:sp>
        <p:nvSpPr>
          <p:cNvPr id="8" name="Slide Number Placeholder 1"/>
          <p:cNvSpPr txBox="1">
            <a:spLocks noGrp="1"/>
          </p:cNvSpPr>
          <p:nvPr/>
        </p:nvSpPr>
        <p:spPr bwMode="auto">
          <a:xfrm>
            <a:off x="8280000" y="6300000"/>
            <a:ext cx="533400" cy="28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tx2"/>
              </a:buClr>
              <a:buSzPct val="65000"/>
              <a:buFont typeface="Wingdings" panose="05000000000000000000" pitchFamily="2" charset="2"/>
              <a:buChar char="v"/>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SzPct val="65000"/>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9pPr>
          </a:lstStyle>
          <a:p>
            <a:pPr algn="r" eaLnBrk="1" hangingPunct="1">
              <a:spcBef>
                <a:spcPct val="0"/>
              </a:spcBef>
              <a:buClrTx/>
              <a:buSzTx/>
              <a:buFontTx/>
              <a:buNone/>
            </a:pPr>
            <a:fld id="{B9AAC074-F6B9-4EA4-AE59-9F9DB0D8944F}" type="slidenum">
              <a:rPr lang="en-US" altLang="en-US" sz="1200" b="1" i="1">
                <a:solidFill>
                  <a:srgbClr val="000000"/>
                </a:solidFill>
                <a:latin typeface="Arial" panose="020B0604020202020204" pitchFamily="34" charset="0"/>
                <a:cs typeface="Arial" panose="020B0604020202020204" pitchFamily="34" charset="0"/>
              </a:rPr>
              <a:pPr algn="r" eaLnBrk="1" hangingPunct="1">
                <a:spcBef>
                  <a:spcPct val="0"/>
                </a:spcBef>
                <a:buClrTx/>
                <a:buSzTx/>
                <a:buFontTx/>
                <a:buNone/>
              </a:pPr>
              <a:t>25</a:t>
            </a:fld>
            <a:endParaRPr lang="en-US" altLang="en-US" sz="1200" b="1" i="1">
              <a:solidFill>
                <a:srgbClr val="000000"/>
              </a:solidFill>
              <a:latin typeface="Arial" panose="020B0604020202020204" pitchFamily="34" charset="0"/>
              <a:cs typeface="Arial" panose="020B0604020202020204" pitchFamily="34" charset="0"/>
            </a:endParaRPr>
          </a:p>
        </p:txBody>
      </p:sp>
      <p:sp>
        <p:nvSpPr>
          <p:cNvPr id="9" name="Google Shape;125;p2"/>
          <p:cNvSpPr/>
          <p:nvPr/>
        </p:nvSpPr>
        <p:spPr>
          <a:xfrm>
            <a:off x="2700000" y="6300000"/>
            <a:ext cx="5400000" cy="288000"/>
          </a:xfrm>
          <a:prstGeom prst="rect">
            <a:avLst/>
          </a:prstGeom>
          <a:noFill/>
          <a:ln>
            <a:noFill/>
          </a:ln>
        </p:spPr>
        <p:txBody>
          <a:bodyPr spcFirstLastPara="1" wrap="square" lIns="91425" tIns="45700" rIns="91425" bIns="45700" anchor="ctr" anchorCtr="0">
            <a:noAutofit/>
          </a:bodyPr>
          <a:lstStyle/>
          <a:p>
            <a:pPr lvl="0" algn="ctr" eaLnBrk="1" fontAlgn="auto" hangingPunct="1">
              <a:spcBef>
                <a:spcPts val="0"/>
              </a:spcBef>
              <a:spcAft>
                <a:spcPts val="0"/>
              </a:spcAft>
              <a:buClr>
                <a:srgbClr val="000000"/>
              </a:buClr>
              <a:buSzPts val="1600"/>
            </a:pPr>
            <a:r>
              <a:rPr lang="en-US" sz="1200" i="1" kern="0" dirty="0" smtClean="0">
                <a:solidFill>
                  <a:srgbClr val="000000"/>
                </a:solidFill>
                <a:ea typeface="Times New Roman"/>
                <a:cs typeface="Arial" panose="020B0604020202020204" pitchFamily="34" charset="0"/>
                <a:sym typeface="Times New Roman"/>
              </a:rPr>
              <a:t>ENGG404 </a:t>
            </a:r>
            <a:r>
              <a:rPr lang="en-US" sz="1200" i="1" kern="0" dirty="0">
                <a:solidFill>
                  <a:srgbClr val="000000"/>
                </a:solidFill>
                <a:ea typeface="Times New Roman"/>
                <a:cs typeface="Arial" panose="020B0604020202020204" pitchFamily="34" charset="0"/>
                <a:sym typeface="Times New Roman"/>
              </a:rPr>
              <a:t>Expectations, Course Syllabus, Course Plan, and Exam</a:t>
            </a:r>
          </a:p>
        </p:txBody>
      </p:sp>
    </p:spTree>
    <p:extLst>
      <p:ext uri="{BB962C8B-B14F-4D97-AF65-F5344CB8AC3E}">
        <p14:creationId xmlns:p14="http://schemas.microsoft.com/office/powerpoint/2010/main" val="2974988079"/>
      </p:ext>
    </p:extLst>
  </p:cSld>
  <p:clrMapOvr>
    <a:masterClrMapping/>
  </p:clrMapOvr>
  <p:transition>
    <p:fade/>
  </p:transition>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3"/>
          <p:cNvSpPr>
            <a:spLocks noChangeArrowheads="1"/>
          </p:cNvSpPr>
          <p:nvPr/>
        </p:nvSpPr>
        <p:spPr bwMode="auto">
          <a:xfrm>
            <a:off x="180000" y="828000"/>
            <a:ext cx="8640000" cy="5328000"/>
          </a:xfrm>
          <a:prstGeom prst="rect">
            <a:avLst/>
          </a:prstGeom>
          <a:noFill/>
          <a:ln w="9525">
            <a:noFill/>
            <a:miter lim="800000"/>
            <a:headEnd/>
            <a:tailEnd/>
          </a:ln>
        </p:spPr>
        <p:txBody>
          <a:bodyPr/>
          <a:lstStyle>
            <a:lvl1pPr marL="609600" indent="-609600">
              <a:lnSpc>
                <a:spcPct val="120000"/>
              </a:lnSpc>
              <a:spcBef>
                <a:spcPts val="1000"/>
              </a:spcBef>
              <a:buClr>
                <a:schemeClr val="tx1"/>
              </a:buClr>
              <a:buFont typeface="Arial" panose="020B0604020202020204" pitchFamily="34" charset="0"/>
              <a:buChar char="•"/>
              <a:defRPr sz="2000">
                <a:solidFill>
                  <a:schemeClr val="tx1"/>
                </a:solidFill>
                <a:latin typeface="Tw Cen MT" panose="020B0602020104020603" pitchFamily="34" charset="0"/>
              </a:defRPr>
            </a:lvl1pPr>
            <a:lvl2pPr marL="742950" indent="-285750">
              <a:lnSpc>
                <a:spcPct val="120000"/>
              </a:lnSpc>
              <a:spcBef>
                <a:spcPts val="500"/>
              </a:spcBef>
              <a:buClr>
                <a:schemeClr val="tx1"/>
              </a:buClr>
              <a:buFont typeface="Arial" panose="020B0604020202020204" pitchFamily="34" charset="0"/>
              <a:buChar char="•"/>
              <a:defRPr>
                <a:solidFill>
                  <a:schemeClr val="tx1"/>
                </a:solidFill>
                <a:latin typeface="Tw Cen MT" panose="020B0602020104020603" pitchFamily="34" charset="0"/>
              </a:defRPr>
            </a:lvl2pPr>
            <a:lvl3pPr marL="1143000" indent="-228600">
              <a:lnSpc>
                <a:spcPct val="120000"/>
              </a:lnSpc>
              <a:spcBef>
                <a:spcPts val="500"/>
              </a:spcBef>
              <a:buClr>
                <a:schemeClr val="tx1"/>
              </a:buClr>
              <a:buFont typeface="Arial" panose="020B0604020202020204" pitchFamily="34" charset="0"/>
              <a:buChar char="•"/>
              <a:defRPr sz="1600">
                <a:solidFill>
                  <a:schemeClr val="tx1"/>
                </a:solidFill>
                <a:latin typeface="Tw Cen MT" panose="020B0602020104020603" pitchFamily="34" charset="0"/>
              </a:defRPr>
            </a:lvl3pPr>
            <a:lvl4pPr marL="16002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4pPr>
            <a:lvl5pPr marL="20574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5pPr>
            <a:lvl6pPr marL="25146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6pPr>
            <a:lvl7pPr marL="29718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7pPr>
            <a:lvl8pPr marL="34290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8pPr>
            <a:lvl9pPr marL="38862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9pPr>
          </a:lstStyle>
          <a:p>
            <a:pPr marL="432000" marR="0" lvl="0" indent="-432000" algn="l" defTabSz="914400" rtl="0" eaLnBrk="0" fontAlgn="base" latinLnBrk="0" hangingPunct="0">
              <a:lnSpc>
                <a:spcPct val="100000"/>
              </a:lnSpc>
              <a:spcBef>
                <a:spcPts val="0"/>
              </a:spcBef>
              <a:spcAft>
                <a:spcPct val="0"/>
              </a:spcAft>
              <a:buClr>
                <a:srgbClr val="000000"/>
              </a:buClr>
              <a:buSzPct val="100000"/>
              <a:buFont typeface="Wingdings" panose="05000000000000000000" pitchFamily="2" charset="2"/>
              <a:buChar char="Ø"/>
              <a:tabLst/>
              <a:defRPr/>
            </a:pPr>
            <a:endParaRPr kumimoji="0" lang="en-US" altLang="en-US" sz="2000" b="0" i="0" u="none" strike="noStrike" kern="1200" cap="none" spc="0" normalizeH="0" baseline="0" noProof="0" dirty="0" smtClean="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a:p>
            <a:pPr marL="360000" marR="0" lvl="0" indent="-360000" algn="l" defTabSz="914400" rtl="0" eaLnBrk="0" fontAlgn="base" latinLnBrk="0" hangingPunct="0">
              <a:lnSpc>
                <a:spcPct val="100000"/>
              </a:lnSpc>
              <a:spcBef>
                <a:spcPts val="0"/>
              </a:spcBef>
              <a:spcAft>
                <a:spcPct val="0"/>
              </a:spcAft>
              <a:buClrTx/>
              <a:buSzPct val="100000"/>
              <a:buFont typeface="Wingdings" panose="05000000000000000000" pitchFamily="2" charset="2"/>
              <a:buChar char="Ø"/>
              <a:tabLst/>
              <a:defRPr/>
            </a:pPr>
            <a:r>
              <a:rPr kumimoji="0" lang="en-US" altLang="en-US" sz="2000" b="0" i="0" u="none" strike="noStrike" kern="1200" cap="none" spc="0" normalizeH="0" baseline="0" noProof="0" dirty="0" smtClean="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rPr>
              <a:t>Review the </a:t>
            </a:r>
            <a:r>
              <a:rPr kumimoji="0" lang="en-US" altLang="en-US" sz="2000" b="1"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rPr>
              <a:t>Course Syllabus</a:t>
            </a:r>
            <a:r>
              <a:rPr kumimoji="0" lang="en-US" alt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rPr>
              <a:t>. </a:t>
            </a:r>
          </a:p>
          <a:p>
            <a:pPr marL="360000" marR="0" lvl="0" indent="-360000" algn="l" defTabSz="914400" rtl="0" eaLnBrk="0" fontAlgn="base" latinLnBrk="0" hangingPunct="0">
              <a:lnSpc>
                <a:spcPct val="100000"/>
              </a:lnSpc>
              <a:spcBef>
                <a:spcPts val="0"/>
              </a:spcBef>
              <a:spcAft>
                <a:spcPct val="0"/>
              </a:spcAft>
              <a:buClrTx/>
              <a:buSzPct val="100000"/>
              <a:buFont typeface="Wingdings" panose="05000000000000000000" pitchFamily="2" charset="2"/>
              <a:buChar char="Ø"/>
              <a:tabLst/>
              <a:defRPr/>
            </a:pPr>
            <a:endParaRPr kumimoji="0" lang="en-US" altLang="en-US" sz="2000" b="0" i="0" u="none" strike="noStrike" kern="1200" cap="none" spc="0" normalizeH="0" baseline="0" noProof="0" dirty="0" smtClean="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a:p>
            <a:pPr marL="360000" marR="0" lvl="0" indent="-360000" algn="l" defTabSz="914400" rtl="0" eaLnBrk="0" fontAlgn="base" latinLnBrk="0" hangingPunct="0">
              <a:lnSpc>
                <a:spcPct val="100000"/>
              </a:lnSpc>
              <a:spcBef>
                <a:spcPts val="0"/>
              </a:spcBef>
              <a:spcAft>
                <a:spcPct val="0"/>
              </a:spcAft>
              <a:buClrTx/>
              <a:buSzPct val="100000"/>
              <a:buFont typeface="Wingdings" panose="05000000000000000000" pitchFamily="2" charset="2"/>
              <a:buChar char="Ø"/>
              <a:tabLst/>
              <a:defRPr/>
            </a:pPr>
            <a:r>
              <a:rPr kumimoji="0" lang="en-US" altLang="en-US" sz="2000" b="0" i="0" u="none" strike="noStrike" kern="1200" cap="none" spc="0" normalizeH="0" baseline="0" noProof="0" dirty="0" smtClean="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rPr>
              <a:t>Navigate to </a:t>
            </a:r>
            <a:r>
              <a:rPr kumimoji="0" lang="en-US" altLang="en-US" sz="2000" b="1" i="0" u="none" strike="noStrike" kern="1200" cap="none" spc="0" normalizeH="0" baseline="0" noProof="0" dirty="0" err="1">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rPr>
              <a:t>eClass</a:t>
            </a:r>
            <a:r>
              <a:rPr kumimoji="0" lang="en-US" alt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rPr>
              <a:t> for this </a:t>
            </a:r>
            <a:r>
              <a:rPr kumimoji="0" lang="en-US" altLang="en-US" sz="2000" b="0" i="0" u="none" strike="noStrike" kern="1200" cap="none" spc="0" normalizeH="0" baseline="0" noProof="0" dirty="0" smtClean="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rPr>
              <a:t>course and explore. </a:t>
            </a:r>
            <a:endParaRPr kumimoji="0" lang="en-US" alt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a:p>
            <a:pPr marL="360000" marR="0" lvl="0" indent="-360000" algn="l" defTabSz="914400" rtl="0" eaLnBrk="0" fontAlgn="base" latinLnBrk="0" hangingPunct="0">
              <a:lnSpc>
                <a:spcPct val="100000"/>
              </a:lnSpc>
              <a:spcBef>
                <a:spcPts val="0"/>
              </a:spcBef>
              <a:spcAft>
                <a:spcPct val="0"/>
              </a:spcAft>
              <a:buClrTx/>
              <a:buSzPct val="100000"/>
              <a:buFont typeface="Wingdings" panose="05000000000000000000" pitchFamily="2" charset="2"/>
              <a:buChar char="Ø"/>
              <a:tabLst/>
              <a:defRPr/>
            </a:pPr>
            <a:endParaRPr kumimoji="0" lang="en-US" altLang="en-US" sz="2000" b="0" i="0" u="none" strike="noStrike" kern="1200" cap="none" spc="0" normalizeH="0" baseline="0" noProof="0" dirty="0" smtClean="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a:p>
            <a:pPr marL="360000" marR="0" lvl="0" indent="-360000" algn="l" defTabSz="914400" rtl="0" eaLnBrk="0" fontAlgn="base" latinLnBrk="0" hangingPunct="0">
              <a:lnSpc>
                <a:spcPct val="100000"/>
              </a:lnSpc>
              <a:spcBef>
                <a:spcPts val="0"/>
              </a:spcBef>
              <a:spcAft>
                <a:spcPct val="0"/>
              </a:spcAft>
              <a:buClrTx/>
              <a:buSzPct val="100000"/>
              <a:buFont typeface="Wingdings" panose="05000000000000000000" pitchFamily="2" charset="2"/>
              <a:buChar char="Ø"/>
              <a:tabLst/>
              <a:defRPr/>
            </a:pPr>
            <a:r>
              <a:rPr kumimoji="0" lang="en-US" altLang="en-US" sz="2000" b="0" i="0" u="none" strike="noStrike" kern="1200" cap="none" spc="0" normalizeH="0" baseline="0" noProof="0" dirty="0" smtClean="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rPr>
              <a:t>Check </a:t>
            </a:r>
            <a:r>
              <a:rPr kumimoji="0" lang="en-US" alt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rPr>
              <a:t>the </a:t>
            </a:r>
            <a:r>
              <a:rPr kumimoji="0" lang="en-US" altLang="en-US" sz="2000" b="1"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rPr>
              <a:t>Course Plan</a:t>
            </a:r>
            <a:r>
              <a:rPr kumimoji="0" lang="en-US" alt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rPr>
              <a:t> and </a:t>
            </a:r>
            <a:r>
              <a:rPr kumimoji="0" lang="en-US" altLang="en-US" sz="2000" b="0" i="0" u="none" strike="noStrike" kern="1200" cap="none" spc="0" normalizeH="0" baseline="0" noProof="0" dirty="0" smtClean="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rPr>
              <a:t>enter important deadlines into your</a:t>
            </a:r>
            <a:r>
              <a:rPr kumimoji="0" lang="en-US" altLang="en-US" sz="2000" b="0" i="0" u="none" strike="noStrike" kern="1200" cap="none" spc="0" normalizeH="0" noProof="0" dirty="0" smtClean="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rPr>
              <a:t> Calendar</a:t>
            </a:r>
            <a:r>
              <a:rPr kumimoji="0" lang="en-US" altLang="en-US" sz="2000" b="0" i="0" u="none" strike="noStrike" kern="1200" cap="none" spc="0" normalizeH="0" baseline="0" noProof="0" dirty="0" smtClean="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rPr>
              <a:t>. </a:t>
            </a:r>
            <a:endParaRPr kumimoji="0" lang="en-US" alt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a:p>
            <a:pPr marL="360000" marR="0" lvl="0" indent="-360000" algn="l" defTabSz="914400" rtl="0" eaLnBrk="0" fontAlgn="base" latinLnBrk="0" hangingPunct="0">
              <a:lnSpc>
                <a:spcPct val="100000"/>
              </a:lnSpc>
              <a:spcBef>
                <a:spcPts val="0"/>
              </a:spcBef>
              <a:spcAft>
                <a:spcPct val="0"/>
              </a:spcAft>
              <a:buClrTx/>
              <a:buSzPct val="100000"/>
              <a:buFont typeface="Wingdings" panose="05000000000000000000" pitchFamily="2" charset="2"/>
              <a:buChar char="Ø"/>
              <a:tabLst/>
              <a:defRPr/>
            </a:pPr>
            <a:endParaRPr kumimoji="0" lang="en-US" altLang="en-US" sz="2000" b="0" i="0" u="none" strike="noStrike" kern="1200" cap="none" spc="0" normalizeH="0" baseline="0" noProof="0" dirty="0" smtClean="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a:p>
            <a:pPr marL="360000" marR="0" lvl="0" indent="-360000" algn="l" defTabSz="914400" rtl="0" eaLnBrk="0" fontAlgn="base" latinLnBrk="0" hangingPunct="0">
              <a:lnSpc>
                <a:spcPct val="100000"/>
              </a:lnSpc>
              <a:spcBef>
                <a:spcPts val="0"/>
              </a:spcBef>
              <a:spcAft>
                <a:spcPct val="0"/>
              </a:spcAft>
              <a:buClrTx/>
              <a:buSzPct val="100000"/>
              <a:buFont typeface="Wingdings" panose="05000000000000000000" pitchFamily="2" charset="2"/>
              <a:buChar char="Ø"/>
              <a:tabLst/>
              <a:defRPr/>
            </a:pPr>
            <a:r>
              <a:rPr kumimoji="0" lang="en-US" altLang="en-US" sz="2000" b="0" i="0" u="none" strike="noStrike" kern="1200" cap="none" spc="0" normalizeH="0" baseline="0" noProof="0" dirty="0" smtClean="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rPr>
              <a:t>Navigate to </a:t>
            </a:r>
            <a:r>
              <a:rPr kumimoji="0" lang="en-US" altLang="en-US" sz="2000" b="1" i="0" u="none" strike="noStrike" kern="1200" cap="none" spc="0" normalizeH="0" baseline="0" noProof="0" dirty="0" smtClean="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rPr>
              <a:t>ENGG404 Student </a:t>
            </a:r>
            <a:r>
              <a:rPr kumimoji="0" lang="en-US" altLang="en-US" sz="2000" b="1"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rPr>
              <a:t>Resources</a:t>
            </a:r>
            <a:r>
              <a:rPr kumimoji="0" lang="en-US" alt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rPr>
              <a:t> </a:t>
            </a:r>
            <a:r>
              <a:rPr kumimoji="0" lang="en-US" altLang="en-US" sz="2000" b="0" i="0" u="none" strike="noStrike" kern="1200" cap="none" spc="0" normalizeH="0" baseline="0" noProof="0" dirty="0" smtClean="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rPr>
              <a:t>shared drive and explore.</a:t>
            </a:r>
            <a:endParaRPr kumimoji="0" lang="en-US" alt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a:p>
            <a:pPr marL="360000" marR="0" lvl="0" indent="-360000" algn="l" defTabSz="914400" rtl="0" eaLnBrk="0" fontAlgn="base" latinLnBrk="0" hangingPunct="0">
              <a:lnSpc>
                <a:spcPct val="100000"/>
              </a:lnSpc>
              <a:spcBef>
                <a:spcPts val="0"/>
              </a:spcBef>
              <a:spcAft>
                <a:spcPct val="0"/>
              </a:spcAft>
              <a:buClrTx/>
              <a:buSzPct val="100000"/>
              <a:buFont typeface="Wingdings" panose="05000000000000000000" pitchFamily="2" charset="2"/>
              <a:buChar char="Ø"/>
              <a:tabLst/>
              <a:defRPr/>
            </a:pPr>
            <a:endParaRPr kumimoji="0" lang="en-US" altLang="en-US" sz="2000" b="0" i="0" u="none" strike="noStrike" kern="1200" cap="none" spc="0" normalizeH="0" baseline="0" noProof="0" dirty="0" smtClean="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sp>
        <p:nvSpPr>
          <p:cNvPr id="9" name="Rectangle 2"/>
          <p:cNvSpPr>
            <a:spLocks noChangeArrowheads="1"/>
          </p:cNvSpPr>
          <p:nvPr/>
        </p:nvSpPr>
        <p:spPr bwMode="auto">
          <a:xfrm>
            <a:off x="180000" y="216000"/>
            <a:ext cx="8640000" cy="504000"/>
          </a:xfrm>
          <a:prstGeom prst="rect">
            <a:avLst/>
          </a:prstGeom>
          <a:noFill/>
          <a:ln>
            <a:noFill/>
          </a:ln>
          <a:extLst/>
        </p:spPr>
        <p:txBody>
          <a:bodyPr anchor="ctr"/>
          <a:lstStyle>
            <a:lvl1pPr>
              <a:lnSpc>
                <a:spcPct val="120000"/>
              </a:lnSpc>
              <a:spcBef>
                <a:spcPts val="1000"/>
              </a:spcBef>
              <a:buClr>
                <a:schemeClr val="tx1"/>
              </a:buClr>
              <a:buFont typeface="Arial" panose="020B0604020202020204" pitchFamily="34" charset="0"/>
              <a:buChar char="•"/>
              <a:defRPr sz="2000">
                <a:solidFill>
                  <a:schemeClr val="tx1"/>
                </a:solidFill>
                <a:latin typeface="Tw Cen MT" panose="020B0602020104020603" pitchFamily="34" charset="0"/>
              </a:defRPr>
            </a:lvl1pPr>
            <a:lvl2pPr marL="742950" indent="-285750">
              <a:lnSpc>
                <a:spcPct val="120000"/>
              </a:lnSpc>
              <a:spcBef>
                <a:spcPts val="500"/>
              </a:spcBef>
              <a:buClr>
                <a:schemeClr val="tx1"/>
              </a:buClr>
              <a:buFont typeface="Arial" panose="020B0604020202020204" pitchFamily="34" charset="0"/>
              <a:buChar char="•"/>
              <a:defRPr>
                <a:solidFill>
                  <a:schemeClr val="tx1"/>
                </a:solidFill>
                <a:latin typeface="Tw Cen MT" panose="020B0602020104020603" pitchFamily="34" charset="0"/>
              </a:defRPr>
            </a:lvl2pPr>
            <a:lvl3pPr marL="1143000" indent="-228600">
              <a:lnSpc>
                <a:spcPct val="120000"/>
              </a:lnSpc>
              <a:spcBef>
                <a:spcPts val="500"/>
              </a:spcBef>
              <a:buClr>
                <a:schemeClr val="tx1"/>
              </a:buClr>
              <a:buFont typeface="Arial" panose="020B0604020202020204" pitchFamily="34" charset="0"/>
              <a:buChar char="•"/>
              <a:defRPr sz="1600">
                <a:solidFill>
                  <a:schemeClr val="tx1"/>
                </a:solidFill>
                <a:latin typeface="Tw Cen MT" panose="020B0602020104020603" pitchFamily="34" charset="0"/>
              </a:defRPr>
            </a:lvl3pPr>
            <a:lvl4pPr marL="16002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4pPr>
            <a:lvl5pPr marL="20574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5pPr>
            <a:lvl6pPr marL="25146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6pPr>
            <a:lvl7pPr marL="29718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7pPr>
            <a:lvl8pPr marL="34290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8pPr>
            <a:lvl9pPr marL="38862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9pPr>
          </a:lstStyle>
          <a:p>
            <a:pPr marL="0" marR="0" lvl="0" indent="0" algn="l" defTabSz="914400" rtl="0" eaLnBrk="1" fontAlgn="base" latinLnBrk="0" hangingPunct="1">
              <a:lnSpc>
                <a:spcPct val="100000"/>
              </a:lnSpc>
              <a:spcBef>
                <a:spcPct val="0"/>
              </a:spcBef>
              <a:spcAft>
                <a:spcPct val="0"/>
              </a:spcAft>
              <a:buClrTx/>
              <a:buSzTx/>
              <a:buFont typeface="Arial" panose="020B0604020202020204" pitchFamily="34" charset="0"/>
              <a:buNone/>
              <a:tabLst/>
              <a:defRPr/>
            </a:pPr>
            <a:r>
              <a:rPr kumimoji="0" lang="en-US" altLang="en-US" sz="2400" b="0" i="0" u="none" strike="noStrike" kern="1200" cap="none" spc="0" normalizeH="0" baseline="0" noProof="0" dirty="0" smtClean="0">
                <a:ln>
                  <a:noFill/>
                </a:ln>
                <a:solidFill>
                  <a:srgbClr val="333399"/>
                </a:solidFill>
                <a:effectLst/>
                <a:uLnTx/>
                <a:uFillTx/>
                <a:latin typeface="Arial" panose="020B0604020202020204" pitchFamily="34" charset="0"/>
                <a:ea typeface="+mn-ea"/>
                <a:cs typeface="Arial" panose="020B0604020202020204" pitchFamily="34" charset="0"/>
              </a:rPr>
              <a:t>Your Next Steps:</a:t>
            </a:r>
            <a:endParaRPr kumimoji="0" lang="en-US" altLang="en-US" sz="2400" b="0" i="0" u="none" strike="noStrike" kern="1200" cap="none" spc="0" normalizeH="0" baseline="0" noProof="0" dirty="0">
              <a:ln>
                <a:noFill/>
              </a:ln>
              <a:solidFill>
                <a:srgbClr val="333399"/>
              </a:solidFill>
              <a:effectLst/>
              <a:uLnTx/>
              <a:uFillTx/>
              <a:latin typeface="Arial" panose="020B0604020202020204" pitchFamily="34" charset="0"/>
              <a:ea typeface="+mn-ea"/>
              <a:cs typeface="Arial" panose="020B0604020202020204" pitchFamily="34" charset="0"/>
            </a:endParaRPr>
          </a:p>
        </p:txBody>
      </p:sp>
      <p:sp>
        <p:nvSpPr>
          <p:cNvPr id="12" name="Slide Number Placeholder 1"/>
          <p:cNvSpPr txBox="1">
            <a:spLocks noGrp="1"/>
          </p:cNvSpPr>
          <p:nvPr/>
        </p:nvSpPr>
        <p:spPr bwMode="auto">
          <a:xfrm>
            <a:off x="8280000" y="6300000"/>
            <a:ext cx="533400" cy="28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tx2"/>
              </a:buClr>
              <a:buSzPct val="65000"/>
              <a:buFont typeface="Wingdings" panose="05000000000000000000" pitchFamily="2" charset="2"/>
              <a:buChar char="v"/>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SzPct val="65000"/>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B9AAC074-F6B9-4EA4-AE59-9F9DB0D8944F}" type="slidenum">
              <a:rPr kumimoji="0" lang="en-US" altLang="en-US" sz="1200" b="1" i="1" u="none" strike="noStrike" kern="120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26</a:t>
            </a:fld>
            <a:endParaRPr kumimoji="0" lang="en-US" altLang="en-US" sz="1200" b="1" i="1" u="none" strike="noStrike" kern="120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sp>
        <p:nvSpPr>
          <p:cNvPr id="13" name="Google Shape;125;p2"/>
          <p:cNvSpPr/>
          <p:nvPr/>
        </p:nvSpPr>
        <p:spPr>
          <a:xfrm>
            <a:off x="2700000" y="6300000"/>
            <a:ext cx="5400000" cy="288000"/>
          </a:xfrm>
          <a:prstGeom prst="rect">
            <a:avLst/>
          </a:prstGeom>
          <a:no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Pts val="1600"/>
              <a:buFontTx/>
              <a:buNone/>
              <a:tabLst/>
              <a:defRPr/>
            </a:pPr>
            <a:r>
              <a:rPr kumimoji="0" lang="en-US" sz="1200" b="1" i="1" u="none" strike="noStrike" kern="0" cap="none" spc="0" normalizeH="0" baseline="0" noProof="0" dirty="0" smtClean="0">
                <a:ln>
                  <a:noFill/>
                </a:ln>
                <a:solidFill>
                  <a:srgbClr val="000000"/>
                </a:solidFill>
                <a:effectLst/>
                <a:uLnTx/>
                <a:uFillTx/>
                <a:latin typeface="Arial" charset="0"/>
                <a:ea typeface="Times New Roman"/>
                <a:cs typeface="Arial" panose="020B0604020202020204" pitchFamily="34" charset="0"/>
                <a:sym typeface="Times New Roman"/>
              </a:rPr>
              <a:t>ENGG404 Expectations, Course Syllabus, Course Plan, and Exam</a:t>
            </a:r>
            <a:endParaRPr kumimoji="0" lang="en-US" sz="1200" b="1" i="1" u="none" strike="noStrike" kern="0" cap="none" spc="0" normalizeH="0" baseline="0" noProof="0" dirty="0">
              <a:ln>
                <a:noFill/>
              </a:ln>
              <a:solidFill>
                <a:srgbClr val="000000"/>
              </a:solidFill>
              <a:effectLst/>
              <a:uLnTx/>
              <a:uFillTx/>
              <a:latin typeface="Arial" charset="0"/>
              <a:ea typeface="Times New Roman"/>
              <a:cs typeface="Arial" panose="020B0604020202020204" pitchFamily="34" charset="0"/>
              <a:sym typeface="Times New Roman"/>
            </a:endParaRPr>
          </a:p>
        </p:txBody>
      </p:sp>
    </p:spTree>
    <p:extLst>
      <p:ext uri="{BB962C8B-B14F-4D97-AF65-F5344CB8AC3E}">
        <p14:creationId xmlns:p14="http://schemas.microsoft.com/office/powerpoint/2010/main" val="1574043180"/>
      </p:ext>
    </p:extLst>
  </p:cSld>
  <p:clrMapOvr>
    <a:masterClrMapping/>
  </p:clrMapOvr>
  <p:transition>
    <p:fade/>
  </p:transition>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5" name="Rectangle 2"/>
          <p:cNvSpPr>
            <a:spLocks noChangeArrowheads="1"/>
          </p:cNvSpPr>
          <p:nvPr/>
        </p:nvSpPr>
        <p:spPr bwMode="auto">
          <a:xfrm>
            <a:off x="180000" y="180000"/>
            <a:ext cx="8640000" cy="504000"/>
          </a:xfrm>
          <a:prstGeom prst="rect">
            <a:avLst/>
          </a:prstGeom>
          <a:solidFill>
            <a:srgbClr val="0000CC"/>
          </a:solidFill>
          <a:ln>
            <a:solidFill>
              <a:srgbClr val="0000CC"/>
            </a:solidFill>
          </a:ln>
          <a:extLst/>
        </p:spPr>
        <p:txBody>
          <a:bodyPr wrap="square" anchor="ctr" anchorCtr="0">
            <a:noAutofit/>
          </a:bodyPr>
          <a:lstStyle/>
          <a:p>
            <a:pPr>
              <a:spcBef>
                <a:spcPts val="0"/>
              </a:spcBef>
              <a:spcAft>
                <a:spcPts val="0"/>
              </a:spcAft>
            </a:pPr>
            <a:r>
              <a:rPr lang="en-US" altLang="en-US" sz="2400" b="0" dirty="0">
                <a:solidFill>
                  <a:srgbClr val="F8F8F8"/>
                </a:solidFill>
                <a:latin typeface="Arial" panose="020B0604020202020204" pitchFamily="34" charset="0"/>
                <a:ea typeface="ＭＳ Ｐゴシック" panose="020B0600070205080204" pitchFamily="34" charset="-128"/>
                <a:cs typeface="Arial" panose="020B0604020202020204" pitchFamily="34" charset="0"/>
              </a:rPr>
              <a:t>In-Class ALE: </a:t>
            </a:r>
            <a:r>
              <a:rPr lang="en-US" altLang="en-US" sz="2400" b="0" dirty="0" smtClean="0">
                <a:solidFill>
                  <a:srgbClr val="F8F8F8"/>
                </a:solidFill>
                <a:latin typeface="Arial" panose="020B0604020202020204" pitchFamily="34" charset="0"/>
                <a:ea typeface="ＭＳ Ｐゴシック" panose="020B0600070205080204" pitchFamily="34" charset="-128"/>
                <a:cs typeface="Arial" panose="020B0604020202020204" pitchFamily="34" charset="0"/>
              </a:rPr>
              <a:t>Questions about the Course?</a:t>
            </a:r>
            <a:endParaRPr lang="en-US" altLang="en-US" sz="2400" b="0" dirty="0">
              <a:solidFill>
                <a:srgbClr val="F8F8F8"/>
              </a:solidFill>
              <a:latin typeface="Arial" panose="020B0604020202020204" pitchFamily="34" charset="0"/>
              <a:ea typeface="ＭＳ Ｐゴシック" panose="020B0600070205080204" pitchFamily="34" charset="-128"/>
              <a:cs typeface="Arial" panose="020B0604020202020204" pitchFamily="34" charset="0"/>
            </a:endParaRPr>
          </a:p>
        </p:txBody>
      </p:sp>
      <p:sp>
        <p:nvSpPr>
          <p:cNvPr id="2" name="Rectangle 1"/>
          <p:cNvSpPr/>
          <p:nvPr/>
        </p:nvSpPr>
        <p:spPr>
          <a:xfrm>
            <a:off x="180000" y="828000"/>
            <a:ext cx="8640000" cy="5328000"/>
          </a:xfrm>
          <a:prstGeom prst="rect">
            <a:avLst/>
          </a:prstGeom>
          <a:solidFill>
            <a:srgbClr val="0000CC"/>
          </a:solidFill>
          <a:ln>
            <a:solidFill>
              <a:srgbClr val="0000CC"/>
            </a:solidFill>
          </a:ln>
        </p:spPr>
        <p:txBody>
          <a:bodyPr wrap="square">
            <a:noAutofit/>
          </a:bodyPr>
          <a:lstStyle/>
          <a:p>
            <a:pPr eaLnBrk="1" hangingPunct="1">
              <a:spcBef>
                <a:spcPts val="0"/>
              </a:spcBef>
              <a:spcAft>
                <a:spcPts val="0"/>
              </a:spcAft>
              <a:buClr>
                <a:srgbClr val="000000"/>
              </a:buClr>
              <a:buSzTx/>
              <a:buFont typeface="Wingdings" panose="05000000000000000000" pitchFamily="2" charset="2"/>
              <a:buNone/>
            </a:pPr>
            <a:endParaRPr lang="en-US" sz="2000" b="0" i="1" dirty="0" smtClean="0">
              <a:solidFill>
                <a:srgbClr val="F8F8F8"/>
              </a:solidFill>
              <a:latin typeface="Arial" panose="020B0604020202020204" pitchFamily="34" charset="0"/>
              <a:ea typeface="Times New Roman" panose="02020603050405020304" pitchFamily="18" charset="0"/>
              <a:cs typeface="Arial" panose="020B0604020202020204" pitchFamily="34" charset="0"/>
            </a:endParaRPr>
          </a:p>
          <a:p>
            <a:pPr marL="342900" lvl="0" indent="-342900" fontAlgn="auto">
              <a:spcBef>
                <a:spcPts val="0"/>
              </a:spcBef>
              <a:spcAft>
                <a:spcPts val="0"/>
              </a:spcAft>
              <a:buSzPts val="2000"/>
              <a:buFont typeface="Wingdings" panose="05000000000000000000" pitchFamily="2" charset="2"/>
              <a:buChar char="Ø"/>
              <a:defRPr/>
            </a:pPr>
            <a:r>
              <a:rPr lang="en-US" sz="2000" b="0" kern="0" dirty="0">
                <a:solidFill>
                  <a:srgbClr val="FFFFFF"/>
                </a:solidFill>
                <a:latin typeface="Arial"/>
                <a:cs typeface="Arial"/>
                <a:sym typeface="Arial"/>
              </a:rPr>
              <a:t>Do you have any questions …syllabus, course, team project, assignments, final exam? </a:t>
            </a:r>
            <a:r>
              <a:rPr lang="en-US" sz="2000" b="0" kern="0" dirty="0" smtClean="0">
                <a:solidFill>
                  <a:srgbClr val="FFFFFF"/>
                </a:solidFill>
                <a:latin typeface="Arial"/>
                <a:cs typeface="Arial"/>
                <a:sym typeface="Arial"/>
              </a:rPr>
              <a:t>(Open discussion)</a:t>
            </a:r>
            <a:endParaRPr lang="en-US" sz="2000" b="0" kern="0" dirty="0">
              <a:solidFill>
                <a:srgbClr val="FFFFFF"/>
              </a:solidFill>
              <a:latin typeface="Arial"/>
              <a:cs typeface="Arial"/>
              <a:sym typeface="Arial"/>
            </a:endParaRPr>
          </a:p>
        </p:txBody>
      </p:sp>
      <p:sp>
        <p:nvSpPr>
          <p:cNvPr id="8" name="Slide Number Placeholder 1"/>
          <p:cNvSpPr txBox="1">
            <a:spLocks noGrp="1"/>
          </p:cNvSpPr>
          <p:nvPr/>
        </p:nvSpPr>
        <p:spPr bwMode="auto">
          <a:xfrm>
            <a:off x="8280000" y="6300000"/>
            <a:ext cx="533400" cy="28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tx2"/>
              </a:buClr>
              <a:buSzPct val="65000"/>
              <a:buFont typeface="Wingdings" panose="05000000000000000000" pitchFamily="2" charset="2"/>
              <a:buChar char="v"/>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SzPct val="65000"/>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9pPr>
          </a:lstStyle>
          <a:p>
            <a:pPr algn="r" eaLnBrk="1" hangingPunct="1">
              <a:spcBef>
                <a:spcPct val="0"/>
              </a:spcBef>
              <a:buClrTx/>
              <a:buSzTx/>
              <a:buFontTx/>
              <a:buNone/>
            </a:pPr>
            <a:fld id="{B9AAC074-F6B9-4EA4-AE59-9F9DB0D8944F}" type="slidenum">
              <a:rPr lang="en-US" altLang="en-US" sz="1200" b="1" i="1">
                <a:solidFill>
                  <a:srgbClr val="000000"/>
                </a:solidFill>
                <a:latin typeface="Arial" panose="020B0604020202020204" pitchFamily="34" charset="0"/>
                <a:cs typeface="Arial" panose="020B0604020202020204" pitchFamily="34" charset="0"/>
              </a:rPr>
              <a:pPr algn="r" eaLnBrk="1" hangingPunct="1">
                <a:spcBef>
                  <a:spcPct val="0"/>
                </a:spcBef>
                <a:buClrTx/>
                <a:buSzTx/>
                <a:buFontTx/>
                <a:buNone/>
              </a:pPr>
              <a:t>27</a:t>
            </a:fld>
            <a:endParaRPr lang="en-US" altLang="en-US" sz="1200" b="1" i="1">
              <a:solidFill>
                <a:srgbClr val="000000"/>
              </a:solidFill>
              <a:latin typeface="Arial" panose="020B0604020202020204" pitchFamily="34" charset="0"/>
              <a:cs typeface="Arial" panose="020B0604020202020204" pitchFamily="34" charset="0"/>
            </a:endParaRPr>
          </a:p>
        </p:txBody>
      </p:sp>
      <p:sp>
        <p:nvSpPr>
          <p:cNvPr id="5" name="Google Shape;125;p2"/>
          <p:cNvSpPr/>
          <p:nvPr/>
        </p:nvSpPr>
        <p:spPr>
          <a:xfrm>
            <a:off x="2700000" y="6300000"/>
            <a:ext cx="5400000" cy="288000"/>
          </a:xfrm>
          <a:prstGeom prst="rect">
            <a:avLst/>
          </a:prstGeom>
          <a:no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Pts val="1600"/>
              <a:buFontTx/>
              <a:buNone/>
              <a:tabLst/>
              <a:defRPr/>
            </a:pPr>
            <a:r>
              <a:rPr kumimoji="0" lang="en-US" sz="1200" b="1" i="1" u="none" strike="noStrike" kern="0" cap="none" spc="0" normalizeH="0" baseline="0" noProof="0" dirty="0" smtClean="0">
                <a:ln>
                  <a:noFill/>
                </a:ln>
                <a:solidFill>
                  <a:srgbClr val="000000"/>
                </a:solidFill>
                <a:effectLst/>
                <a:uLnTx/>
                <a:uFillTx/>
                <a:latin typeface="Arial" charset="0"/>
                <a:ea typeface="Times New Roman"/>
                <a:cs typeface="Arial" panose="020B0604020202020204" pitchFamily="34" charset="0"/>
                <a:sym typeface="Times New Roman"/>
              </a:rPr>
              <a:t>ENGG404 Expectations, Course Syllabus, Course Plan, and Exam</a:t>
            </a:r>
            <a:endParaRPr kumimoji="0" lang="en-US" sz="1200" b="1" i="1" u="none" strike="noStrike" kern="0" cap="none" spc="0" normalizeH="0" baseline="0" noProof="0" dirty="0">
              <a:ln>
                <a:noFill/>
              </a:ln>
              <a:solidFill>
                <a:srgbClr val="000000"/>
              </a:solidFill>
              <a:effectLst/>
              <a:uLnTx/>
              <a:uFillTx/>
              <a:latin typeface="Arial" charset="0"/>
              <a:ea typeface="Times New Roman"/>
              <a:cs typeface="Arial" panose="020B0604020202020204" pitchFamily="34" charset="0"/>
              <a:sym typeface="Times New Roman"/>
            </a:endParaRPr>
          </a:p>
        </p:txBody>
      </p:sp>
    </p:spTree>
    <p:extLst>
      <p:ext uri="{BB962C8B-B14F-4D97-AF65-F5344CB8AC3E}">
        <p14:creationId xmlns:p14="http://schemas.microsoft.com/office/powerpoint/2010/main" val="2585586626"/>
      </p:ext>
    </p:extLst>
  </p:cSld>
  <p:clrMapOvr>
    <a:masterClrMapping/>
  </p:clrMapOvr>
  <p:transition>
    <p:fade/>
  </p:transition>
  <p:timing>
    <p:tnLst>
      <p:par>
        <p:cTn id="1" dur="indefinite" restart="never" nodeType="tmRoot"/>
      </p:par>
    </p:tnLst>
  </p:timing>
</p:sld>
</file>

<file path=ppt/theme/theme1.xml><?xml version="1.0" encoding="utf-8"?>
<a:theme xmlns:a="http://schemas.openxmlformats.org/drawingml/2006/main" name="Default Design">
  <a:themeElements>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Default Design">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Default 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Default 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Default 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Default 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Default 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Default 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Default 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Default 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Default 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Default 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Default 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1_Default Design">
  <a:themeElements>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Default Design">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Default 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Default 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Default 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Default 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Default 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Default 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Default 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Default 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Default 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Default 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Default 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69882</TotalTime>
  <Words>2531</Words>
  <Application>Microsoft Office PowerPoint</Application>
  <PresentationFormat>On-screen Show (4:3)</PresentationFormat>
  <Paragraphs>403</Paragraphs>
  <Slides>27</Slides>
  <Notes>27</Notes>
  <HiddenSlides>0</HiddenSlides>
  <MMClips>0</MMClips>
  <ScaleCrop>false</ScaleCrop>
  <HeadingPairs>
    <vt:vector size="6" baseType="variant">
      <vt:variant>
        <vt:lpstr>Fonts Used</vt:lpstr>
      </vt:variant>
      <vt:variant>
        <vt:i4>7</vt:i4>
      </vt:variant>
      <vt:variant>
        <vt:lpstr>Theme</vt:lpstr>
      </vt:variant>
      <vt:variant>
        <vt:i4>2</vt:i4>
      </vt:variant>
      <vt:variant>
        <vt:lpstr>Slide Titles</vt:lpstr>
      </vt:variant>
      <vt:variant>
        <vt:i4>27</vt:i4>
      </vt:variant>
    </vt:vector>
  </HeadingPairs>
  <TitlesOfParts>
    <vt:vector size="36" baseType="lpstr">
      <vt:lpstr>ＭＳ Ｐゴシック</vt:lpstr>
      <vt:lpstr>Arial</vt:lpstr>
      <vt:lpstr>Calibri</vt:lpstr>
      <vt:lpstr>Noto Sans Symbols</vt:lpstr>
      <vt:lpstr>Times</vt:lpstr>
      <vt:lpstr>Times New Roman</vt:lpstr>
      <vt:lpstr>Wingdings</vt:lpstr>
      <vt:lpstr>Default Design</vt:lpstr>
      <vt:lpstr>1_Default Design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The University of Texas at Austin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MSB</dc:creator>
  <cp:lastModifiedBy>John Cocchio</cp:lastModifiedBy>
  <cp:revision>1992</cp:revision>
  <cp:lastPrinted>2018-12-17T22:21:47Z</cp:lastPrinted>
  <dcterms:created xsi:type="dcterms:W3CDTF">2007-03-28T16:18:47Z</dcterms:created>
  <dcterms:modified xsi:type="dcterms:W3CDTF">2022-05-07T21:20:05Z</dcterms:modified>
</cp:coreProperties>
</file>