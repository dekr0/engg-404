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5"/>
  </p:notesMasterIdLst>
  <p:handoutMasterIdLst>
    <p:handoutMasterId r:id="rId6"/>
  </p:handoutMasterIdLst>
  <p:sldIdLst>
    <p:sldId id="263" r:id="rId2"/>
    <p:sldId id="268" r:id="rId3"/>
    <p:sldId id="269" r:id="rId4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56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89392" autoAdjust="0"/>
  </p:normalViewPr>
  <p:slideViewPr>
    <p:cSldViewPr snapToGrid="0">
      <p:cViewPr varScale="1">
        <p:scale>
          <a:sx n="73" d="100"/>
          <a:sy n="73" d="100"/>
        </p:scale>
        <p:origin x="14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37C2E25F-FD9B-4956-9A09-ACB4AFE100EB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A50834A-CE94-4C2C-8932-A089C2AC3D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4362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639B4-56EE-4FF2-AF98-D4C831568D92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2713" y="1163638"/>
            <a:ext cx="4189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2B3A6-139C-42F8-BC93-D8421F99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71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586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81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8714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19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03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317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53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889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11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4063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0189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7718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4148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254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607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49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457200"/>
            <a:ext cx="8229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</a:rPr>
              <a:t>ENGG404 2022S: Welcome to the Kick-off </a:t>
            </a:r>
            <a:r>
              <a:rPr lang="en-US" sz="28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Lecture</a:t>
            </a:r>
            <a:endParaRPr lang="en-US" sz="2800" u="sng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Risk: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Something bad could happen.”</a:t>
            </a: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Leadership in Risk Management: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Lead your (future) organization in a way to prevent something bad from happening.”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 descr="&lt;strong&gt;Refinery&lt;/strong&gt; &lt;strong&gt;Fire&lt;/strong&gt; in Japan | Original Image via Reuters / AP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524" y="1938262"/>
            <a:ext cx="4298951" cy="286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44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457200"/>
            <a:ext cx="8229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Professor Cocchio, </a:t>
            </a:r>
            <a:r>
              <a:rPr lang="en-US" b="1" u="sng" dirty="0" err="1" smtClean="0"/>
              <a:t>P.Eng</a:t>
            </a:r>
            <a:r>
              <a:rPr lang="en-US" b="1" u="sng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Education: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Bachelor of Applied Science in Chemical Engineering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Master of Business Administration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Innumerable “certificates”  </a:t>
            </a:r>
          </a:p>
          <a:p>
            <a:endParaRPr lang="en-US" dirty="0"/>
          </a:p>
          <a:p>
            <a:r>
              <a:rPr lang="en-US" dirty="0" smtClean="0"/>
              <a:t>Experience: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More than 32 years in the industry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Since “Day 1” (’79), process safety and </a:t>
            </a:r>
            <a:br>
              <a:rPr lang="en-US" dirty="0" smtClean="0"/>
            </a:br>
            <a:r>
              <a:rPr lang="en-US" dirty="0" smtClean="0"/>
              <a:t>occupational safety responsibilities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u="sng" dirty="0" smtClean="0"/>
              <a:t>One</a:t>
            </a:r>
            <a:r>
              <a:rPr lang="en-US" dirty="0" smtClean="0"/>
              <a:t> company – </a:t>
            </a:r>
            <a:r>
              <a:rPr lang="en-US" u="sng" dirty="0" smtClean="0"/>
              <a:t>countless</a:t>
            </a:r>
            <a:r>
              <a:rPr lang="en-US" dirty="0" smtClean="0"/>
              <a:t> cultures.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Several world-scale petrochemical </a:t>
            </a:r>
            <a:br>
              <a:rPr lang="en-US" dirty="0" smtClean="0"/>
            </a:br>
            <a:r>
              <a:rPr lang="en-US" dirty="0" smtClean="0"/>
              <a:t>plants.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r>
              <a:rPr lang="en-US" dirty="0" smtClean="0"/>
              <a:t>In my spare time: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 sail 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I </a:t>
            </a:r>
            <a:r>
              <a:rPr lang="en-US" dirty="0" smtClean="0"/>
              <a:t>(try to) race </a:t>
            </a:r>
            <a:r>
              <a:rPr lang="en-US" dirty="0" smtClean="0"/>
              <a:t>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369" y="4831307"/>
            <a:ext cx="2880000" cy="16199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147" y="2981100"/>
            <a:ext cx="288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327" y="1692721"/>
            <a:ext cx="5534025" cy="4682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7383" y="457200"/>
            <a:ext cx="83994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Professor Cocchio, </a:t>
            </a:r>
            <a:r>
              <a:rPr lang="en-US" b="1" u="sng" dirty="0" err="1" smtClean="0"/>
              <a:t>P.Eng</a:t>
            </a:r>
            <a:r>
              <a:rPr lang="en-US" b="1" u="sng" dirty="0" smtClean="0"/>
              <a:t>.</a:t>
            </a:r>
          </a:p>
          <a:p>
            <a:r>
              <a:rPr lang="en-US" dirty="0"/>
              <a:t>Academic career: The U of Alberta since 2012</a:t>
            </a:r>
          </a:p>
          <a:p>
            <a:r>
              <a:rPr lang="en-US" dirty="0" smtClean="0"/>
              <a:t>Industrial career: One Company, Dow </a:t>
            </a:r>
            <a:r>
              <a:rPr lang="en-US" dirty="0" smtClean="0"/>
              <a:t>Chemical Canada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No </a:t>
            </a:r>
            <a:r>
              <a:rPr lang="en-US" dirty="0" smtClean="0"/>
              <a:t>exotic, foreign, or </a:t>
            </a:r>
            <a:r>
              <a:rPr lang="en-US" dirty="0" smtClean="0"/>
              <a:t>glamourous </a:t>
            </a:r>
            <a:r>
              <a:rPr lang="en-US" dirty="0" smtClean="0"/>
              <a:t>locations though </a:t>
            </a:r>
            <a:r>
              <a:rPr lang="en-US" dirty="0" smtClean="0"/>
              <a:t>…</a:t>
            </a:r>
          </a:p>
        </p:txBody>
      </p:sp>
      <p:sp>
        <p:nvSpPr>
          <p:cNvPr id="2" name="5-Point Star 1"/>
          <p:cNvSpPr/>
          <p:nvPr/>
        </p:nvSpPr>
        <p:spPr>
          <a:xfrm>
            <a:off x="2695577" y="4689593"/>
            <a:ext cx="304800" cy="31432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5-Point Star 5"/>
          <p:cNvSpPr/>
          <p:nvPr/>
        </p:nvSpPr>
        <p:spPr>
          <a:xfrm>
            <a:off x="2643027" y="4393658"/>
            <a:ext cx="304800" cy="31432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5-Point Star 6"/>
          <p:cNvSpPr/>
          <p:nvPr/>
        </p:nvSpPr>
        <p:spPr>
          <a:xfrm>
            <a:off x="4886327" y="6070057"/>
            <a:ext cx="304800" cy="31432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5-Point Star 7"/>
          <p:cNvSpPr/>
          <p:nvPr/>
        </p:nvSpPr>
        <p:spPr>
          <a:xfrm>
            <a:off x="5143827" y="5896641"/>
            <a:ext cx="304800" cy="31432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5-Point Star 8"/>
          <p:cNvSpPr/>
          <p:nvPr/>
        </p:nvSpPr>
        <p:spPr>
          <a:xfrm>
            <a:off x="2868997" y="4346361"/>
            <a:ext cx="304800" cy="314325"/>
          </a:xfrm>
          <a:prstGeom prst="star5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Box 3"/>
          <p:cNvSpPr txBox="1"/>
          <p:nvPr/>
        </p:nvSpPr>
        <p:spPr>
          <a:xfrm>
            <a:off x="1457327" y="6422154"/>
            <a:ext cx="5534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“The True North – Strong and Free”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36" y="208576"/>
            <a:ext cx="2639587" cy="160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9645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462</TotalTime>
  <Words>106</Words>
  <Application>Microsoft Office PowerPoint</Application>
  <PresentationFormat>On-screen Show (4:3)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cocchio</dc:creator>
  <cp:lastModifiedBy>John Cocchio</cp:lastModifiedBy>
  <cp:revision>31</cp:revision>
  <cp:lastPrinted>2017-09-05T15:40:14Z</cp:lastPrinted>
  <dcterms:created xsi:type="dcterms:W3CDTF">2017-09-05T14:53:21Z</dcterms:created>
  <dcterms:modified xsi:type="dcterms:W3CDTF">2022-05-02T16:10:10Z</dcterms:modified>
</cp:coreProperties>
</file>