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913" r:id="rId2"/>
    <p:sldId id="912" r:id="rId3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913"/>
            <p14:sldId id="9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00"/>
    <a:srgbClr val="0000FF"/>
    <a:srgbClr val="000000"/>
    <a:srgbClr val="0000CC"/>
    <a:srgbClr val="F8F8F8"/>
    <a:srgbClr val="F5D7F1"/>
    <a:srgbClr val="5F5F5F"/>
    <a:srgbClr val="DDDDDD"/>
    <a:srgbClr val="FBA3E8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98116" autoAdjust="0"/>
  </p:normalViewPr>
  <p:slideViewPr>
    <p:cSldViewPr>
      <p:cViewPr varScale="1">
        <p:scale>
          <a:sx n="77" d="100"/>
          <a:sy n="77" d="100"/>
        </p:scale>
        <p:origin x="1020" y="64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080081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357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228600" y="2500342"/>
            <a:ext cx="8610600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Overview of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7: Leadership, Motivation, Organizational Design, and Culture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47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14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7 will be presented in the lectures in this order (by topic #):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4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None/>
            </a:pP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Seminar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#3 Chapter 7.9: Effectiveness, Engagement, and Collaboration for High-Performance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Teams</a:t>
            </a:r>
            <a:endParaRPr lang="en-US" altLang="en-US" sz="14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None/>
            </a:pP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44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Case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13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imperative for Leadership and the Boeing 737MAX LI</a:t>
            </a:r>
            <a:endParaRPr lang="en-US" altLang="en-US" sz="14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None/>
            </a:pP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45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7.1: The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Fundamental Process of Management – The Plan-Do-Check-Act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Cycle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None/>
            </a:pP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46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7.2: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 in Risk Management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&amp;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Putting Theory into Practice -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Bias for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Action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None/>
            </a:pP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47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7.3: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Organizational Design and the Relationships Between Leadership, Culture, and Performance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None/>
            </a:pP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48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7.4: The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Importance of Culture &amp;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Making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Everyone a Leader in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None/>
            </a:pP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49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7.5: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Importance of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Leadership; The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Links Between Incident Performance, Culture, and the Role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Leadership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Shaping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Culture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None/>
            </a:pP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50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7.6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Power of Leaders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Influence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Behaviour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None/>
            </a:pP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53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7.7: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 –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Makes an Effective Leader?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None/>
            </a:pP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54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7.8: </a:t>
            </a:r>
            <a:r>
              <a:rPr lang="en-US" altLang="en-US" sz="14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 Models – Applying the Principles of Human Motivation to Lead </a:t>
            </a:r>
            <a:r>
              <a:rPr lang="en-US" altLang="en-US" sz="14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14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An Overview of Chapter 7: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An Overview of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7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: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40251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69567</TotalTime>
  <Words>223</Words>
  <Application>Microsoft Office PowerPoint</Application>
  <PresentationFormat>On-screen Show (4:3)</PresentationFormat>
  <Paragraphs>27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ＭＳ Ｐゴシック</vt:lpstr>
      <vt:lpstr>Arial</vt:lpstr>
      <vt:lpstr>Calibri</vt:lpstr>
      <vt:lpstr>Times New Roman</vt:lpstr>
      <vt:lpstr>Wingdings</vt:lpstr>
      <vt:lpstr>Default Design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JR Cocchio</cp:lastModifiedBy>
  <cp:revision>1945</cp:revision>
  <cp:lastPrinted>2018-12-17T22:21:47Z</cp:lastPrinted>
  <dcterms:created xsi:type="dcterms:W3CDTF">2007-03-28T16:18:47Z</dcterms:created>
  <dcterms:modified xsi:type="dcterms:W3CDTF">2021-10-18T00:07:53Z</dcterms:modified>
</cp:coreProperties>
</file>