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4151" r:id="rId2"/>
  </p:sldMasterIdLst>
  <p:notesMasterIdLst>
    <p:notesMasterId r:id="rId25"/>
  </p:notesMasterIdLst>
  <p:handoutMasterIdLst>
    <p:handoutMasterId r:id="rId26"/>
  </p:handoutMasterIdLst>
  <p:sldIdLst>
    <p:sldId id="895" r:id="rId3"/>
    <p:sldId id="938" r:id="rId4"/>
    <p:sldId id="975" r:id="rId5"/>
    <p:sldId id="968" r:id="rId6"/>
    <p:sldId id="976" r:id="rId7"/>
    <p:sldId id="974" r:id="rId8"/>
    <p:sldId id="923" r:id="rId9"/>
    <p:sldId id="930" r:id="rId10"/>
    <p:sldId id="979" r:id="rId11"/>
    <p:sldId id="955" r:id="rId12"/>
    <p:sldId id="977" r:id="rId13"/>
    <p:sldId id="941" r:id="rId14"/>
    <p:sldId id="932" r:id="rId15"/>
    <p:sldId id="933" r:id="rId16"/>
    <p:sldId id="928" r:id="rId17"/>
    <p:sldId id="920" r:id="rId18"/>
    <p:sldId id="970" r:id="rId19"/>
    <p:sldId id="971" r:id="rId20"/>
    <p:sldId id="978" r:id="rId21"/>
    <p:sldId id="972" r:id="rId22"/>
    <p:sldId id="973" r:id="rId23"/>
    <p:sldId id="900" r:id="rId24"/>
  </p:sldIdLst>
  <p:sldSz cx="9144000" cy="6858000" type="screen4x3"/>
  <p:notesSz cx="7010400" cy="9296400"/>
  <p:defaultTextStyle>
    <a:defPPr>
      <a:defRPr lang="en-US"/>
    </a:defPPr>
    <a:lvl1pPr algn="l" rtl="0" fontAlgn="base">
      <a:spcBef>
        <a:spcPct val="0"/>
      </a:spcBef>
      <a:spcAft>
        <a:spcPct val="0"/>
      </a:spcAft>
      <a:defRPr b="1" kern="1200">
        <a:solidFill>
          <a:schemeClr val="tx1"/>
        </a:solidFill>
        <a:latin typeface="Arial" charset="0"/>
        <a:ea typeface="+mn-ea"/>
        <a:cs typeface="+mn-cs"/>
      </a:defRPr>
    </a:lvl1pPr>
    <a:lvl2pPr marL="457200" algn="l" rtl="0" fontAlgn="base">
      <a:spcBef>
        <a:spcPct val="0"/>
      </a:spcBef>
      <a:spcAft>
        <a:spcPct val="0"/>
      </a:spcAft>
      <a:defRPr b="1" kern="1200">
        <a:solidFill>
          <a:schemeClr val="tx1"/>
        </a:solidFill>
        <a:latin typeface="Arial" charset="0"/>
        <a:ea typeface="+mn-ea"/>
        <a:cs typeface="+mn-cs"/>
      </a:defRPr>
    </a:lvl2pPr>
    <a:lvl3pPr marL="914400" algn="l" rtl="0" fontAlgn="base">
      <a:spcBef>
        <a:spcPct val="0"/>
      </a:spcBef>
      <a:spcAft>
        <a:spcPct val="0"/>
      </a:spcAft>
      <a:defRPr b="1" kern="1200">
        <a:solidFill>
          <a:schemeClr val="tx1"/>
        </a:solidFill>
        <a:latin typeface="Arial" charset="0"/>
        <a:ea typeface="+mn-ea"/>
        <a:cs typeface="+mn-cs"/>
      </a:defRPr>
    </a:lvl3pPr>
    <a:lvl4pPr marL="1371600" algn="l" rtl="0" fontAlgn="base">
      <a:spcBef>
        <a:spcPct val="0"/>
      </a:spcBef>
      <a:spcAft>
        <a:spcPct val="0"/>
      </a:spcAft>
      <a:defRPr b="1" kern="1200">
        <a:solidFill>
          <a:schemeClr val="tx1"/>
        </a:solidFill>
        <a:latin typeface="Arial" charset="0"/>
        <a:ea typeface="+mn-ea"/>
        <a:cs typeface="+mn-cs"/>
      </a:defRPr>
    </a:lvl4pPr>
    <a:lvl5pPr marL="1828800" algn="l" rtl="0" fontAlgn="base">
      <a:spcBef>
        <a:spcPct val="0"/>
      </a:spcBef>
      <a:spcAft>
        <a:spcPct val="0"/>
      </a:spcAft>
      <a:defRPr b="1" kern="1200">
        <a:solidFill>
          <a:schemeClr val="tx1"/>
        </a:solidFill>
        <a:latin typeface="Arial" charset="0"/>
        <a:ea typeface="+mn-ea"/>
        <a:cs typeface="+mn-cs"/>
      </a:defRPr>
    </a:lvl5pPr>
    <a:lvl6pPr marL="2286000" algn="l" defTabSz="914400" rtl="0" eaLnBrk="1" latinLnBrk="0" hangingPunct="1">
      <a:defRPr b="1" kern="1200">
        <a:solidFill>
          <a:schemeClr val="tx1"/>
        </a:solidFill>
        <a:latin typeface="Arial" charset="0"/>
        <a:ea typeface="+mn-ea"/>
        <a:cs typeface="+mn-cs"/>
      </a:defRPr>
    </a:lvl6pPr>
    <a:lvl7pPr marL="2743200" algn="l" defTabSz="914400" rtl="0" eaLnBrk="1" latinLnBrk="0" hangingPunct="1">
      <a:defRPr b="1" kern="1200">
        <a:solidFill>
          <a:schemeClr val="tx1"/>
        </a:solidFill>
        <a:latin typeface="Arial" charset="0"/>
        <a:ea typeface="+mn-ea"/>
        <a:cs typeface="+mn-cs"/>
      </a:defRPr>
    </a:lvl7pPr>
    <a:lvl8pPr marL="3200400" algn="l" defTabSz="914400" rtl="0" eaLnBrk="1" latinLnBrk="0" hangingPunct="1">
      <a:defRPr b="1" kern="1200">
        <a:solidFill>
          <a:schemeClr val="tx1"/>
        </a:solidFill>
        <a:latin typeface="Arial" charset="0"/>
        <a:ea typeface="+mn-ea"/>
        <a:cs typeface="+mn-cs"/>
      </a:defRPr>
    </a:lvl8pPr>
    <a:lvl9pPr marL="3657600" algn="l" defTabSz="914400" rtl="0" eaLnBrk="1" latinLnBrk="0" hangingPunct="1">
      <a:defRPr b="1" kern="1200">
        <a:solidFill>
          <a:schemeClr val="tx1"/>
        </a:solidFill>
        <a:latin typeface="Arial" charset="0"/>
        <a:ea typeface="+mn-ea"/>
        <a:cs typeface="+mn-cs"/>
      </a:defRPr>
    </a:lvl9pPr>
  </p:defaultTextStyle>
  <p:extLst>
    <p:ext uri="{521415D9-36F7-43E2-AB2F-B90AF26B5E84}">
      <p14:sectionLst xmlns:p14="http://schemas.microsoft.com/office/powerpoint/2010/main">
        <p14:section name="Default Section" id="{C9E92DFA-6333-4D24-89B4-B39EC0786CAA}">
          <p14:sldIdLst>
            <p14:sldId id="895"/>
            <p14:sldId id="938"/>
            <p14:sldId id="975"/>
            <p14:sldId id="968"/>
            <p14:sldId id="976"/>
            <p14:sldId id="974"/>
            <p14:sldId id="923"/>
            <p14:sldId id="930"/>
            <p14:sldId id="979"/>
            <p14:sldId id="955"/>
            <p14:sldId id="977"/>
            <p14:sldId id="941"/>
            <p14:sldId id="932"/>
            <p14:sldId id="933"/>
            <p14:sldId id="928"/>
            <p14:sldId id="920"/>
            <p14:sldId id="970"/>
            <p14:sldId id="971"/>
            <p14:sldId id="978"/>
            <p14:sldId id="972"/>
            <p14:sldId id="973"/>
            <p14:sldId id="900"/>
          </p14:sldIdLst>
        </p14:section>
      </p14:sectionLst>
    </p:ext>
    <p:ext uri="{EFAFB233-063F-42B5-8137-9DF3F51BA10A}">
      <p15:sldGuideLst xmlns:p15="http://schemas.microsoft.com/office/powerpoint/2012/main">
        <p15:guide id="1" orient="horz" pos="576">
          <p15:clr>
            <a:srgbClr val="A4A3A4"/>
          </p15:clr>
        </p15:guide>
        <p15:guide id="2" pos="3792">
          <p15:clr>
            <a:srgbClr val="A4A3A4"/>
          </p15:clr>
        </p15:guide>
      </p15:sldGuideLst>
    </p:ext>
    <p:ext uri="{2D200454-40CA-4A62-9FC3-DE9A4176ACB9}">
      <p15:notesGuideLst xmlns:p15="http://schemas.microsoft.com/office/powerpoint/2012/main">
        <p15:guide id="1" orient="horz" pos="2928" userDrawn="1">
          <p15:clr>
            <a:srgbClr val="A4A3A4"/>
          </p15:clr>
        </p15:guide>
        <p15:guide id="2" pos="2209" userDrawn="1">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Joel Gehman" initials="" lastIdx="2"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0000FF"/>
    <a:srgbClr val="000000"/>
    <a:srgbClr val="0000CC"/>
    <a:srgbClr val="F8F8F8"/>
    <a:srgbClr val="F5D7F1"/>
    <a:srgbClr val="5F5F5F"/>
    <a:srgbClr val="DDDDDD"/>
    <a:srgbClr val="FBA3E8"/>
    <a:srgbClr val="333333"/>
    <a:srgbClr val="BDB1A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549" autoAdjust="0"/>
    <p:restoredTop sz="90456" autoAdjust="0"/>
  </p:normalViewPr>
  <p:slideViewPr>
    <p:cSldViewPr>
      <p:cViewPr varScale="1">
        <p:scale>
          <a:sx n="63" d="100"/>
          <a:sy n="63" d="100"/>
        </p:scale>
        <p:origin x="1420" y="60"/>
      </p:cViewPr>
      <p:guideLst>
        <p:guide orient="horz" pos="576"/>
        <p:guide pos="3792"/>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50" d="100"/>
        <a:sy n="150" d="100"/>
      </p:scale>
      <p:origin x="0" y="-160"/>
    </p:cViewPr>
  </p:sorterViewPr>
  <p:notesViewPr>
    <p:cSldViewPr>
      <p:cViewPr>
        <p:scale>
          <a:sx n="66" d="100"/>
          <a:sy n="66" d="100"/>
        </p:scale>
        <p:origin x="-2634" y="222"/>
      </p:cViewPr>
      <p:guideLst>
        <p:guide orient="horz" pos="2928"/>
        <p:guide pos="2209"/>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handoutMaster" Target="handoutMasters/handoutMaster1.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notesMaster" Target="notesMasters/notesMaster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presProps" Target="presProp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commentAuthors" Target="commentAuthors.xml"/><Relationship Id="rId30"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20162" name="Rectangle 2"/>
          <p:cNvSpPr>
            <a:spLocks noGrp="1" noChangeArrowheads="1"/>
          </p:cNvSpPr>
          <p:nvPr>
            <p:ph type="hdr" sz="quarter"/>
          </p:nvPr>
        </p:nvSpPr>
        <p:spPr bwMode="auto">
          <a:xfrm>
            <a:off x="1" y="1"/>
            <a:ext cx="3037146" cy="464504"/>
          </a:xfrm>
          <a:prstGeom prst="rect">
            <a:avLst/>
          </a:prstGeom>
          <a:noFill/>
          <a:ln w="9525">
            <a:noFill/>
            <a:miter lim="800000"/>
            <a:headEnd/>
            <a:tailEnd/>
          </a:ln>
          <a:effectLst/>
        </p:spPr>
        <p:txBody>
          <a:bodyPr vert="horz" wrap="square" lIns="93136" tIns="46568" rIns="93136" bIns="46568" numCol="1" anchor="t" anchorCtr="0" compatLnSpc="1">
            <a:prstTxWarp prst="textNoShape">
              <a:avLst/>
            </a:prstTxWarp>
          </a:bodyPr>
          <a:lstStyle>
            <a:lvl1pPr eaLnBrk="0" hangingPunct="0">
              <a:defRPr sz="1200" b="0">
                <a:latin typeface="Arial" charset="0"/>
              </a:defRPr>
            </a:lvl1pPr>
          </a:lstStyle>
          <a:p>
            <a:pPr>
              <a:defRPr/>
            </a:pPr>
            <a:endParaRPr lang="en-US"/>
          </a:p>
        </p:txBody>
      </p:sp>
      <p:sp>
        <p:nvSpPr>
          <p:cNvPr id="220163" name="Rectangle 3"/>
          <p:cNvSpPr>
            <a:spLocks noGrp="1" noChangeArrowheads="1"/>
          </p:cNvSpPr>
          <p:nvPr>
            <p:ph type="dt" sz="quarter" idx="1"/>
          </p:nvPr>
        </p:nvSpPr>
        <p:spPr bwMode="auto">
          <a:xfrm>
            <a:off x="3971654" y="1"/>
            <a:ext cx="3037146" cy="464504"/>
          </a:xfrm>
          <a:prstGeom prst="rect">
            <a:avLst/>
          </a:prstGeom>
          <a:noFill/>
          <a:ln w="9525">
            <a:noFill/>
            <a:miter lim="800000"/>
            <a:headEnd/>
            <a:tailEnd/>
          </a:ln>
          <a:effectLst/>
        </p:spPr>
        <p:txBody>
          <a:bodyPr vert="horz" wrap="square" lIns="93136" tIns="46568" rIns="93136" bIns="46568" numCol="1" anchor="t" anchorCtr="0" compatLnSpc="1">
            <a:prstTxWarp prst="textNoShape">
              <a:avLst/>
            </a:prstTxWarp>
          </a:bodyPr>
          <a:lstStyle>
            <a:lvl1pPr algn="r" eaLnBrk="0" hangingPunct="0">
              <a:defRPr sz="1200" b="0">
                <a:latin typeface="Arial" charset="0"/>
              </a:defRPr>
            </a:lvl1pPr>
          </a:lstStyle>
          <a:p>
            <a:pPr>
              <a:defRPr/>
            </a:pPr>
            <a:fld id="{25E55AEC-8BF8-47AA-8A9C-C1CC4D3D3CD7}" type="datetimeFigureOut">
              <a:rPr lang="en-US"/>
              <a:pPr>
                <a:defRPr/>
              </a:pPr>
              <a:t>6/6/2022</a:t>
            </a:fld>
            <a:endParaRPr lang="en-US"/>
          </a:p>
        </p:txBody>
      </p:sp>
      <p:sp>
        <p:nvSpPr>
          <p:cNvPr id="220164" name="Rectangle 4"/>
          <p:cNvSpPr>
            <a:spLocks noGrp="1" noChangeArrowheads="1"/>
          </p:cNvSpPr>
          <p:nvPr>
            <p:ph type="ftr" sz="quarter" idx="2"/>
          </p:nvPr>
        </p:nvSpPr>
        <p:spPr bwMode="auto">
          <a:xfrm>
            <a:off x="1" y="8830312"/>
            <a:ext cx="3037146" cy="464504"/>
          </a:xfrm>
          <a:prstGeom prst="rect">
            <a:avLst/>
          </a:prstGeom>
          <a:noFill/>
          <a:ln w="9525">
            <a:noFill/>
            <a:miter lim="800000"/>
            <a:headEnd/>
            <a:tailEnd/>
          </a:ln>
          <a:effectLst/>
        </p:spPr>
        <p:txBody>
          <a:bodyPr vert="horz" wrap="square" lIns="93136" tIns="46568" rIns="93136" bIns="46568" numCol="1" anchor="b" anchorCtr="0" compatLnSpc="1">
            <a:prstTxWarp prst="textNoShape">
              <a:avLst/>
            </a:prstTxWarp>
          </a:bodyPr>
          <a:lstStyle>
            <a:lvl1pPr eaLnBrk="0" hangingPunct="0">
              <a:defRPr sz="1200" b="0">
                <a:latin typeface="Arial" charset="0"/>
              </a:defRPr>
            </a:lvl1pPr>
          </a:lstStyle>
          <a:p>
            <a:pPr>
              <a:defRPr/>
            </a:pPr>
            <a:endParaRPr lang="en-US"/>
          </a:p>
        </p:txBody>
      </p:sp>
      <p:sp>
        <p:nvSpPr>
          <p:cNvPr id="220165" name="Rectangle 5"/>
          <p:cNvSpPr>
            <a:spLocks noGrp="1" noChangeArrowheads="1"/>
          </p:cNvSpPr>
          <p:nvPr>
            <p:ph type="sldNum" sz="quarter" idx="3"/>
          </p:nvPr>
        </p:nvSpPr>
        <p:spPr bwMode="auto">
          <a:xfrm>
            <a:off x="3971654" y="8830312"/>
            <a:ext cx="3037146" cy="464504"/>
          </a:xfrm>
          <a:prstGeom prst="rect">
            <a:avLst/>
          </a:prstGeom>
          <a:noFill/>
          <a:ln w="9525">
            <a:noFill/>
            <a:miter lim="800000"/>
            <a:headEnd/>
            <a:tailEnd/>
          </a:ln>
          <a:effectLst/>
        </p:spPr>
        <p:txBody>
          <a:bodyPr vert="horz" wrap="square" lIns="93136" tIns="46568" rIns="93136" bIns="46568" numCol="1" anchor="b" anchorCtr="0" compatLnSpc="1">
            <a:prstTxWarp prst="textNoShape">
              <a:avLst/>
            </a:prstTxWarp>
          </a:bodyPr>
          <a:lstStyle>
            <a:lvl1pPr algn="r" eaLnBrk="0" hangingPunct="0">
              <a:defRPr sz="1200" b="0">
                <a:latin typeface="Arial" charset="0"/>
              </a:defRPr>
            </a:lvl1pPr>
          </a:lstStyle>
          <a:p>
            <a:pPr>
              <a:defRPr/>
            </a:pPr>
            <a:fld id="{E75F24CD-7E4C-4840-9EE0-3BA263838CCD}" type="slidenum">
              <a:rPr lang="en-US"/>
              <a:pPr>
                <a:defRPr/>
              </a:pPr>
              <a:t>‹#›</a:t>
            </a:fld>
            <a:endParaRPr lang="en-US"/>
          </a:p>
        </p:txBody>
      </p:sp>
    </p:spTree>
    <p:extLst>
      <p:ext uri="{BB962C8B-B14F-4D97-AF65-F5344CB8AC3E}">
        <p14:creationId xmlns:p14="http://schemas.microsoft.com/office/powerpoint/2010/main" val="282217162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1"/>
            <a:ext cx="3037146" cy="464504"/>
          </a:xfrm>
          <a:prstGeom prst="rect">
            <a:avLst/>
          </a:prstGeom>
        </p:spPr>
        <p:txBody>
          <a:bodyPr vert="horz" wrap="square" lIns="93136" tIns="46568" rIns="93136" bIns="46568" numCol="1" anchor="t" anchorCtr="0" compatLnSpc="1">
            <a:prstTxWarp prst="textNoShape">
              <a:avLst/>
            </a:prstTxWarp>
          </a:bodyPr>
          <a:lstStyle>
            <a:lvl1pPr>
              <a:defRPr sz="1200" b="0">
                <a:latin typeface="Arial" charset="0"/>
              </a:defRPr>
            </a:lvl1pPr>
          </a:lstStyle>
          <a:p>
            <a:pPr>
              <a:defRPr/>
            </a:pPr>
            <a:endParaRPr lang="en-US"/>
          </a:p>
        </p:txBody>
      </p:sp>
      <p:sp>
        <p:nvSpPr>
          <p:cNvPr id="3" name="Date Placeholder 2"/>
          <p:cNvSpPr>
            <a:spLocks noGrp="1"/>
          </p:cNvSpPr>
          <p:nvPr>
            <p:ph type="dt" idx="1"/>
          </p:nvPr>
        </p:nvSpPr>
        <p:spPr>
          <a:xfrm>
            <a:off x="3971654" y="1"/>
            <a:ext cx="3037146" cy="464504"/>
          </a:xfrm>
          <a:prstGeom prst="rect">
            <a:avLst/>
          </a:prstGeom>
        </p:spPr>
        <p:txBody>
          <a:bodyPr vert="horz" wrap="square" lIns="93136" tIns="46568" rIns="93136" bIns="46568" numCol="1" anchor="t" anchorCtr="0" compatLnSpc="1">
            <a:prstTxWarp prst="textNoShape">
              <a:avLst/>
            </a:prstTxWarp>
          </a:bodyPr>
          <a:lstStyle>
            <a:lvl1pPr algn="r">
              <a:defRPr sz="1200" b="0">
                <a:latin typeface="Arial" charset="0"/>
              </a:defRPr>
            </a:lvl1pPr>
          </a:lstStyle>
          <a:p>
            <a:pPr>
              <a:defRPr/>
            </a:pPr>
            <a:fld id="{B38EBD9A-77E5-4352-9685-9DCF1AB5D0AE}" type="datetimeFigureOut">
              <a:rPr lang="en-US"/>
              <a:pPr>
                <a:defRPr/>
              </a:pPr>
              <a:t>6/6/2022</a:t>
            </a:fld>
            <a:endParaRPr lang="en-US"/>
          </a:p>
        </p:txBody>
      </p:sp>
      <p:sp>
        <p:nvSpPr>
          <p:cNvPr id="4" name="Slide Image Placeholder 3"/>
          <p:cNvSpPr>
            <a:spLocks noGrp="1" noRot="1" noChangeAspect="1"/>
          </p:cNvSpPr>
          <p:nvPr>
            <p:ph type="sldImg" idx="2"/>
          </p:nvPr>
        </p:nvSpPr>
        <p:spPr>
          <a:xfrm>
            <a:off x="1181100" y="698500"/>
            <a:ext cx="4648200" cy="3486150"/>
          </a:xfrm>
          <a:prstGeom prst="rect">
            <a:avLst/>
          </a:prstGeom>
          <a:noFill/>
          <a:ln w="12700">
            <a:solidFill>
              <a:prstClr val="black"/>
            </a:solidFill>
          </a:ln>
        </p:spPr>
        <p:txBody>
          <a:bodyPr vert="horz" lIns="93136" tIns="46568" rIns="93136" bIns="46568" rtlCol="0" anchor="ctr"/>
          <a:lstStyle/>
          <a:p>
            <a:pPr lvl="0"/>
            <a:endParaRPr lang="en-US" noProof="0"/>
          </a:p>
        </p:txBody>
      </p:sp>
      <p:sp>
        <p:nvSpPr>
          <p:cNvPr id="5" name="Notes Placeholder 4"/>
          <p:cNvSpPr>
            <a:spLocks noGrp="1"/>
          </p:cNvSpPr>
          <p:nvPr>
            <p:ph type="body" sz="quarter" idx="3"/>
          </p:nvPr>
        </p:nvSpPr>
        <p:spPr>
          <a:xfrm>
            <a:off x="700881" y="4415157"/>
            <a:ext cx="5608640" cy="4183696"/>
          </a:xfrm>
          <a:prstGeom prst="rect">
            <a:avLst/>
          </a:prstGeom>
        </p:spPr>
        <p:txBody>
          <a:bodyPr vert="horz" wrap="square" lIns="93136" tIns="46568" rIns="93136" bIns="46568" numCol="1" anchor="t" anchorCtr="0" compatLnSpc="1">
            <a:prstTxWarp prst="textNoShape">
              <a:avLst/>
            </a:prstTxWarp>
            <a:normAutofit/>
          </a:body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6" name="Footer Placeholder 5"/>
          <p:cNvSpPr>
            <a:spLocks noGrp="1"/>
          </p:cNvSpPr>
          <p:nvPr>
            <p:ph type="ftr" sz="quarter" idx="4"/>
          </p:nvPr>
        </p:nvSpPr>
        <p:spPr>
          <a:xfrm>
            <a:off x="1" y="8830312"/>
            <a:ext cx="3037146" cy="464504"/>
          </a:xfrm>
          <a:prstGeom prst="rect">
            <a:avLst/>
          </a:prstGeom>
        </p:spPr>
        <p:txBody>
          <a:bodyPr vert="horz" wrap="square" lIns="93136" tIns="46568" rIns="93136" bIns="46568" numCol="1" anchor="b" anchorCtr="0" compatLnSpc="1">
            <a:prstTxWarp prst="textNoShape">
              <a:avLst/>
            </a:prstTxWarp>
          </a:bodyPr>
          <a:lstStyle>
            <a:lvl1pPr>
              <a:defRPr sz="1200" b="0">
                <a:latin typeface="Arial" charset="0"/>
              </a:defRPr>
            </a:lvl1pPr>
          </a:lstStyle>
          <a:p>
            <a:pPr>
              <a:defRPr/>
            </a:pPr>
            <a:endParaRPr lang="en-US"/>
          </a:p>
        </p:txBody>
      </p:sp>
      <p:sp>
        <p:nvSpPr>
          <p:cNvPr id="7" name="Slide Number Placeholder 6"/>
          <p:cNvSpPr>
            <a:spLocks noGrp="1"/>
          </p:cNvSpPr>
          <p:nvPr>
            <p:ph type="sldNum" sz="quarter" idx="5"/>
          </p:nvPr>
        </p:nvSpPr>
        <p:spPr>
          <a:xfrm>
            <a:off x="3971654" y="8830312"/>
            <a:ext cx="3037146" cy="464504"/>
          </a:xfrm>
          <a:prstGeom prst="rect">
            <a:avLst/>
          </a:prstGeom>
        </p:spPr>
        <p:txBody>
          <a:bodyPr vert="horz" wrap="square" lIns="93136" tIns="46568" rIns="93136" bIns="46568" numCol="1" anchor="b" anchorCtr="0" compatLnSpc="1">
            <a:prstTxWarp prst="textNoShape">
              <a:avLst/>
            </a:prstTxWarp>
          </a:bodyPr>
          <a:lstStyle>
            <a:lvl1pPr algn="r">
              <a:defRPr sz="1200" b="0">
                <a:latin typeface="Arial" charset="0"/>
              </a:defRPr>
            </a:lvl1pPr>
          </a:lstStyle>
          <a:p>
            <a:pPr>
              <a:defRPr/>
            </a:pPr>
            <a:fld id="{4A7289C4-4137-4B30-96C9-7C06C8229121}" type="slidenum">
              <a:rPr lang="en-US"/>
              <a:pPr>
                <a:defRPr/>
              </a:pPr>
              <a:t>‹#›</a:t>
            </a:fld>
            <a:endParaRPr lang="en-US"/>
          </a:p>
        </p:txBody>
      </p:sp>
    </p:spTree>
    <p:extLst>
      <p:ext uri="{BB962C8B-B14F-4D97-AF65-F5344CB8AC3E}">
        <p14:creationId xmlns:p14="http://schemas.microsoft.com/office/powerpoint/2010/main" val="3335321386"/>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000" kern="1200">
        <a:solidFill>
          <a:schemeClr val="tx1"/>
        </a:solidFill>
        <a:latin typeface="+mn-lt"/>
        <a:ea typeface="+mn-ea"/>
        <a:cs typeface="Arial" charset="0"/>
      </a:defRPr>
    </a:lvl1pPr>
    <a:lvl2pPr marL="457200" algn="l" rtl="0" eaLnBrk="0" fontAlgn="base" hangingPunct="0">
      <a:spcBef>
        <a:spcPct val="30000"/>
      </a:spcBef>
      <a:spcAft>
        <a:spcPct val="0"/>
      </a:spcAft>
      <a:defRPr sz="1000" kern="1200">
        <a:solidFill>
          <a:schemeClr val="tx1"/>
        </a:solidFill>
        <a:latin typeface="+mn-lt"/>
        <a:ea typeface="+mn-ea"/>
        <a:cs typeface="Arial" charset="0"/>
      </a:defRPr>
    </a:lvl2pPr>
    <a:lvl3pPr marL="914400" algn="l" rtl="0" eaLnBrk="0" fontAlgn="base" hangingPunct="0">
      <a:spcBef>
        <a:spcPct val="30000"/>
      </a:spcBef>
      <a:spcAft>
        <a:spcPct val="0"/>
      </a:spcAft>
      <a:defRPr sz="1000" kern="1200">
        <a:solidFill>
          <a:schemeClr val="tx1"/>
        </a:solidFill>
        <a:latin typeface="+mn-lt"/>
        <a:ea typeface="+mn-ea"/>
        <a:cs typeface="Arial" charset="0"/>
      </a:defRPr>
    </a:lvl3pPr>
    <a:lvl4pPr marL="1371600" algn="l" rtl="0" eaLnBrk="0" fontAlgn="base" hangingPunct="0">
      <a:spcBef>
        <a:spcPct val="30000"/>
      </a:spcBef>
      <a:spcAft>
        <a:spcPct val="0"/>
      </a:spcAft>
      <a:defRPr sz="1000" kern="1200">
        <a:solidFill>
          <a:schemeClr val="tx1"/>
        </a:solidFill>
        <a:latin typeface="+mn-lt"/>
        <a:ea typeface="+mn-ea"/>
        <a:cs typeface="Arial" charset="0"/>
      </a:defRPr>
    </a:lvl4pPr>
    <a:lvl5pPr marL="1828800" algn="l" rtl="0" eaLnBrk="0" fontAlgn="base" hangingPunct="0">
      <a:spcBef>
        <a:spcPct val="30000"/>
      </a:spcBef>
      <a:spcAft>
        <a:spcPct val="0"/>
      </a:spcAft>
      <a:defRPr sz="1000" kern="1200">
        <a:solidFill>
          <a:schemeClr val="tx1"/>
        </a:solidFill>
        <a:latin typeface="+mn-lt"/>
        <a:ea typeface="+mn-ea"/>
        <a:cs typeface="Arial"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7651" name="Rectangle 3"/>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baseline="0" dirty="0"/>
          </a:p>
        </p:txBody>
      </p:sp>
    </p:spTree>
    <p:extLst>
      <p:ext uri="{BB962C8B-B14F-4D97-AF65-F5344CB8AC3E}">
        <p14:creationId xmlns:p14="http://schemas.microsoft.com/office/powerpoint/2010/main" val="180076700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41DADFD-3BE4-4AB0-B910-544CAFF0BCC2}" type="slidenum">
              <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2</a:t>
            </a:fld>
            <a:endPar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35093729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41DADFD-3BE4-4AB0-B910-544CAFF0BCC2}" type="slidenum">
              <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3</a:t>
            </a:fld>
            <a:endPar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41765860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41DADFD-3BE4-4AB0-B910-544CAFF0BCC2}" type="slidenum">
              <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4</a:t>
            </a:fld>
            <a:endPar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67559997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41DADFD-3BE4-4AB0-B910-544CAFF0BCC2}" type="slidenum">
              <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5</a:t>
            </a:fld>
            <a:endPar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45347383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41DADFD-3BE4-4AB0-B910-544CAFF0BCC2}" type="slidenum">
              <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6</a:t>
            </a:fld>
            <a:endPar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01450939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321">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30321">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30321">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30321">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30321">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r>
              <a:rPr lang="en-US" altLang="en-US" sz="1200" dirty="0"/>
              <a:t>ENGG406 2015W</a:t>
            </a:r>
          </a:p>
        </p:txBody>
      </p:sp>
      <p:sp>
        <p:nvSpPr>
          <p:cNvPr id="72707" name="Rectangle 6"/>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321">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30321">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30321">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30321">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30321">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r>
              <a:rPr lang="en-US" altLang="en-US" sz="1200" dirty="0"/>
              <a:t>3-March-2015</a:t>
            </a:r>
          </a:p>
        </p:txBody>
      </p:sp>
      <p:sp>
        <p:nvSpPr>
          <p:cNvPr id="7270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7152">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27152">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27152">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27152">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27152">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fld id="{E2E0E8D8-AE63-4BAB-AE10-86197CF9CB04}" type="slidenum">
              <a:rPr lang="en-US" altLang="en-US" sz="1200"/>
              <a:pPr/>
              <a:t>7</a:t>
            </a:fld>
            <a:endParaRPr lang="en-US" altLang="en-US" sz="1200" dirty="0"/>
          </a:p>
        </p:txBody>
      </p:sp>
      <p:sp>
        <p:nvSpPr>
          <p:cNvPr id="72709" name="Rectangle 7"/>
          <p:cNvSpPr txBox="1">
            <a:spLocks noGrp="1" noChangeArrowheads="1"/>
          </p:cNvSpPr>
          <p:nvPr/>
        </p:nvSpPr>
        <p:spPr bwMode="auto">
          <a:xfrm>
            <a:off x="3974250" y="8831898"/>
            <a:ext cx="3036150" cy="4645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122" tIns="46561" rIns="93122" bIns="46561" anchor="b"/>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algn="r"/>
            <a:fld id="{0B6B2B90-B612-42CC-80D2-4870E63A5117}" type="slidenum">
              <a:rPr lang="en-US" altLang="en-US" sz="1200"/>
              <a:pPr algn="r"/>
              <a:t>7</a:t>
            </a:fld>
            <a:endParaRPr lang="en-US" altLang="en-US" sz="1200" dirty="0"/>
          </a:p>
        </p:txBody>
      </p:sp>
      <p:sp>
        <p:nvSpPr>
          <p:cNvPr id="72710" name="Rectangle 2"/>
          <p:cNvSpPr>
            <a:spLocks noGrp="1" noRot="1" noChangeAspect="1" noChangeArrowheads="1" noTextEdit="1"/>
          </p:cNvSpPr>
          <p:nvPr>
            <p:ph type="sldImg"/>
          </p:nvPr>
        </p:nvSpPr>
        <p:spPr>
          <a:ln/>
        </p:spPr>
      </p:sp>
      <p:sp>
        <p:nvSpPr>
          <p:cNvPr id="72711"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smtClean="0">
              <a:ea typeface="ＭＳ Ｐゴシック" panose="020B0600070205080204" pitchFamily="34" charset="-128"/>
            </a:endParaRPr>
          </a:p>
        </p:txBody>
      </p:sp>
    </p:spTree>
    <p:extLst>
      <p:ext uri="{BB962C8B-B14F-4D97-AF65-F5344CB8AC3E}">
        <p14:creationId xmlns:p14="http://schemas.microsoft.com/office/powerpoint/2010/main" val="184767839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321">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30321">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30321">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30321">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30321">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l" defTabSz="930321" rtl="0" eaLnBrk="1" fontAlgn="base" latinLnBrk="0" hangingPunct="1">
              <a:lnSpc>
                <a:spcPct val="100000"/>
              </a:lnSpc>
              <a:spcBef>
                <a:spcPct val="0"/>
              </a:spcBef>
              <a:spcAft>
                <a:spcPct val="0"/>
              </a:spcAft>
              <a:buClrTx/>
              <a:buSzTx/>
              <a:buFontTx/>
              <a:buNone/>
              <a:tabLst/>
              <a:defRPr/>
            </a:pPr>
            <a:r>
              <a:rPr kumimoji="0" lang="en-US" altLang="en-US" sz="12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rPr>
              <a:t>ENGG406 2015W</a:t>
            </a:r>
          </a:p>
        </p:txBody>
      </p:sp>
      <p:sp>
        <p:nvSpPr>
          <p:cNvPr id="72707" name="Rectangle 6"/>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321">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30321">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30321">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30321">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30321">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l" defTabSz="930321" rtl="0" eaLnBrk="1" fontAlgn="base" latinLnBrk="0" hangingPunct="1">
              <a:lnSpc>
                <a:spcPct val="100000"/>
              </a:lnSpc>
              <a:spcBef>
                <a:spcPct val="0"/>
              </a:spcBef>
              <a:spcAft>
                <a:spcPct val="0"/>
              </a:spcAft>
              <a:buClrTx/>
              <a:buSzTx/>
              <a:buFontTx/>
              <a:buNone/>
              <a:tabLst/>
              <a:defRPr/>
            </a:pPr>
            <a:r>
              <a:rPr kumimoji="0" lang="en-US" altLang="en-US" sz="12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rPr>
              <a:t>3-March-2015</a:t>
            </a:r>
          </a:p>
        </p:txBody>
      </p:sp>
      <p:sp>
        <p:nvSpPr>
          <p:cNvPr id="7270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7152">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27152">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27152">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27152">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27152">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27152" rtl="0" eaLnBrk="1" fontAlgn="base" latinLnBrk="0" hangingPunct="1">
              <a:lnSpc>
                <a:spcPct val="100000"/>
              </a:lnSpc>
              <a:spcBef>
                <a:spcPct val="0"/>
              </a:spcBef>
              <a:spcAft>
                <a:spcPct val="0"/>
              </a:spcAft>
              <a:buClrTx/>
              <a:buSzTx/>
              <a:buFontTx/>
              <a:buNone/>
              <a:tabLst/>
              <a:defRPr/>
            </a:pPr>
            <a:fld id="{E2E0E8D8-AE63-4BAB-AE10-86197CF9CB04}" type="slidenum">
              <a:rPr kumimoji="0" lang="en-US" altLang="en-US" sz="1200" b="0" i="0" u="none" strike="noStrike" kern="1200" cap="none" spc="0" normalizeH="0" baseline="0" noProof="0">
                <a:ln>
                  <a:noFill/>
                </a:ln>
                <a:solidFill>
                  <a:prstClr val="black"/>
                </a:solidFill>
                <a:effectLst/>
                <a:uLnTx/>
                <a:uFillTx/>
                <a:latin typeface="Times New Roman" panose="02020603050405020304" pitchFamily="18" charset="0"/>
                <a:ea typeface="ＭＳ Ｐゴシック" panose="020B0600070205080204" pitchFamily="34" charset="-128"/>
                <a:cs typeface="+mn-cs"/>
              </a:rPr>
              <a:pPr marL="0" marR="0" lvl="0" indent="0" algn="r" defTabSz="927152" rtl="0" eaLnBrk="1" fontAlgn="base" latinLnBrk="0" hangingPunct="1">
                <a:lnSpc>
                  <a:spcPct val="100000"/>
                </a:lnSpc>
                <a:spcBef>
                  <a:spcPct val="0"/>
                </a:spcBef>
                <a:spcAft>
                  <a:spcPct val="0"/>
                </a:spcAft>
                <a:buClrTx/>
                <a:buSzTx/>
                <a:buFontTx/>
                <a:buNone/>
                <a:tabLst/>
                <a:defRPr/>
              </a:pPr>
              <a:t>8</a:t>
            </a:fld>
            <a:endParaRPr kumimoji="0" lang="en-US" altLang="en-US" sz="12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sp>
        <p:nvSpPr>
          <p:cNvPr id="72709" name="Rectangle 7"/>
          <p:cNvSpPr txBox="1">
            <a:spLocks noGrp="1" noChangeArrowheads="1"/>
          </p:cNvSpPr>
          <p:nvPr/>
        </p:nvSpPr>
        <p:spPr bwMode="auto">
          <a:xfrm>
            <a:off x="3974250" y="8831898"/>
            <a:ext cx="3036150" cy="4645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122" tIns="46561" rIns="93122" bIns="46561" anchor="b"/>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0B6B2B90-B612-42CC-80D2-4870E63A5117}" type="slidenum">
              <a:rPr kumimoji="0" lang="en-US" altLang="en-US" sz="1200" b="1" i="0" u="none" strike="noStrike" kern="1200" cap="none" spc="0" normalizeH="0" baseline="0" noProof="0">
                <a:ln>
                  <a:noFill/>
                </a:ln>
                <a:solidFill>
                  <a:prstClr val="black"/>
                </a:solidFill>
                <a:effectLst/>
                <a:uLnTx/>
                <a:uFillTx/>
                <a:latin typeface="Times New Roman" panose="02020603050405020304" pitchFamily="18" charset="0"/>
                <a:ea typeface="ＭＳ Ｐゴシック" panose="020B0600070205080204" pitchFamily="34"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8</a:t>
            </a:fld>
            <a:endParaRPr kumimoji="0" lang="en-US" altLang="en-US" sz="1200" b="1"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sp>
        <p:nvSpPr>
          <p:cNvPr id="72710" name="Rectangle 2"/>
          <p:cNvSpPr>
            <a:spLocks noGrp="1" noRot="1" noChangeAspect="1" noChangeArrowheads="1" noTextEdit="1"/>
          </p:cNvSpPr>
          <p:nvPr>
            <p:ph type="sldImg"/>
          </p:nvPr>
        </p:nvSpPr>
        <p:spPr>
          <a:ln/>
        </p:spPr>
      </p:sp>
      <p:sp>
        <p:nvSpPr>
          <p:cNvPr id="72711"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smtClean="0">
              <a:ea typeface="ＭＳ Ｐゴシック" panose="020B0600070205080204" pitchFamily="34" charset="-128"/>
            </a:endParaRPr>
          </a:p>
        </p:txBody>
      </p:sp>
    </p:spTree>
    <p:extLst>
      <p:ext uri="{BB962C8B-B14F-4D97-AF65-F5344CB8AC3E}">
        <p14:creationId xmlns:p14="http://schemas.microsoft.com/office/powerpoint/2010/main" val="88144035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41DADFD-3BE4-4AB0-B910-544CAFF0BCC2}" type="slidenum">
              <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9</a:t>
            </a:fld>
            <a:endPar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95976012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41DADFD-3BE4-4AB0-B910-544CAFF0BCC2}" type="slidenum">
              <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10</a:t>
            </a:fld>
            <a:endPar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dirty="0"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70964121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321">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30321">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30321">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30321">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30321">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l" defTabSz="930321" rtl="0" eaLnBrk="1" fontAlgn="base" latinLnBrk="0" hangingPunct="1">
              <a:lnSpc>
                <a:spcPct val="100000"/>
              </a:lnSpc>
              <a:spcBef>
                <a:spcPct val="0"/>
              </a:spcBef>
              <a:spcAft>
                <a:spcPct val="0"/>
              </a:spcAft>
              <a:buClrTx/>
              <a:buSzTx/>
              <a:buFontTx/>
              <a:buNone/>
              <a:tabLst/>
              <a:defRPr/>
            </a:pPr>
            <a:r>
              <a:rPr kumimoji="0" lang="en-US" altLang="en-US" sz="12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rPr>
              <a:t>ENGG406 2015W</a:t>
            </a:r>
          </a:p>
        </p:txBody>
      </p:sp>
      <p:sp>
        <p:nvSpPr>
          <p:cNvPr id="72707" name="Rectangle 6"/>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321">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30321">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30321">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30321">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30321">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l" defTabSz="930321" rtl="0" eaLnBrk="1" fontAlgn="base" latinLnBrk="0" hangingPunct="1">
              <a:lnSpc>
                <a:spcPct val="100000"/>
              </a:lnSpc>
              <a:spcBef>
                <a:spcPct val="0"/>
              </a:spcBef>
              <a:spcAft>
                <a:spcPct val="0"/>
              </a:spcAft>
              <a:buClrTx/>
              <a:buSzTx/>
              <a:buFontTx/>
              <a:buNone/>
              <a:tabLst/>
              <a:defRPr/>
            </a:pPr>
            <a:r>
              <a:rPr kumimoji="0" lang="en-US" altLang="en-US" sz="12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rPr>
              <a:t>3-March-2015</a:t>
            </a:r>
          </a:p>
        </p:txBody>
      </p:sp>
      <p:sp>
        <p:nvSpPr>
          <p:cNvPr id="7270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7152">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27152">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27152">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27152">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27152">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27152" rtl="0" eaLnBrk="1" fontAlgn="base" latinLnBrk="0" hangingPunct="1">
              <a:lnSpc>
                <a:spcPct val="100000"/>
              </a:lnSpc>
              <a:spcBef>
                <a:spcPct val="0"/>
              </a:spcBef>
              <a:spcAft>
                <a:spcPct val="0"/>
              </a:spcAft>
              <a:buClrTx/>
              <a:buSzTx/>
              <a:buFontTx/>
              <a:buNone/>
              <a:tabLst/>
              <a:defRPr/>
            </a:pPr>
            <a:fld id="{E2E0E8D8-AE63-4BAB-AE10-86197CF9CB04}" type="slidenum">
              <a:rPr kumimoji="0" lang="en-US" altLang="en-US" sz="1200" b="0" i="0" u="none" strike="noStrike" kern="1200" cap="none" spc="0" normalizeH="0" baseline="0" noProof="0">
                <a:ln>
                  <a:noFill/>
                </a:ln>
                <a:solidFill>
                  <a:prstClr val="black"/>
                </a:solidFill>
                <a:effectLst/>
                <a:uLnTx/>
                <a:uFillTx/>
                <a:latin typeface="Times New Roman" panose="02020603050405020304" pitchFamily="18" charset="0"/>
                <a:ea typeface="ＭＳ Ｐゴシック" panose="020B0600070205080204" pitchFamily="34" charset="-128"/>
                <a:cs typeface="+mn-cs"/>
              </a:rPr>
              <a:pPr marL="0" marR="0" lvl="0" indent="0" algn="r" defTabSz="927152" rtl="0" eaLnBrk="1" fontAlgn="base" latinLnBrk="0" hangingPunct="1">
                <a:lnSpc>
                  <a:spcPct val="100000"/>
                </a:lnSpc>
                <a:spcBef>
                  <a:spcPct val="0"/>
                </a:spcBef>
                <a:spcAft>
                  <a:spcPct val="0"/>
                </a:spcAft>
                <a:buClrTx/>
                <a:buSzTx/>
                <a:buFontTx/>
                <a:buNone/>
                <a:tabLst/>
                <a:defRPr/>
              </a:pPr>
              <a:t>11</a:t>
            </a:fld>
            <a:endParaRPr kumimoji="0" lang="en-US" altLang="en-US" sz="12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sp>
        <p:nvSpPr>
          <p:cNvPr id="72709" name="Rectangle 7"/>
          <p:cNvSpPr txBox="1">
            <a:spLocks noGrp="1" noChangeArrowheads="1"/>
          </p:cNvSpPr>
          <p:nvPr/>
        </p:nvSpPr>
        <p:spPr bwMode="auto">
          <a:xfrm>
            <a:off x="3974250" y="8831898"/>
            <a:ext cx="3036150" cy="4645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122" tIns="46561" rIns="93122" bIns="46561" anchor="b"/>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0B6B2B90-B612-42CC-80D2-4870E63A5117}" type="slidenum">
              <a:rPr kumimoji="0" lang="en-US" altLang="en-US" sz="1200" b="1" i="0" u="none" strike="noStrike" kern="1200" cap="none" spc="0" normalizeH="0" baseline="0" noProof="0">
                <a:ln>
                  <a:noFill/>
                </a:ln>
                <a:solidFill>
                  <a:prstClr val="black"/>
                </a:solidFill>
                <a:effectLst/>
                <a:uLnTx/>
                <a:uFillTx/>
                <a:latin typeface="Times New Roman" panose="02020603050405020304" pitchFamily="18" charset="0"/>
                <a:ea typeface="ＭＳ Ｐゴシック" panose="020B0600070205080204" pitchFamily="34"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11</a:t>
            </a:fld>
            <a:endParaRPr kumimoji="0" lang="en-US" altLang="en-US" sz="1200" b="1"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sp>
        <p:nvSpPr>
          <p:cNvPr id="72710" name="Rectangle 2"/>
          <p:cNvSpPr>
            <a:spLocks noGrp="1" noRot="1" noChangeAspect="1" noChangeArrowheads="1" noTextEdit="1"/>
          </p:cNvSpPr>
          <p:nvPr>
            <p:ph type="sldImg"/>
          </p:nvPr>
        </p:nvSpPr>
        <p:spPr>
          <a:ln/>
        </p:spPr>
      </p:sp>
      <p:sp>
        <p:nvSpPr>
          <p:cNvPr id="72711"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smtClean="0">
              <a:ea typeface="ＭＳ Ｐゴシック" panose="020B0600070205080204" pitchFamily="34" charset="-128"/>
            </a:endParaRPr>
          </a:p>
        </p:txBody>
      </p:sp>
    </p:spTree>
    <p:extLst>
      <p:ext uri="{BB962C8B-B14F-4D97-AF65-F5344CB8AC3E}">
        <p14:creationId xmlns:p14="http://schemas.microsoft.com/office/powerpoint/2010/main" val="311434138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321">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30321">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30321">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30321">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30321">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l" defTabSz="930321" rtl="0" eaLnBrk="1" fontAlgn="base" latinLnBrk="0" hangingPunct="1">
              <a:lnSpc>
                <a:spcPct val="100000"/>
              </a:lnSpc>
              <a:spcBef>
                <a:spcPct val="0"/>
              </a:spcBef>
              <a:spcAft>
                <a:spcPct val="0"/>
              </a:spcAft>
              <a:buClrTx/>
              <a:buSzTx/>
              <a:buFontTx/>
              <a:buNone/>
              <a:tabLst/>
              <a:defRPr/>
            </a:pPr>
            <a:r>
              <a:rPr kumimoji="0" lang="en-US" altLang="en-US" sz="12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rPr>
              <a:t>ENGG406 2015W</a:t>
            </a:r>
          </a:p>
        </p:txBody>
      </p:sp>
      <p:sp>
        <p:nvSpPr>
          <p:cNvPr id="72707" name="Rectangle 6"/>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321">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30321">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30321">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30321">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30321">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l" defTabSz="930321" rtl="0" eaLnBrk="1" fontAlgn="base" latinLnBrk="0" hangingPunct="1">
              <a:lnSpc>
                <a:spcPct val="100000"/>
              </a:lnSpc>
              <a:spcBef>
                <a:spcPct val="0"/>
              </a:spcBef>
              <a:spcAft>
                <a:spcPct val="0"/>
              </a:spcAft>
              <a:buClrTx/>
              <a:buSzTx/>
              <a:buFontTx/>
              <a:buNone/>
              <a:tabLst/>
              <a:defRPr/>
            </a:pPr>
            <a:r>
              <a:rPr kumimoji="0" lang="en-US" altLang="en-US" sz="12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rPr>
              <a:t>3-March-2015</a:t>
            </a:r>
          </a:p>
        </p:txBody>
      </p:sp>
      <p:sp>
        <p:nvSpPr>
          <p:cNvPr id="7270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7152">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27152">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27152">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27152">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27152">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27152" rtl="0" eaLnBrk="1" fontAlgn="base" latinLnBrk="0" hangingPunct="1">
              <a:lnSpc>
                <a:spcPct val="100000"/>
              </a:lnSpc>
              <a:spcBef>
                <a:spcPct val="0"/>
              </a:spcBef>
              <a:spcAft>
                <a:spcPct val="0"/>
              </a:spcAft>
              <a:buClrTx/>
              <a:buSzTx/>
              <a:buFontTx/>
              <a:buNone/>
              <a:tabLst/>
              <a:defRPr/>
            </a:pPr>
            <a:fld id="{E2E0E8D8-AE63-4BAB-AE10-86197CF9CB04}" type="slidenum">
              <a:rPr kumimoji="0" lang="en-US" altLang="en-US" sz="1200" b="0" i="0" u="none" strike="noStrike" kern="1200" cap="none" spc="0" normalizeH="0" baseline="0" noProof="0">
                <a:ln>
                  <a:noFill/>
                </a:ln>
                <a:solidFill>
                  <a:prstClr val="black"/>
                </a:solidFill>
                <a:effectLst/>
                <a:uLnTx/>
                <a:uFillTx/>
                <a:latin typeface="Times New Roman" panose="02020603050405020304" pitchFamily="18" charset="0"/>
                <a:ea typeface="ＭＳ Ｐゴシック" panose="020B0600070205080204" pitchFamily="34" charset="-128"/>
                <a:cs typeface="+mn-cs"/>
              </a:rPr>
              <a:pPr marL="0" marR="0" lvl="0" indent="0" algn="r" defTabSz="927152" rtl="0" eaLnBrk="1" fontAlgn="base" latinLnBrk="0" hangingPunct="1">
                <a:lnSpc>
                  <a:spcPct val="100000"/>
                </a:lnSpc>
                <a:spcBef>
                  <a:spcPct val="0"/>
                </a:spcBef>
                <a:spcAft>
                  <a:spcPct val="0"/>
                </a:spcAft>
                <a:buClrTx/>
                <a:buSzTx/>
                <a:buFontTx/>
                <a:buNone/>
                <a:tabLst/>
                <a:defRPr/>
              </a:pPr>
              <a:t>12</a:t>
            </a:fld>
            <a:endParaRPr kumimoji="0" lang="en-US" altLang="en-US" sz="12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sp>
        <p:nvSpPr>
          <p:cNvPr id="72709" name="Rectangle 7"/>
          <p:cNvSpPr txBox="1">
            <a:spLocks noGrp="1" noChangeArrowheads="1"/>
          </p:cNvSpPr>
          <p:nvPr/>
        </p:nvSpPr>
        <p:spPr bwMode="auto">
          <a:xfrm>
            <a:off x="3974250" y="8831898"/>
            <a:ext cx="3036150" cy="4645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122" tIns="46561" rIns="93122" bIns="46561" anchor="b"/>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0B6B2B90-B612-42CC-80D2-4870E63A5117}" type="slidenum">
              <a:rPr kumimoji="0" lang="en-US" altLang="en-US" sz="1200" b="1" i="0" u="none" strike="noStrike" kern="1200" cap="none" spc="0" normalizeH="0" baseline="0" noProof="0">
                <a:ln>
                  <a:noFill/>
                </a:ln>
                <a:solidFill>
                  <a:prstClr val="black"/>
                </a:solidFill>
                <a:effectLst/>
                <a:uLnTx/>
                <a:uFillTx/>
                <a:latin typeface="Times New Roman" panose="02020603050405020304" pitchFamily="18" charset="0"/>
                <a:ea typeface="ＭＳ Ｐゴシック" panose="020B0600070205080204" pitchFamily="34"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12</a:t>
            </a:fld>
            <a:endParaRPr kumimoji="0" lang="en-US" altLang="en-US" sz="1200" b="1"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sp>
        <p:nvSpPr>
          <p:cNvPr id="72710" name="Rectangle 2"/>
          <p:cNvSpPr>
            <a:spLocks noGrp="1" noRot="1" noChangeAspect="1" noChangeArrowheads="1" noTextEdit="1"/>
          </p:cNvSpPr>
          <p:nvPr>
            <p:ph type="sldImg"/>
          </p:nvPr>
        </p:nvSpPr>
        <p:spPr>
          <a:ln/>
        </p:spPr>
      </p:sp>
      <p:sp>
        <p:nvSpPr>
          <p:cNvPr id="72711"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smtClean="0">
              <a:ea typeface="ＭＳ Ｐゴシック" panose="020B0600070205080204" pitchFamily="34" charset="-128"/>
            </a:endParaRPr>
          </a:p>
        </p:txBody>
      </p:sp>
    </p:spTree>
    <p:extLst>
      <p:ext uri="{BB962C8B-B14F-4D97-AF65-F5344CB8AC3E}">
        <p14:creationId xmlns:p14="http://schemas.microsoft.com/office/powerpoint/2010/main" val="61891639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321">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30321">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30321">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30321">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30321">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l" defTabSz="930321" rtl="0" eaLnBrk="1" fontAlgn="base" latinLnBrk="0" hangingPunct="1">
              <a:lnSpc>
                <a:spcPct val="100000"/>
              </a:lnSpc>
              <a:spcBef>
                <a:spcPct val="0"/>
              </a:spcBef>
              <a:spcAft>
                <a:spcPct val="0"/>
              </a:spcAft>
              <a:buClrTx/>
              <a:buSzTx/>
              <a:buFontTx/>
              <a:buNone/>
              <a:tabLst/>
              <a:defRPr/>
            </a:pPr>
            <a:r>
              <a:rPr kumimoji="0" lang="en-US" altLang="en-US" sz="12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rPr>
              <a:t>ENGG406 2015W</a:t>
            </a:r>
          </a:p>
        </p:txBody>
      </p:sp>
      <p:sp>
        <p:nvSpPr>
          <p:cNvPr id="72707" name="Rectangle 6"/>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321">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30321">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30321">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30321">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30321">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l" defTabSz="930321" rtl="0" eaLnBrk="1" fontAlgn="base" latinLnBrk="0" hangingPunct="1">
              <a:lnSpc>
                <a:spcPct val="100000"/>
              </a:lnSpc>
              <a:spcBef>
                <a:spcPct val="0"/>
              </a:spcBef>
              <a:spcAft>
                <a:spcPct val="0"/>
              </a:spcAft>
              <a:buClrTx/>
              <a:buSzTx/>
              <a:buFontTx/>
              <a:buNone/>
              <a:tabLst/>
              <a:defRPr/>
            </a:pPr>
            <a:r>
              <a:rPr kumimoji="0" lang="en-US" altLang="en-US" sz="12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rPr>
              <a:t>3-March-2015</a:t>
            </a:r>
          </a:p>
        </p:txBody>
      </p:sp>
      <p:sp>
        <p:nvSpPr>
          <p:cNvPr id="7270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7152">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27152">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27152">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27152">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27152">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27152" rtl="0" eaLnBrk="1" fontAlgn="base" latinLnBrk="0" hangingPunct="1">
              <a:lnSpc>
                <a:spcPct val="100000"/>
              </a:lnSpc>
              <a:spcBef>
                <a:spcPct val="0"/>
              </a:spcBef>
              <a:spcAft>
                <a:spcPct val="0"/>
              </a:spcAft>
              <a:buClrTx/>
              <a:buSzTx/>
              <a:buFontTx/>
              <a:buNone/>
              <a:tabLst/>
              <a:defRPr/>
            </a:pPr>
            <a:fld id="{E2E0E8D8-AE63-4BAB-AE10-86197CF9CB04}" type="slidenum">
              <a:rPr kumimoji="0" lang="en-US" altLang="en-US" sz="1200" b="0" i="0" u="none" strike="noStrike" kern="1200" cap="none" spc="0" normalizeH="0" baseline="0" noProof="0">
                <a:ln>
                  <a:noFill/>
                </a:ln>
                <a:solidFill>
                  <a:prstClr val="black"/>
                </a:solidFill>
                <a:effectLst/>
                <a:uLnTx/>
                <a:uFillTx/>
                <a:latin typeface="Times New Roman" panose="02020603050405020304" pitchFamily="18" charset="0"/>
                <a:ea typeface="ＭＳ Ｐゴシック" panose="020B0600070205080204" pitchFamily="34" charset="-128"/>
                <a:cs typeface="+mn-cs"/>
              </a:rPr>
              <a:pPr marL="0" marR="0" lvl="0" indent="0" algn="r" defTabSz="927152" rtl="0" eaLnBrk="1" fontAlgn="base" latinLnBrk="0" hangingPunct="1">
                <a:lnSpc>
                  <a:spcPct val="100000"/>
                </a:lnSpc>
                <a:spcBef>
                  <a:spcPct val="0"/>
                </a:spcBef>
                <a:spcAft>
                  <a:spcPct val="0"/>
                </a:spcAft>
                <a:buClrTx/>
                <a:buSzTx/>
                <a:buFontTx/>
                <a:buNone/>
                <a:tabLst/>
                <a:defRPr/>
              </a:pPr>
              <a:t>13</a:t>
            </a:fld>
            <a:endParaRPr kumimoji="0" lang="en-US" altLang="en-US" sz="12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sp>
        <p:nvSpPr>
          <p:cNvPr id="72709" name="Rectangle 7"/>
          <p:cNvSpPr txBox="1">
            <a:spLocks noGrp="1" noChangeArrowheads="1"/>
          </p:cNvSpPr>
          <p:nvPr/>
        </p:nvSpPr>
        <p:spPr bwMode="auto">
          <a:xfrm>
            <a:off x="3974250" y="8831898"/>
            <a:ext cx="3036150" cy="4645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122" tIns="46561" rIns="93122" bIns="46561" anchor="b"/>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0B6B2B90-B612-42CC-80D2-4870E63A5117}" type="slidenum">
              <a:rPr kumimoji="0" lang="en-US" altLang="en-US" sz="1200" b="1" i="0" u="none" strike="noStrike" kern="1200" cap="none" spc="0" normalizeH="0" baseline="0" noProof="0">
                <a:ln>
                  <a:noFill/>
                </a:ln>
                <a:solidFill>
                  <a:prstClr val="black"/>
                </a:solidFill>
                <a:effectLst/>
                <a:uLnTx/>
                <a:uFillTx/>
                <a:latin typeface="Times New Roman" panose="02020603050405020304" pitchFamily="18" charset="0"/>
                <a:ea typeface="ＭＳ Ｐゴシック" panose="020B0600070205080204" pitchFamily="34"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13</a:t>
            </a:fld>
            <a:endParaRPr kumimoji="0" lang="en-US" altLang="en-US" sz="1200" b="1"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sp>
        <p:nvSpPr>
          <p:cNvPr id="72710" name="Rectangle 2"/>
          <p:cNvSpPr>
            <a:spLocks noGrp="1" noRot="1" noChangeAspect="1" noChangeArrowheads="1" noTextEdit="1"/>
          </p:cNvSpPr>
          <p:nvPr>
            <p:ph type="sldImg"/>
          </p:nvPr>
        </p:nvSpPr>
        <p:spPr>
          <a:ln/>
        </p:spPr>
      </p:sp>
      <p:sp>
        <p:nvSpPr>
          <p:cNvPr id="72711"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smtClean="0">
              <a:ea typeface="ＭＳ Ｐゴシック" panose="020B0600070205080204" pitchFamily="34" charset="-128"/>
            </a:endParaRPr>
          </a:p>
        </p:txBody>
      </p:sp>
    </p:spTree>
    <p:extLst>
      <p:ext uri="{BB962C8B-B14F-4D97-AF65-F5344CB8AC3E}">
        <p14:creationId xmlns:p14="http://schemas.microsoft.com/office/powerpoint/2010/main" val="245301995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321">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30321">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30321">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30321">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30321">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l" defTabSz="930321" rtl="0" eaLnBrk="1" fontAlgn="base" latinLnBrk="0" hangingPunct="1">
              <a:lnSpc>
                <a:spcPct val="100000"/>
              </a:lnSpc>
              <a:spcBef>
                <a:spcPct val="0"/>
              </a:spcBef>
              <a:spcAft>
                <a:spcPct val="0"/>
              </a:spcAft>
              <a:buClrTx/>
              <a:buSzTx/>
              <a:buFontTx/>
              <a:buNone/>
              <a:tabLst/>
              <a:defRPr/>
            </a:pPr>
            <a:r>
              <a:rPr kumimoji="0" lang="en-US" altLang="en-US" sz="12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rPr>
              <a:t>ENGG406 2015W</a:t>
            </a:r>
          </a:p>
        </p:txBody>
      </p:sp>
      <p:sp>
        <p:nvSpPr>
          <p:cNvPr id="72707" name="Rectangle 6"/>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321">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30321">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30321">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30321">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30321">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l" defTabSz="930321" rtl="0" eaLnBrk="1" fontAlgn="base" latinLnBrk="0" hangingPunct="1">
              <a:lnSpc>
                <a:spcPct val="100000"/>
              </a:lnSpc>
              <a:spcBef>
                <a:spcPct val="0"/>
              </a:spcBef>
              <a:spcAft>
                <a:spcPct val="0"/>
              </a:spcAft>
              <a:buClrTx/>
              <a:buSzTx/>
              <a:buFontTx/>
              <a:buNone/>
              <a:tabLst/>
              <a:defRPr/>
            </a:pPr>
            <a:r>
              <a:rPr kumimoji="0" lang="en-US" altLang="en-US" sz="12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rPr>
              <a:t>3-March-2015</a:t>
            </a:r>
          </a:p>
        </p:txBody>
      </p:sp>
      <p:sp>
        <p:nvSpPr>
          <p:cNvPr id="7270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7152">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27152">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27152">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27152">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27152">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27152" rtl="0" eaLnBrk="1" fontAlgn="base" latinLnBrk="0" hangingPunct="1">
              <a:lnSpc>
                <a:spcPct val="100000"/>
              </a:lnSpc>
              <a:spcBef>
                <a:spcPct val="0"/>
              </a:spcBef>
              <a:spcAft>
                <a:spcPct val="0"/>
              </a:spcAft>
              <a:buClrTx/>
              <a:buSzTx/>
              <a:buFontTx/>
              <a:buNone/>
              <a:tabLst/>
              <a:defRPr/>
            </a:pPr>
            <a:fld id="{E2E0E8D8-AE63-4BAB-AE10-86197CF9CB04}" type="slidenum">
              <a:rPr kumimoji="0" lang="en-US" altLang="en-US" sz="1200" b="0" i="0" u="none" strike="noStrike" kern="1200" cap="none" spc="0" normalizeH="0" baseline="0" noProof="0">
                <a:ln>
                  <a:noFill/>
                </a:ln>
                <a:solidFill>
                  <a:prstClr val="black"/>
                </a:solidFill>
                <a:effectLst/>
                <a:uLnTx/>
                <a:uFillTx/>
                <a:latin typeface="Times New Roman" panose="02020603050405020304" pitchFamily="18" charset="0"/>
                <a:ea typeface="ＭＳ Ｐゴシック" panose="020B0600070205080204" pitchFamily="34" charset="-128"/>
                <a:cs typeface="+mn-cs"/>
              </a:rPr>
              <a:pPr marL="0" marR="0" lvl="0" indent="0" algn="r" defTabSz="927152" rtl="0" eaLnBrk="1" fontAlgn="base" latinLnBrk="0" hangingPunct="1">
                <a:lnSpc>
                  <a:spcPct val="100000"/>
                </a:lnSpc>
                <a:spcBef>
                  <a:spcPct val="0"/>
                </a:spcBef>
                <a:spcAft>
                  <a:spcPct val="0"/>
                </a:spcAft>
                <a:buClrTx/>
                <a:buSzTx/>
                <a:buFontTx/>
                <a:buNone/>
                <a:tabLst/>
                <a:defRPr/>
              </a:pPr>
              <a:t>14</a:t>
            </a:fld>
            <a:endParaRPr kumimoji="0" lang="en-US" altLang="en-US" sz="12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sp>
        <p:nvSpPr>
          <p:cNvPr id="72709" name="Rectangle 7"/>
          <p:cNvSpPr txBox="1">
            <a:spLocks noGrp="1" noChangeArrowheads="1"/>
          </p:cNvSpPr>
          <p:nvPr/>
        </p:nvSpPr>
        <p:spPr bwMode="auto">
          <a:xfrm>
            <a:off x="3974250" y="8831898"/>
            <a:ext cx="3036150" cy="4645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122" tIns="46561" rIns="93122" bIns="46561" anchor="b"/>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0B6B2B90-B612-42CC-80D2-4870E63A5117}" type="slidenum">
              <a:rPr kumimoji="0" lang="en-US" altLang="en-US" sz="1200" b="1" i="0" u="none" strike="noStrike" kern="1200" cap="none" spc="0" normalizeH="0" baseline="0" noProof="0">
                <a:ln>
                  <a:noFill/>
                </a:ln>
                <a:solidFill>
                  <a:prstClr val="black"/>
                </a:solidFill>
                <a:effectLst/>
                <a:uLnTx/>
                <a:uFillTx/>
                <a:latin typeface="Times New Roman" panose="02020603050405020304" pitchFamily="18" charset="0"/>
                <a:ea typeface="ＭＳ Ｐゴシック" panose="020B0600070205080204" pitchFamily="34"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14</a:t>
            </a:fld>
            <a:endParaRPr kumimoji="0" lang="en-US" altLang="en-US" sz="1200" b="1"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sp>
        <p:nvSpPr>
          <p:cNvPr id="72710" name="Rectangle 2"/>
          <p:cNvSpPr>
            <a:spLocks noGrp="1" noRot="1" noChangeAspect="1" noChangeArrowheads="1" noTextEdit="1"/>
          </p:cNvSpPr>
          <p:nvPr>
            <p:ph type="sldImg"/>
          </p:nvPr>
        </p:nvSpPr>
        <p:spPr>
          <a:ln/>
        </p:spPr>
      </p:sp>
      <p:sp>
        <p:nvSpPr>
          <p:cNvPr id="72711"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smtClean="0">
              <a:ea typeface="ＭＳ Ｐゴシック" panose="020B0600070205080204" pitchFamily="34" charset="-128"/>
            </a:endParaRPr>
          </a:p>
        </p:txBody>
      </p:sp>
    </p:spTree>
    <p:extLst>
      <p:ext uri="{BB962C8B-B14F-4D97-AF65-F5344CB8AC3E}">
        <p14:creationId xmlns:p14="http://schemas.microsoft.com/office/powerpoint/2010/main" val="150879364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321">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30321">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30321">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30321">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30321">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l" defTabSz="930321" rtl="0" eaLnBrk="1" fontAlgn="base" latinLnBrk="0" hangingPunct="1">
              <a:lnSpc>
                <a:spcPct val="100000"/>
              </a:lnSpc>
              <a:spcBef>
                <a:spcPct val="0"/>
              </a:spcBef>
              <a:spcAft>
                <a:spcPct val="0"/>
              </a:spcAft>
              <a:buClrTx/>
              <a:buSzTx/>
              <a:buFontTx/>
              <a:buNone/>
              <a:tabLst/>
              <a:defRPr/>
            </a:pPr>
            <a:r>
              <a:rPr kumimoji="0" lang="en-US" altLang="en-US" sz="12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rPr>
              <a:t>ENGG406 2015W</a:t>
            </a:r>
          </a:p>
        </p:txBody>
      </p:sp>
      <p:sp>
        <p:nvSpPr>
          <p:cNvPr id="72707" name="Rectangle 6"/>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321">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30321">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30321">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30321">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30321">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l" defTabSz="930321" rtl="0" eaLnBrk="1" fontAlgn="base" latinLnBrk="0" hangingPunct="1">
              <a:lnSpc>
                <a:spcPct val="100000"/>
              </a:lnSpc>
              <a:spcBef>
                <a:spcPct val="0"/>
              </a:spcBef>
              <a:spcAft>
                <a:spcPct val="0"/>
              </a:spcAft>
              <a:buClrTx/>
              <a:buSzTx/>
              <a:buFontTx/>
              <a:buNone/>
              <a:tabLst/>
              <a:defRPr/>
            </a:pPr>
            <a:r>
              <a:rPr kumimoji="0" lang="en-US" altLang="en-US" sz="12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rPr>
              <a:t>3-March-2015</a:t>
            </a:r>
          </a:p>
        </p:txBody>
      </p:sp>
      <p:sp>
        <p:nvSpPr>
          <p:cNvPr id="7270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7152">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27152">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27152">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27152">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27152">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27152" rtl="0" eaLnBrk="1" fontAlgn="base" latinLnBrk="0" hangingPunct="1">
              <a:lnSpc>
                <a:spcPct val="100000"/>
              </a:lnSpc>
              <a:spcBef>
                <a:spcPct val="0"/>
              </a:spcBef>
              <a:spcAft>
                <a:spcPct val="0"/>
              </a:spcAft>
              <a:buClrTx/>
              <a:buSzTx/>
              <a:buFontTx/>
              <a:buNone/>
              <a:tabLst/>
              <a:defRPr/>
            </a:pPr>
            <a:fld id="{E2E0E8D8-AE63-4BAB-AE10-86197CF9CB04}" type="slidenum">
              <a:rPr kumimoji="0" lang="en-US" altLang="en-US" sz="1200" b="0" i="0" u="none" strike="noStrike" kern="1200" cap="none" spc="0" normalizeH="0" baseline="0" noProof="0">
                <a:ln>
                  <a:noFill/>
                </a:ln>
                <a:solidFill>
                  <a:prstClr val="black"/>
                </a:solidFill>
                <a:effectLst/>
                <a:uLnTx/>
                <a:uFillTx/>
                <a:latin typeface="Times New Roman" panose="02020603050405020304" pitchFamily="18" charset="0"/>
                <a:ea typeface="ＭＳ Ｐゴシック" panose="020B0600070205080204" pitchFamily="34" charset="-128"/>
                <a:cs typeface="+mn-cs"/>
              </a:rPr>
              <a:pPr marL="0" marR="0" lvl="0" indent="0" algn="r" defTabSz="927152" rtl="0" eaLnBrk="1" fontAlgn="base" latinLnBrk="0" hangingPunct="1">
                <a:lnSpc>
                  <a:spcPct val="100000"/>
                </a:lnSpc>
                <a:spcBef>
                  <a:spcPct val="0"/>
                </a:spcBef>
                <a:spcAft>
                  <a:spcPct val="0"/>
                </a:spcAft>
                <a:buClrTx/>
                <a:buSzTx/>
                <a:buFontTx/>
                <a:buNone/>
                <a:tabLst/>
                <a:defRPr/>
              </a:pPr>
              <a:t>15</a:t>
            </a:fld>
            <a:endParaRPr kumimoji="0" lang="en-US" altLang="en-US" sz="12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sp>
        <p:nvSpPr>
          <p:cNvPr id="72709" name="Rectangle 7"/>
          <p:cNvSpPr txBox="1">
            <a:spLocks noGrp="1" noChangeArrowheads="1"/>
          </p:cNvSpPr>
          <p:nvPr/>
        </p:nvSpPr>
        <p:spPr bwMode="auto">
          <a:xfrm>
            <a:off x="3974250" y="8831898"/>
            <a:ext cx="3036150" cy="4645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122" tIns="46561" rIns="93122" bIns="46561" anchor="b"/>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0B6B2B90-B612-42CC-80D2-4870E63A5117}" type="slidenum">
              <a:rPr kumimoji="0" lang="en-US" altLang="en-US" sz="1200" b="1" i="0" u="none" strike="noStrike" kern="1200" cap="none" spc="0" normalizeH="0" baseline="0" noProof="0">
                <a:ln>
                  <a:noFill/>
                </a:ln>
                <a:solidFill>
                  <a:prstClr val="black"/>
                </a:solidFill>
                <a:effectLst/>
                <a:uLnTx/>
                <a:uFillTx/>
                <a:latin typeface="Times New Roman" panose="02020603050405020304" pitchFamily="18" charset="0"/>
                <a:ea typeface="ＭＳ Ｐゴシック" panose="020B0600070205080204" pitchFamily="34"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15</a:t>
            </a:fld>
            <a:endParaRPr kumimoji="0" lang="en-US" altLang="en-US" sz="1200" b="1"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sp>
        <p:nvSpPr>
          <p:cNvPr id="72710" name="Rectangle 2"/>
          <p:cNvSpPr>
            <a:spLocks noGrp="1" noRot="1" noChangeAspect="1" noChangeArrowheads="1" noTextEdit="1"/>
          </p:cNvSpPr>
          <p:nvPr>
            <p:ph type="sldImg"/>
          </p:nvPr>
        </p:nvSpPr>
        <p:spPr>
          <a:ln/>
        </p:spPr>
      </p:sp>
      <p:sp>
        <p:nvSpPr>
          <p:cNvPr id="72711"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smtClean="0">
              <a:ea typeface="ＭＳ Ｐゴシック" panose="020B0600070205080204" pitchFamily="34" charset="-128"/>
            </a:endParaRPr>
          </a:p>
        </p:txBody>
      </p:sp>
    </p:spTree>
    <p:extLst>
      <p:ext uri="{BB962C8B-B14F-4D97-AF65-F5344CB8AC3E}">
        <p14:creationId xmlns:p14="http://schemas.microsoft.com/office/powerpoint/2010/main" val="27688284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lgn="r" eaLnBrk="1" hangingPunct="1">
              <a:spcBef>
                <a:spcPct val="0"/>
              </a:spcBef>
            </a:pPr>
            <a:fld id="{C41DADFD-3BE4-4AB0-B910-544CAFF0BCC2}" type="slidenum">
              <a:rPr lang="en-US" altLang="en-US"/>
              <a:pPr algn="r" eaLnBrk="1" hangingPunct="1">
                <a:spcBef>
                  <a:spcPct val="0"/>
                </a:spcBef>
              </a:pPr>
              <a:t>16</a:t>
            </a:fld>
            <a:endParaRPr lang="en-US" altLang="en-US"/>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56484406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41DADFD-3BE4-4AB0-B910-544CAFF0BCC2}" type="slidenum">
              <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17</a:t>
            </a:fld>
            <a:endPar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61135939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321">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30321">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30321">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30321">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30321">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l" defTabSz="930321" rtl="0" eaLnBrk="1" fontAlgn="base" latinLnBrk="0" hangingPunct="1">
              <a:lnSpc>
                <a:spcPct val="100000"/>
              </a:lnSpc>
              <a:spcBef>
                <a:spcPct val="0"/>
              </a:spcBef>
              <a:spcAft>
                <a:spcPct val="0"/>
              </a:spcAft>
              <a:buClrTx/>
              <a:buSzTx/>
              <a:buFontTx/>
              <a:buNone/>
              <a:tabLst/>
              <a:defRPr/>
            </a:pPr>
            <a:r>
              <a:rPr kumimoji="0" lang="en-US" altLang="en-US" sz="12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rPr>
              <a:t>ENGG406 2015W</a:t>
            </a:r>
          </a:p>
        </p:txBody>
      </p:sp>
      <p:sp>
        <p:nvSpPr>
          <p:cNvPr id="72707" name="Rectangle 6"/>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321">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30321">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30321">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30321">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30321">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l" defTabSz="930321" rtl="0" eaLnBrk="1" fontAlgn="base" latinLnBrk="0" hangingPunct="1">
              <a:lnSpc>
                <a:spcPct val="100000"/>
              </a:lnSpc>
              <a:spcBef>
                <a:spcPct val="0"/>
              </a:spcBef>
              <a:spcAft>
                <a:spcPct val="0"/>
              </a:spcAft>
              <a:buClrTx/>
              <a:buSzTx/>
              <a:buFontTx/>
              <a:buNone/>
              <a:tabLst/>
              <a:defRPr/>
            </a:pPr>
            <a:r>
              <a:rPr kumimoji="0" lang="en-US" altLang="en-US" sz="12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rPr>
              <a:t>3-March-2015</a:t>
            </a:r>
          </a:p>
        </p:txBody>
      </p:sp>
      <p:sp>
        <p:nvSpPr>
          <p:cNvPr id="7270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7152">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27152">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27152">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27152">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27152">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27152" rtl="0" eaLnBrk="1" fontAlgn="base" latinLnBrk="0" hangingPunct="1">
              <a:lnSpc>
                <a:spcPct val="100000"/>
              </a:lnSpc>
              <a:spcBef>
                <a:spcPct val="0"/>
              </a:spcBef>
              <a:spcAft>
                <a:spcPct val="0"/>
              </a:spcAft>
              <a:buClrTx/>
              <a:buSzTx/>
              <a:buFontTx/>
              <a:buNone/>
              <a:tabLst/>
              <a:defRPr/>
            </a:pPr>
            <a:fld id="{E2E0E8D8-AE63-4BAB-AE10-86197CF9CB04}" type="slidenum">
              <a:rPr kumimoji="0" lang="en-US" altLang="en-US" sz="1200" b="0" i="0" u="none" strike="noStrike" kern="1200" cap="none" spc="0" normalizeH="0" baseline="0" noProof="0">
                <a:ln>
                  <a:noFill/>
                </a:ln>
                <a:solidFill>
                  <a:prstClr val="black"/>
                </a:solidFill>
                <a:effectLst/>
                <a:uLnTx/>
                <a:uFillTx/>
                <a:latin typeface="Times New Roman" panose="02020603050405020304" pitchFamily="18" charset="0"/>
                <a:ea typeface="ＭＳ Ｐゴシック" panose="020B0600070205080204" pitchFamily="34" charset="-128"/>
                <a:cs typeface="+mn-cs"/>
              </a:rPr>
              <a:pPr marL="0" marR="0" lvl="0" indent="0" algn="r" defTabSz="927152" rtl="0" eaLnBrk="1" fontAlgn="base" latinLnBrk="0" hangingPunct="1">
                <a:lnSpc>
                  <a:spcPct val="100000"/>
                </a:lnSpc>
                <a:spcBef>
                  <a:spcPct val="0"/>
                </a:spcBef>
                <a:spcAft>
                  <a:spcPct val="0"/>
                </a:spcAft>
                <a:buClrTx/>
                <a:buSzTx/>
                <a:buFontTx/>
                <a:buNone/>
                <a:tabLst/>
                <a:defRPr/>
              </a:pPr>
              <a:t>18</a:t>
            </a:fld>
            <a:endParaRPr kumimoji="0" lang="en-US" altLang="en-US" sz="12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sp>
        <p:nvSpPr>
          <p:cNvPr id="72709" name="Rectangle 7"/>
          <p:cNvSpPr txBox="1">
            <a:spLocks noGrp="1" noChangeArrowheads="1"/>
          </p:cNvSpPr>
          <p:nvPr/>
        </p:nvSpPr>
        <p:spPr bwMode="auto">
          <a:xfrm>
            <a:off x="3974250" y="8831898"/>
            <a:ext cx="3036150" cy="4645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122" tIns="46561" rIns="93122" bIns="46561" anchor="b"/>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0B6B2B90-B612-42CC-80D2-4870E63A5117}" type="slidenum">
              <a:rPr kumimoji="0" lang="en-US" altLang="en-US" sz="1200" b="1" i="0" u="none" strike="noStrike" kern="1200" cap="none" spc="0" normalizeH="0" baseline="0" noProof="0">
                <a:ln>
                  <a:noFill/>
                </a:ln>
                <a:solidFill>
                  <a:prstClr val="black"/>
                </a:solidFill>
                <a:effectLst/>
                <a:uLnTx/>
                <a:uFillTx/>
                <a:latin typeface="Times New Roman" panose="02020603050405020304" pitchFamily="18" charset="0"/>
                <a:ea typeface="ＭＳ Ｐゴシック" panose="020B0600070205080204" pitchFamily="34"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18</a:t>
            </a:fld>
            <a:endParaRPr kumimoji="0" lang="en-US" altLang="en-US" sz="1200" b="1"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sp>
        <p:nvSpPr>
          <p:cNvPr id="72710" name="Rectangle 2"/>
          <p:cNvSpPr>
            <a:spLocks noGrp="1" noRot="1" noChangeAspect="1" noChangeArrowheads="1" noTextEdit="1"/>
          </p:cNvSpPr>
          <p:nvPr>
            <p:ph type="sldImg"/>
          </p:nvPr>
        </p:nvSpPr>
        <p:spPr>
          <a:ln/>
        </p:spPr>
      </p:sp>
      <p:sp>
        <p:nvSpPr>
          <p:cNvPr id="72711"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smtClean="0">
              <a:ea typeface="ＭＳ Ｐゴシック" panose="020B0600070205080204" pitchFamily="34" charset="-128"/>
            </a:endParaRPr>
          </a:p>
        </p:txBody>
      </p:sp>
    </p:spTree>
    <p:extLst>
      <p:ext uri="{BB962C8B-B14F-4D97-AF65-F5344CB8AC3E}">
        <p14:creationId xmlns:p14="http://schemas.microsoft.com/office/powerpoint/2010/main" val="223216824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321">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30321">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30321">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30321">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30321">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l" defTabSz="930321" rtl="0" eaLnBrk="1" fontAlgn="base" latinLnBrk="0" hangingPunct="1">
              <a:lnSpc>
                <a:spcPct val="100000"/>
              </a:lnSpc>
              <a:spcBef>
                <a:spcPct val="0"/>
              </a:spcBef>
              <a:spcAft>
                <a:spcPct val="0"/>
              </a:spcAft>
              <a:buClrTx/>
              <a:buSzTx/>
              <a:buFontTx/>
              <a:buNone/>
              <a:tabLst/>
              <a:defRPr/>
            </a:pPr>
            <a:r>
              <a:rPr kumimoji="0" lang="en-US" altLang="en-US" sz="12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rPr>
              <a:t>ENGG406 2015W</a:t>
            </a:r>
          </a:p>
        </p:txBody>
      </p:sp>
      <p:sp>
        <p:nvSpPr>
          <p:cNvPr id="72707" name="Rectangle 6"/>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321">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30321">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30321">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30321">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30321">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l" defTabSz="930321" rtl="0" eaLnBrk="1" fontAlgn="base" latinLnBrk="0" hangingPunct="1">
              <a:lnSpc>
                <a:spcPct val="100000"/>
              </a:lnSpc>
              <a:spcBef>
                <a:spcPct val="0"/>
              </a:spcBef>
              <a:spcAft>
                <a:spcPct val="0"/>
              </a:spcAft>
              <a:buClrTx/>
              <a:buSzTx/>
              <a:buFontTx/>
              <a:buNone/>
              <a:tabLst/>
              <a:defRPr/>
            </a:pPr>
            <a:r>
              <a:rPr kumimoji="0" lang="en-US" altLang="en-US" sz="12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rPr>
              <a:t>3-March-2015</a:t>
            </a:r>
          </a:p>
        </p:txBody>
      </p:sp>
      <p:sp>
        <p:nvSpPr>
          <p:cNvPr id="7270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7152">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27152">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27152">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27152">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27152">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27152" rtl="0" eaLnBrk="1" fontAlgn="base" latinLnBrk="0" hangingPunct="1">
              <a:lnSpc>
                <a:spcPct val="100000"/>
              </a:lnSpc>
              <a:spcBef>
                <a:spcPct val="0"/>
              </a:spcBef>
              <a:spcAft>
                <a:spcPct val="0"/>
              </a:spcAft>
              <a:buClrTx/>
              <a:buSzTx/>
              <a:buFontTx/>
              <a:buNone/>
              <a:tabLst/>
              <a:defRPr/>
            </a:pPr>
            <a:fld id="{E2E0E8D8-AE63-4BAB-AE10-86197CF9CB04}" type="slidenum">
              <a:rPr kumimoji="0" lang="en-US" altLang="en-US" sz="1200" b="0" i="0" u="none" strike="noStrike" kern="1200" cap="none" spc="0" normalizeH="0" baseline="0" noProof="0">
                <a:ln>
                  <a:noFill/>
                </a:ln>
                <a:solidFill>
                  <a:prstClr val="black"/>
                </a:solidFill>
                <a:effectLst/>
                <a:uLnTx/>
                <a:uFillTx/>
                <a:latin typeface="Times New Roman" panose="02020603050405020304" pitchFamily="18" charset="0"/>
                <a:ea typeface="ＭＳ Ｐゴシック" panose="020B0600070205080204" pitchFamily="34" charset="-128"/>
                <a:cs typeface="+mn-cs"/>
              </a:rPr>
              <a:pPr marL="0" marR="0" lvl="0" indent="0" algn="r" defTabSz="927152" rtl="0" eaLnBrk="1" fontAlgn="base" latinLnBrk="0" hangingPunct="1">
                <a:lnSpc>
                  <a:spcPct val="100000"/>
                </a:lnSpc>
                <a:spcBef>
                  <a:spcPct val="0"/>
                </a:spcBef>
                <a:spcAft>
                  <a:spcPct val="0"/>
                </a:spcAft>
                <a:buClrTx/>
                <a:buSzTx/>
                <a:buFontTx/>
                <a:buNone/>
                <a:tabLst/>
                <a:defRPr/>
              </a:pPr>
              <a:t>19</a:t>
            </a:fld>
            <a:endParaRPr kumimoji="0" lang="en-US" altLang="en-US" sz="12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sp>
        <p:nvSpPr>
          <p:cNvPr id="72709" name="Rectangle 7"/>
          <p:cNvSpPr txBox="1">
            <a:spLocks noGrp="1" noChangeArrowheads="1"/>
          </p:cNvSpPr>
          <p:nvPr/>
        </p:nvSpPr>
        <p:spPr bwMode="auto">
          <a:xfrm>
            <a:off x="3974250" y="8831898"/>
            <a:ext cx="3036150" cy="4645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122" tIns="46561" rIns="93122" bIns="46561" anchor="b"/>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0B6B2B90-B612-42CC-80D2-4870E63A5117}" type="slidenum">
              <a:rPr kumimoji="0" lang="en-US" altLang="en-US" sz="1200" b="1" i="0" u="none" strike="noStrike" kern="1200" cap="none" spc="0" normalizeH="0" baseline="0" noProof="0">
                <a:ln>
                  <a:noFill/>
                </a:ln>
                <a:solidFill>
                  <a:prstClr val="black"/>
                </a:solidFill>
                <a:effectLst/>
                <a:uLnTx/>
                <a:uFillTx/>
                <a:latin typeface="Times New Roman" panose="02020603050405020304" pitchFamily="18" charset="0"/>
                <a:ea typeface="ＭＳ Ｐゴシック" panose="020B0600070205080204" pitchFamily="34"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19</a:t>
            </a:fld>
            <a:endParaRPr kumimoji="0" lang="en-US" altLang="en-US" sz="1200" b="1"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sp>
        <p:nvSpPr>
          <p:cNvPr id="72710" name="Rectangle 2"/>
          <p:cNvSpPr>
            <a:spLocks noGrp="1" noRot="1" noChangeAspect="1" noChangeArrowheads="1" noTextEdit="1"/>
          </p:cNvSpPr>
          <p:nvPr>
            <p:ph type="sldImg"/>
          </p:nvPr>
        </p:nvSpPr>
        <p:spPr>
          <a:ln/>
        </p:spPr>
      </p:sp>
      <p:sp>
        <p:nvSpPr>
          <p:cNvPr id="72711"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smtClean="0">
              <a:ea typeface="ＭＳ Ｐゴシック" panose="020B0600070205080204" pitchFamily="34" charset="-128"/>
            </a:endParaRPr>
          </a:p>
        </p:txBody>
      </p:sp>
    </p:spTree>
    <p:extLst>
      <p:ext uri="{BB962C8B-B14F-4D97-AF65-F5344CB8AC3E}">
        <p14:creationId xmlns:p14="http://schemas.microsoft.com/office/powerpoint/2010/main" val="381325384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321">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30321">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30321">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30321">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30321">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l" defTabSz="930321" rtl="0" eaLnBrk="1" fontAlgn="base" latinLnBrk="0" hangingPunct="1">
              <a:lnSpc>
                <a:spcPct val="100000"/>
              </a:lnSpc>
              <a:spcBef>
                <a:spcPct val="0"/>
              </a:spcBef>
              <a:spcAft>
                <a:spcPct val="0"/>
              </a:spcAft>
              <a:buClrTx/>
              <a:buSzTx/>
              <a:buFontTx/>
              <a:buNone/>
              <a:tabLst/>
              <a:defRPr/>
            </a:pPr>
            <a:r>
              <a:rPr kumimoji="0" lang="en-US" altLang="en-US" sz="12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rPr>
              <a:t>ENGG406 2015W</a:t>
            </a:r>
          </a:p>
        </p:txBody>
      </p:sp>
      <p:sp>
        <p:nvSpPr>
          <p:cNvPr id="72707" name="Rectangle 6"/>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321">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30321">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30321">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30321">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30321">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l" defTabSz="930321" rtl="0" eaLnBrk="1" fontAlgn="base" latinLnBrk="0" hangingPunct="1">
              <a:lnSpc>
                <a:spcPct val="100000"/>
              </a:lnSpc>
              <a:spcBef>
                <a:spcPct val="0"/>
              </a:spcBef>
              <a:spcAft>
                <a:spcPct val="0"/>
              </a:spcAft>
              <a:buClrTx/>
              <a:buSzTx/>
              <a:buFontTx/>
              <a:buNone/>
              <a:tabLst/>
              <a:defRPr/>
            </a:pPr>
            <a:r>
              <a:rPr kumimoji="0" lang="en-US" altLang="en-US" sz="12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rPr>
              <a:t>3-March-2015</a:t>
            </a:r>
          </a:p>
        </p:txBody>
      </p:sp>
      <p:sp>
        <p:nvSpPr>
          <p:cNvPr id="7270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7152">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27152">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27152">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27152">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27152">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27152" rtl="0" eaLnBrk="1" fontAlgn="base" latinLnBrk="0" hangingPunct="1">
              <a:lnSpc>
                <a:spcPct val="100000"/>
              </a:lnSpc>
              <a:spcBef>
                <a:spcPct val="0"/>
              </a:spcBef>
              <a:spcAft>
                <a:spcPct val="0"/>
              </a:spcAft>
              <a:buClrTx/>
              <a:buSzTx/>
              <a:buFontTx/>
              <a:buNone/>
              <a:tabLst/>
              <a:defRPr/>
            </a:pPr>
            <a:fld id="{E2E0E8D8-AE63-4BAB-AE10-86197CF9CB04}" type="slidenum">
              <a:rPr kumimoji="0" lang="en-US" altLang="en-US" sz="1200" b="0" i="0" u="none" strike="noStrike" kern="1200" cap="none" spc="0" normalizeH="0" baseline="0" noProof="0">
                <a:ln>
                  <a:noFill/>
                </a:ln>
                <a:solidFill>
                  <a:prstClr val="black"/>
                </a:solidFill>
                <a:effectLst/>
                <a:uLnTx/>
                <a:uFillTx/>
                <a:latin typeface="Times New Roman" panose="02020603050405020304" pitchFamily="18" charset="0"/>
                <a:ea typeface="ＭＳ Ｐゴシック" panose="020B0600070205080204" pitchFamily="34" charset="-128"/>
                <a:cs typeface="+mn-cs"/>
              </a:rPr>
              <a:pPr marL="0" marR="0" lvl="0" indent="0" algn="r" defTabSz="927152" rtl="0" eaLnBrk="1" fontAlgn="base" latinLnBrk="0" hangingPunct="1">
                <a:lnSpc>
                  <a:spcPct val="100000"/>
                </a:lnSpc>
                <a:spcBef>
                  <a:spcPct val="0"/>
                </a:spcBef>
                <a:spcAft>
                  <a:spcPct val="0"/>
                </a:spcAft>
                <a:buClrTx/>
                <a:buSzTx/>
                <a:buFontTx/>
                <a:buNone/>
                <a:tabLst/>
                <a:defRPr/>
              </a:pPr>
              <a:t>20</a:t>
            </a:fld>
            <a:endParaRPr kumimoji="0" lang="en-US" altLang="en-US" sz="12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sp>
        <p:nvSpPr>
          <p:cNvPr id="72709" name="Rectangle 7"/>
          <p:cNvSpPr txBox="1">
            <a:spLocks noGrp="1" noChangeArrowheads="1"/>
          </p:cNvSpPr>
          <p:nvPr/>
        </p:nvSpPr>
        <p:spPr bwMode="auto">
          <a:xfrm>
            <a:off x="3974250" y="8831898"/>
            <a:ext cx="3036150" cy="4645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122" tIns="46561" rIns="93122" bIns="46561" anchor="b"/>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0B6B2B90-B612-42CC-80D2-4870E63A5117}" type="slidenum">
              <a:rPr kumimoji="0" lang="en-US" altLang="en-US" sz="1200" b="1" i="0" u="none" strike="noStrike" kern="1200" cap="none" spc="0" normalizeH="0" baseline="0" noProof="0">
                <a:ln>
                  <a:noFill/>
                </a:ln>
                <a:solidFill>
                  <a:prstClr val="black"/>
                </a:solidFill>
                <a:effectLst/>
                <a:uLnTx/>
                <a:uFillTx/>
                <a:latin typeface="Times New Roman" panose="02020603050405020304" pitchFamily="18" charset="0"/>
                <a:ea typeface="ＭＳ Ｐゴシック" panose="020B0600070205080204" pitchFamily="34"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20</a:t>
            </a:fld>
            <a:endParaRPr kumimoji="0" lang="en-US" altLang="en-US" sz="1200" b="1"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sp>
        <p:nvSpPr>
          <p:cNvPr id="72710" name="Rectangle 2"/>
          <p:cNvSpPr>
            <a:spLocks noGrp="1" noRot="1" noChangeAspect="1" noChangeArrowheads="1" noTextEdit="1"/>
          </p:cNvSpPr>
          <p:nvPr>
            <p:ph type="sldImg"/>
          </p:nvPr>
        </p:nvSpPr>
        <p:spPr>
          <a:ln/>
        </p:spPr>
      </p:sp>
      <p:sp>
        <p:nvSpPr>
          <p:cNvPr id="72711"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smtClean="0">
              <a:ea typeface="ＭＳ Ｐゴシック" panose="020B0600070205080204" pitchFamily="34" charset="-128"/>
            </a:endParaRPr>
          </a:p>
        </p:txBody>
      </p:sp>
    </p:spTree>
    <p:extLst>
      <p:ext uri="{BB962C8B-B14F-4D97-AF65-F5344CB8AC3E}">
        <p14:creationId xmlns:p14="http://schemas.microsoft.com/office/powerpoint/2010/main" val="246277146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lgn="r" eaLnBrk="1" hangingPunct="1">
              <a:spcBef>
                <a:spcPct val="0"/>
              </a:spcBef>
            </a:pPr>
            <a:fld id="{C41DADFD-3BE4-4AB0-B910-544CAFF0BCC2}" type="slidenum">
              <a:rPr lang="en-US" altLang="en-US"/>
              <a:pPr algn="r" eaLnBrk="1" hangingPunct="1">
                <a:spcBef>
                  <a:spcPct val="0"/>
                </a:spcBef>
              </a:pPr>
              <a:t>21</a:t>
            </a:fld>
            <a:endParaRPr lang="en-US" altLang="en-US"/>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20763013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321">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30321">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30321">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30321">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30321">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r>
              <a:rPr lang="en-US" altLang="en-US" sz="1200" dirty="0"/>
              <a:t>ENGG406 2015W</a:t>
            </a:r>
          </a:p>
        </p:txBody>
      </p:sp>
      <p:sp>
        <p:nvSpPr>
          <p:cNvPr id="72707" name="Rectangle 6"/>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321">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30321">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30321">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30321">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30321">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r>
              <a:rPr lang="en-US" altLang="en-US" sz="1200" dirty="0"/>
              <a:t>3-March-2015</a:t>
            </a:r>
          </a:p>
        </p:txBody>
      </p:sp>
      <p:sp>
        <p:nvSpPr>
          <p:cNvPr id="7270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7152">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27152">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27152">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27152">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27152">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fld id="{E2E0E8D8-AE63-4BAB-AE10-86197CF9CB04}" type="slidenum">
              <a:rPr lang="en-US" altLang="en-US" sz="1200"/>
              <a:pPr/>
              <a:t>22</a:t>
            </a:fld>
            <a:endParaRPr lang="en-US" altLang="en-US" sz="1200" dirty="0"/>
          </a:p>
        </p:txBody>
      </p:sp>
      <p:sp>
        <p:nvSpPr>
          <p:cNvPr id="72709" name="Rectangle 7"/>
          <p:cNvSpPr txBox="1">
            <a:spLocks noGrp="1" noChangeArrowheads="1"/>
          </p:cNvSpPr>
          <p:nvPr/>
        </p:nvSpPr>
        <p:spPr bwMode="auto">
          <a:xfrm>
            <a:off x="3974250" y="8831898"/>
            <a:ext cx="3036150" cy="4645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122" tIns="46561" rIns="93122" bIns="46561" anchor="b"/>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algn="r"/>
            <a:fld id="{0B6B2B90-B612-42CC-80D2-4870E63A5117}" type="slidenum">
              <a:rPr lang="en-US" altLang="en-US" sz="1200"/>
              <a:pPr algn="r"/>
              <a:t>22</a:t>
            </a:fld>
            <a:endParaRPr lang="en-US" altLang="en-US" sz="1200" dirty="0"/>
          </a:p>
        </p:txBody>
      </p:sp>
      <p:sp>
        <p:nvSpPr>
          <p:cNvPr id="72710" name="Rectangle 2"/>
          <p:cNvSpPr>
            <a:spLocks noGrp="1" noRot="1" noChangeAspect="1" noChangeArrowheads="1" noTextEdit="1"/>
          </p:cNvSpPr>
          <p:nvPr>
            <p:ph type="sldImg"/>
          </p:nvPr>
        </p:nvSpPr>
        <p:spPr>
          <a:ln/>
        </p:spPr>
      </p:sp>
      <p:sp>
        <p:nvSpPr>
          <p:cNvPr id="72711"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smtClean="0">
              <a:ea typeface="ＭＳ Ｐゴシック" panose="020B0600070205080204" pitchFamily="34" charset="-128"/>
            </a:endParaRPr>
          </a:p>
        </p:txBody>
      </p:sp>
    </p:spTree>
    <p:extLst>
      <p:ext uri="{BB962C8B-B14F-4D97-AF65-F5344CB8AC3E}">
        <p14:creationId xmlns:p14="http://schemas.microsoft.com/office/powerpoint/2010/main" val="163023510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16066" name="Rectangle 2"/>
          <p:cNvSpPr>
            <a:spLocks noGrp="1" noChangeArrowheads="1"/>
          </p:cNvSpPr>
          <p:nvPr>
            <p:ph type="ctrTitle"/>
          </p:nvPr>
        </p:nvSpPr>
        <p:spPr>
          <a:xfrm>
            <a:off x="685800" y="1905000"/>
            <a:ext cx="7772400" cy="1470025"/>
          </a:xfrm>
        </p:spPr>
        <p:txBody>
          <a:bodyPr/>
          <a:lstStyle>
            <a:lvl1pPr>
              <a:spcBef>
                <a:spcPct val="20000"/>
              </a:spcBef>
              <a:defRPr sz="3600" smtClean="0"/>
            </a:lvl1pPr>
          </a:lstStyle>
          <a:p>
            <a:r>
              <a:rPr lang="en-US" dirty="0"/>
              <a:t>Click to edit Master title style</a:t>
            </a:r>
          </a:p>
        </p:txBody>
      </p:sp>
      <p:sp>
        <p:nvSpPr>
          <p:cNvPr id="216067" name="Rectangle 3"/>
          <p:cNvSpPr>
            <a:spLocks noGrp="1" noChangeArrowheads="1"/>
          </p:cNvSpPr>
          <p:nvPr>
            <p:ph type="subTitle" idx="1"/>
          </p:nvPr>
        </p:nvSpPr>
        <p:spPr>
          <a:xfrm>
            <a:off x="1371600" y="4114800"/>
            <a:ext cx="6400800" cy="1752600"/>
          </a:xfrm>
          <a:prstGeom prst="rect">
            <a:avLst/>
          </a:prstGeom>
        </p:spPr>
        <p:txBody>
          <a:bodyPr/>
          <a:lstStyle>
            <a:lvl1pPr marL="0" indent="0" algn="ctr">
              <a:buFont typeface="Wingdings" pitchFamily="2" charset="2"/>
              <a:buNone/>
              <a:defRPr smtClean="0"/>
            </a:lvl1pPr>
          </a:lstStyle>
          <a:p>
            <a:r>
              <a:rPr lang="en-US"/>
              <a:t>Click to edit Master subtitle style</a:t>
            </a:r>
          </a:p>
        </p:txBody>
      </p:sp>
    </p:spTree>
    <p:extLst>
      <p:ext uri="{BB962C8B-B14F-4D97-AF65-F5344CB8AC3E}">
        <p14:creationId xmlns:p14="http://schemas.microsoft.com/office/powerpoint/2010/main" val="3093491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200"/>
            </a:lvl1pPr>
          </a:lstStyle>
          <a:p>
            <a:r>
              <a:rPr lang="en-US" dirty="0"/>
              <a:t>Click to edit Master title style</a:t>
            </a:r>
          </a:p>
        </p:txBody>
      </p:sp>
      <p:sp>
        <p:nvSpPr>
          <p:cNvPr id="3" name="Content Placeholder 2"/>
          <p:cNvSpPr>
            <a:spLocks noGrp="1"/>
          </p:cNvSpPr>
          <p:nvPr>
            <p:ph idx="1"/>
          </p:nvPr>
        </p:nvSpPr>
        <p:spPr>
          <a:xfrm>
            <a:off x="663389" y="1120588"/>
            <a:ext cx="8153400" cy="5105400"/>
          </a:xfrm>
          <a:prstGeom prst="rect">
            <a:avLst/>
          </a:prstGeom>
        </p:spPr>
        <p:txBody>
          <a:bodyPr/>
          <a:lstStyle>
            <a:lvl1pPr marL="342900" indent="-342900">
              <a:buClrTx/>
              <a:buFont typeface="Wingdings" charset="2"/>
              <a:buChar char="§"/>
              <a:defRPr sz="2400">
                <a:solidFill>
                  <a:schemeClr val="tx1"/>
                </a:solidFill>
              </a:defRPr>
            </a:lvl1pPr>
            <a:lvl2pPr marL="742950" indent="-285750">
              <a:buClrTx/>
              <a:buFont typeface="Arial"/>
              <a:buChar char="•"/>
              <a:defRPr sz="2200">
                <a:solidFill>
                  <a:schemeClr val="tx1"/>
                </a:solidFill>
              </a:defRPr>
            </a:lvl2pPr>
            <a:lvl3pPr marL="1143000" indent="-228600">
              <a:buClrTx/>
              <a:buFont typeface="Arial"/>
              <a:buChar char="•"/>
              <a:defRPr sz="2000">
                <a:solidFill>
                  <a:schemeClr val="tx1"/>
                </a:solidFill>
              </a:defRPr>
            </a:lvl3pPr>
            <a:lvl4pPr marL="1600200" indent="-228600">
              <a:buClrTx/>
              <a:buFont typeface="Arial"/>
              <a:buChar char="•"/>
              <a:defRPr>
                <a:solidFill>
                  <a:schemeClr val="tx1"/>
                </a:solidFill>
              </a:defRPr>
            </a:lvl4pPr>
            <a:lvl5pPr marL="2057400" indent="-228600">
              <a:buClrTx/>
              <a:buFont typeface="Arial"/>
              <a:buChar char="•"/>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608038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77850" y="168275"/>
            <a:ext cx="8229600" cy="563563"/>
          </a:xfrm>
        </p:spPr>
        <p:txBody>
          <a:bodyPr/>
          <a:lstStyle/>
          <a:p>
            <a:r>
              <a:rPr lang="en-US"/>
              <a:t>Click to edit Master title style</a:t>
            </a:r>
          </a:p>
        </p:txBody>
      </p:sp>
      <p:sp>
        <p:nvSpPr>
          <p:cNvPr id="3" name="Text Placeholder 2"/>
          <p:cNvSpPr>
            <a:spLocks noGrp="1"/>
          </p:cNvSpPr>
          <p:nvPr>
            <p:ph type="body" sz="half" idx="1"/>
          </p:nvPr>
        </p:nvSpPr>
        <p:spPr>
          <a:xfrm>
            <a:off x="577850" y="758825"/>
            <a:ext cx="4038600" cy="571817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768850" y="758825"/>
            <a:ext cx="4038600" cy="571817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1135792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Rectangle 1028"/>
          <p:cNvSpPr>
            <a:spLocks noGrp="1" noChangeArrowheads="1"/>
          </p:cNvSpPr>
          <p:nvPr>
            <p:ph type="dt" sz="half" idx="10"/>
          </p:nvPr>
        </p:nvSpPr>
        <p:spPr>
          <a:xfrm>
            <a:off x="685800" y="6248400"/>
            <a:ext cx="1905000" cy="457200"/>
          </a:xfrm>
          <a:prstGeom prst="rect">
            <a:avLst/>
          </a:prstGeom>
          <a:ln/>
        </p:spPr>
        <p:txBody>
          <a:bodyPr/>
          <a:lstStyle>
            <a:lvl1pPr>
              <a:defRPr/>
            </a:lvl1pPr>
          </a:lstStyle>
          <a:p>
            <a:pPr>
              <a:defRPr/>
            </a:pPr>
            <a:fld id="{53118CC2-884A-4430-8B4F-9976F3C29C24}" type="datetimeFigureOut">
              <a:rPr lang="en-US"/>
              <a:pPr>
                <a:defRPr/>
              </a:pPr>
              <a:t>6/6/2022</a:t>
            </a:fld>
            <a:endParaRPr lang="en-US"/>
          </a:p>
        </p:txBody>
      </p:sp>
      <p:sp>
        <p:nvSpPr>
          <p:cNvPr id="3" name="Rectangle 1029"/>
          <p:cNvSpPr>
            <a:spLocks noGrp="1" noChangeArrowheads="1"/>
          </p:cNvSpPr>
          <p:nvPr>
            <p:ph type="ftr" sz="quarter" idx="11"/>
          </p:nvPr>
        </p:nvSpPr>
        <p:spPr>
          <a:xfrm>
            <a:off x="3124200" y="6248400"/>
            <a:ext cx="2895600" cy="457200"/>
          </a:xfrm>
          <a:prstGeom prst="rect">
            <a:avLst/>
          </a:prstGeom>
          <a:ln/>
        </p:spPr>
        <p:txBody>
          <a:bodyPr/>
          <a:lstStyle>
            <a:lvl1pPr>
              <a:defRPr/>
            </a:lvl1pPr>
          </a:lstStyle>
          <a:p>
            <a:pPr>
              <a:defRPr/>
            </a:pPr>
            <a:endParaRPr lang="en-US" altLang="en-US"/>
          </a:p>
        </p:txBody>
      </p:sp>
      <p:sp>
        <p:nvSpPr>
          <p:cNvPr id="4" name="Rectangle 1030"/>
          <p:cNvSpPr>
            <a:spLocks noGrp="1" noChangeArrowheads="1"/>
          </p:cNvSpPr>
          <p:nvPr>
            <p:ph type="sldNum" sz="quarter" idx="12"/>
          </p:nvPr>
        </p:nvSpPr>
        <p:spPr>
          <a:xfrm>
            <a:off x="6553200" y="6248400"/>
            <a:ext cx="1905000" cy="457200"/>
          </a:xfrm>
          <a:prstGeom prst="rect">
            <a:avLst/>
          </a:prstGeom>
          <a:ln/>
        </p:spPr>
        <p:txBody>
          <a:bodyPr/>
          <a:lstStyle>
            <a:lvl1pPr>
              <a:defRPr/>
            </a:lvl1pPr>
          </a:lstStyle>
          <a:p>
            <a:pPr>
              <a:defRPr/>
            </a:pPr>
            <a:fld id="{91823322-A425-42F9-B4E6-DE1BA6748FF3}" type="slidenum">
              <a:rPr lang="en-US" altLang="en-US"/>
              <a:pPr>
                <a:defRPr/>
              </a:pPr>
              <a:t>‹#›</a:t>
            </a:fld>
            <a:endParaRPr lang="en-US" altLang="en-US"/>
          </a:p>
        </p:txBody>
      </p:sp>
    </p:spTree>
    <p:extLst>
      <p:ext uri="{BB962C8B-B14F-4D97-AF65-F5344CB8AC3E}">
        <p14:creationId xmlns:p14="http://schemas.microsoft.com/office/powerpoint/2010/main" val="2368737125"/>
      </p:ext>
    </p:extLst>
  </p:cSld>
  <p:clrMapOvr>
    <a:masterClrMapping/>
  </p:clrMapOvr>
  <p:transition>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16066" name="Rectangle 2"/>
          <p:cNvSpPr>
            <a:spLocks noGrp="1" noChangeArrowheads="1"/>
          </p:cNvSpPr>
          <p:nvPr>
            <p:ph type="ctrTitle"/>
          </p:nvPr>
        </p:nvSpPr>
        <p:spPr>
          <a:xfrm>
            <a:off x="685800" y="1905000"/>
            <a:ext cx="7772400" cy="1470025"/>
          </a:xfrm>
        </p:spPr>
        <p:txBody>
          <a:bodyPr/>
          <a:lstStyle>
            <a:lvl1pPr>
              <a:spcBef>
                <a:spcPct val="20000"/>
              </a:spcBef>
              <a:defRPr sz="3600" smtClean="0"/>
            </a:lvl1pPr>
          </a:lstStyle>
          <a:p>
            <a:r>
              <a:rPr lang="en-US" dirty="0"/>
              <a:t>Click to edit Master title style</a:t>
            </a:r>
          </a:p>
        </p:txBody>
      </p:sp>
      <p:sp>
        <p:nvSpPr>
          <p:cNvPr id="216067" name="Rectangle 3"/>
          <p:cNvSpPr>
            <a:spLocks noGrp="1" noChangeArrowheads="1"/>
          </p:cNvSpPr>
          <p:nvPr>
            <p:ph type="subTitle" idx="1"/>
          </p:nvPr>
        </p:nvSpPr>
        <p:spPr>
          <a:xfrm>
            <a:off x="1371600" y="4114800"/>
            <a:ext cx="6400800" cy="1752600"/>
          </a:xfrm>
          <a:prstGeom prst="rect">
            <a:avLst/>
          </a:prstGeom>
        </p:spPr>
        <p:txBody>
          <a:bodyPr/>
          <a:lstStyle>
            <a:lvl1pPr marL="0" indent="0" algn="ctr">
              <a:buFont typeface="Wingdings" pitchFamily="2" charset="2"/>
              <a:buNone/>
              <a:defRPr smtClean="0"/>
            </a:lvl1pPr>
          </a:lstStyle>
          <a:p>
            <a:r>
              <a:rPr lang="en-US"/>
              <a:t>Click to edit Master subtitle style</a:t>
            </a:r>
          </a:p>
        </p:txBody>
      </p:sp>
    </p:spTree>
    <p:extLst>
      <p:ext uri="{BB962C8B-B14F-4D97-AF65-F5344CB8AC3E}">
        <p14:creationId xmlns:p14="http://schemas.microsoft.com/office/powerpoint/2010/main" val="9595707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200"/>
            </a:lvl1pPr>
          </a:lstStyle>
          <a:p>
            <a:r>
              <a:rPr lang="en-US" dirty="0"/>
              <a:t>Click to edit Master title style</a:t>
            </a:r>
          </a:p>
        </p:txBody>
      </p:sp>
      <p:sp>
        <p:nvSpPr>
          <p:cNvPr id="3" name="Content Placeholder 2"/>
          <p:cNvSpPr>
            <a:spLocks noGrp="1"/>
          </p:cNvSpPr>
          <p:nvPr>
            <p:ph idx="1"/>
          </p:nvPr>
        </p:nvSpPr>
        <p:spPr>
          <a:xfrm>
            <a:off x="663389" y="1120588"/>
            <a:ext cx="8153400" cy="5105400"/>
          </a:xfrm>
          <a:prstGeom prst="rect">
            <a:avLst/>
          </a:prstGeom>
        </p:spPr>
        <p:txBody>
          <a:bodyPr/>
          <a:lstStyle>
            <a:lvl1pPr marL="342900" indent="-342900">
              <a:buClrTx/>
              <a:buFont typeface="Wingdings" charset="2"/>
              <a:buChar char="§"/>
              <a:defRPr sz="2400">
                <a:solidFill>
                  <a:schemeClr val="tx1"/>
                </a:solidFill>
              </a:defRPr>
            </a:lvl1pPr>
            <a:lvl2pPr marL="742950" indent="-285750">
              <a:buClrTx/>
              <a:buFont typeface="Arial"/>
              <a:buChar char="•"/>
              <a:defRPr sz="2200">
                <a:solidFill>
                  <a:schemeClr val="tx1"/>
                </a:solidFill>
              </a:defRPr>
            </a:lvl2pPr>
            <a:lvl3pPr marL="1143000" indent="-228600">
              <a:buClrTx/>
              <a:buFont typeface="Arial"/>
              <a:buChar char="•"/>
              <a:defRPr sz="2000">
                <a:solidFill>
                  <a:schemeClr val="tx1"/>
                </a:solidFill>
              </a:defRPr>
            </a:lvl3pPr>
            <a:lvl4pPr marL="1600200" indent="-228600">
              <a:buClrTx/>
              <a:buFont typeface="Arial"/>
              <a:buChar char="•"/>
              <a:defRPr>
                <a:solidFill>
                  <a:schemeClr val="tx1"/>
                </a:solidFill>
              </a:defRPr>
            </a:lvl4pPr>
            <a:lvl5pPr marL="2057400" indent="-228600">
              <a:buClrTx/>
              <a:buFont typeface="Arial"/>
              <a:buChar char="•"/>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6529095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77850" y="168275"/>
            <a:ext cx="8229600" cy="563563"/>
          </a:xfrm>
        </p:spPr>
        <p:txBody>
          <a:bodyPr/>
          <a:lstStyle/>
          <a:p>
            <a:r>
              <a:rPr lang="en-US"/>
              <a:t>Click to edit Master title style</a:t>
            </a:r>
          </a:p>
        </p:txBody>
      </p:sp>
      <p:sp>
        <p:nvSpPr>
          <p:cNvPr id="3" name="Text Placeholder 2"/>
          <p:cNvSpPr>
            <a:spLocks noGrp="1"/>
          </p:cNvSpPr>
          <p:nvPr>
            <p:ph type="body" sz="half" idx="1"/>
          </p:nvPr>
        </p:nvSpPr>
        <p:spPr>
          <a:xfrm>
            <a:off x="577850" y="758825"/>
            <a:ext cx="4038600" cy="571817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768850" y="758825"/>
            <a:ext cx="4038600" cy="571817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13780741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Rectangle 1028"/>
          <p:cNvSpPr>
            <a:spLocks noGrp="1" noChangeArrowheads="1"/>
          </p:cNvSpPr>
          <p:nvPr>
            <p:ph type="dt" sz="half" idx="10"/>
          </p:nvPr>
        </p:nvSpPr>
        <p:spPr>
          <a:xfrm>
            <a:off x="685800" y="6248400"/>
            <a:ext cx="1905000" cy="457200"/>
          </a:xfrm>
          <a:prstGeom prst="rect">
            <a:avLst/>
          </a:prstGeom>
          <a:ln/>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53118CC2-884A-4430-8B4F-9976F3C29C24}" type="datetimeFigureOut">
              <a:rPr kumimoji="0" lang="en-US" sz="1800" b="1" i="0" u="none" strike="noStrike" kern="1200" cap="none" spc="0" normalizeH="0" baseline="0" noProof="0">
                <a:ln>
                  <a:noFill/>
                </a:ln>
                <a:solidFill>
                  <a:srgbClr val="000000"/>
                </a:solidFill>
                <a:effectLst/>
                <a:uLnTx/>
                <a:uFillTx/>
                <a:latin typeface="Arial" charset="0"/>
                <a:ea typeface="+mn-ea"/>
                <a:cs typeface="+mn-cs"/>
              </a:rPr>
              <a:pPr marL="0" marR="0" lvl="0" indent="0" algn="l" defTabSz="914400" rtl="0" eaLnBrk="1" fontAlgn="base" latinLnBrk="0" hangingPunct="1">
                <a:lnSpc>
                  <a:spcPct val="100000"/>
                </a:lnSpc>
                <a:spcBef>
                  <a:spcPct val="0"/>
                </a:spcBef>
                <a:spcAft>
                  <a:spcPct val="0"/>
                </a:spcAft>
                <a:buClrTx/>
                <a:buSzTx/>
                <a:buFontTx/>
                <a:buNone/>
                <a:tabLst/>
                <a:defRPr/>
              </a:pPr>
              <a:t>6/6/2022</a:t>
            </a:fld>
            <a:endParaRPr kumimoji="0" lang="en-US" sz="1800" b="1" i="0" u="none" strike="noStrike" kern="1200" cap="none" spc="0" normalizeH="0" baseline="0" noProof="0">
              <a:ln>
                <a:noFill/>
              </a:ln>
              <a:solidFill>
                <a:srgbClr val="000000"/>
              </a:solidFill>
              <a:effectLst/>
              <a:uLnTx/>
              <a:uFillTx/>
              <a:latin typeface="Arial" charset="0"/>
              <a:ea typeface="+mn-ea"/>
              <a:cs typeface="+mn-cs"/>
            </a:endParaRPr>
          </a:p>
        </p:txBody>
      </p:sp>
      <p:sp>
        <p:nvSpPr>
          <p:cNvPr id="3" name="Rectangle 1029"/>
          <p:cNvSpPr>
            <a:spLocks noGrp="1" noChangeArrowheads="1"/>
          </p:cNvSpPr>
          <p:nvPr>
            <p:ph type="ftr" sz="quarter" idx="11"/>
          </p:nvPr>
        </p:nvSpPr>
        <p:spPr>
          <a:xfrm>
            <a:off x="3124200" y="6248400"/>
            <a:ext cx="2895600" cy="457200"/>
          </a:xfrm>
          <a:prstGeom prst="rect">
            <a:avLst/>
          </a:prstGeom>
          <a:ln/>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1" i="0" u="none" strike="noStrike" kern="1200" cap="none" spc="0" normalizeH="0" baseline="0" noProof="0">
              <a:ln>
                <a:noFill/>
              </a:ln>
              <a:solidFill>
                <a:srgbClr val="000000"/>
              </a:solidFill>
              <a:effectLst/>
              <a:uLnTx/>
              <a:uFillTx/>
              <a:latin typeface="Arial" charset="0"/>
              <a:ea typeface="+mn-ea"/>
              <a:cs typeface="+mn-cs"/>
            </a:endParaRPr>
          </a:p>
        </p:txBody>
      </p:sp>
      <p:sp>
        <p:nvSpPr>
          <p:cNvPr id="4" name="Rectangle 1030"/>
          <p:cNvSpPr>
            <a:spLocks noGrp="1" noChangeArrowheads="1"/>
          </p:cNvSpPr>
          <p:nvPr>
            <p:ph type="sldNum" sz="quarter" idx="12"/>
          </p:nvPr>
        </p:nvSpPr>
        <p:spPr>
          <a:xfrm>
            <a:off x="6553200" y="6248400"/>
            <a:ext cx="1905000" cy="457200"/>
          </a:xfrm>
          <a:prstGeom prst="rect">
            <a:avLst/>
          </a:prstGeom>
          <a:ln/>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91823322-A425-42F9-B4E6-DE1BA6748FF3}" type="slidenum">
              <a:rPr kumimoji="0" lang="en-US" altLang="en-US" sz="1800" b="1" i="0" u="none" strike="noStrike" kern="1200" cap="none" spc="0" normalizeH="0" baseline="0" noProof="0">
                <a:ln>
                  <a:noFill/>
                </a:ln>
                <a:solidFill>
                  <a:srgbClr val="000000"/>
                </a:solidFill>
                <a:effectLst/>
                <a:uLnTx/>
                <a:uFillTx/>
                <a:latin typeface="Arial" charset="0"/>
                <a:ea typeface="+mn-ea"/>
                <a:cs typeface="+mn-cs"/>
              </a:rPr>
              <a:pPr marL="0" marR="0" lvl="0" indent="0" algn="l" defTabSz="914400" rtl="0" eaLnBrk="1" fontAlgn="base" latinLnBrk="0" hangingPunct="1">
                <a:lnSpc>
                  <a:spcPct val="100000"/>
                </a:lnSpc>
                <a:spcBef>
                  <a:spcPct val="0"/>
                </a:spcBef>
                <a:spcAft>
                  <a:spcPct val="0"/>
                </a:spcAft>
                <a:buClrTx/>
                <a:buSzTx/>
                <a:buFontTx/>
                <a:buNone/>
                <a:tabLst/>
                <a:defRPr/>
              </a:pPr>
              <a:t>‹#›</a:t>
            </a:fld>
            <a:endParaRPr kumimoji="0" lang="en-US" altLang="en-US" sz="1800" b="1" i="0" u="none" strike="noStrike" kern="1200" cap="none" spc="0" normalizeH="0" baseline="0" noProof="0">
              <a:ln>
                <a:noFill/>
              </a:ln>
              <a:solidFill>
                <a:srgbClr val="000000"/>
              </a:solidFill>
              <a:effectLst/>
              <a:uLnTx/>
              <a:uFillTx/>
              <a:latin typeface="Arial" charset="0"/>
              <a:ea typeface="+mn-ea"/>
              <a:cs typeface="+mn-cs"/>
            </a:endParaRPr>
          </a:p>
        </p:txBody>
      </p:sp>
    </p:spTree>
    <p:extLst>
      <p:ext uri="{BB962C8B-B14F-4D97-AF65-F5344CB8AC3E}">
        <p14:creationId xmlns:p14="http://schemas.microsoft.com/office/powerpoint/2010/main" val="2981496048"/>
      </p:ext>
    </p:extLst>
  </p:cSld>
  <p:clrMapOvr>
    <a:masterClrMapping/>
  </p:clrMapOvr>
  <p:transition>
    <p:fade/>
  </p:transition>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1.jpeg"/><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slideLayout" Target="../slideLayouts/slideLayout6.xml"/><Relationship Id="rId1" Type="http://schemas.openxmlformats.org/officeDocument/2006/relationships/slideLayout" Target="../slideLayouts/slideLayout5.xml"/><Relationship Id="rId6" Type="http://schemas.openxmlformats.org/officeDocument/2006/relationships/image" Target="../media/image1.jpeg"/><Relationship Id="rId5" Type="http://schemas.openxmlformats.org/officeDocument/2006/relationships/theme" Target="../theme/theme2.xml"/><Relationship Id="rId4"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685800" y="168275"/>
            <a:ext cx="8153400" cy="563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dirty="0"/>
              <a:t>Click to enter page Title</a:t>
            </a:r>
          </a:p>
        </p:txBody>
      </p:sp>
      <p:cxnSp>
        <p:nvCxnSpPr>
          <p:cNvPr id="10" name="Straight Connector 9"/>
          <p:cNvCxnSpPr/>
          <p:nvPr/>
        </p:nvCxnSpPr>
        <p:spPr>
          <a:xfrm>
            <a:off x="76200" y="762000"/>
            <a:ext cx="8763000" cy="1588"/>
          </a:xfrm>
          <a:prstGeom prst="line">
            <a:avLst/>
          </a:prstGeom>
          <a:ln w="9525">
            <a:solidFill>
              <a:srgbClr val="AA9C8F"/>
            </a:solidFill>
          </a:ln>
        </p:spPr>
        <p:style>
          <a:lnRef idx="1">
            <a:schemeClr val="accent1"/>
          </a:lnRef>
          <a:fillRef idx="0">
            <a:schemeClr val="accent1"/>
          </a:fillRef>
          <a:effectRef idx="0">
            <a:schemeClr val="accent1"/>
          </a:effectRef>
          <a:fontRef idx="minor">
            <a:schemeClr val="tx1"/>
          </a:fontRef>
        </p:style>
      </p:cxnSp>
      <p:cxnSp>
        <p:nvCxnSpPr>
          <p:cNvPr id="7" name="Straight Connector 4"/>
          <p:cNvCxnSpPr/>
          <p:nvPr/>
        </p:nvCxnSpPr>
        <p:spPr>
          <a:xfrm>
            <a:off x="76200" y="6248400"/>
            <a:ext cx="8763000" cy="1588"/>
          </a:xfrm>
          <a:prstGeom prst="line">
            <a:avLst/>
          </a:prstGeom>
          <a:ln w="9525">
            <a:solidFill>
              <a:srgbClr val="AA9C8F"/>
            </a:solidFill>
          </a:ln>
        </p:spPr>
        <p:style>
          <a:lnRef idx="1">
            <a:schemeClr val="accent1"/>
          </a:lnRef>
          <a:fillRef idx="0">
            <a:schemeClr val="accent1"/>
          </a:fillRef>
          <a:effectRef idx="0">
            <a:schemeClr val="accent1"/>
          </a:effectRef>
          <a:fontRef idx="minor">
            <a:schemeClr val="tx1"/>
          </a:fontRef>
        </p:style>
      </p:cxnSp>
      <p:pic>
        <p:nvPicPr>
          <p:cNvPr id="4" name="Picture 2" descr="http://www.nanobridge.ca/Portals/0/Images/eng-logo.jpg"/>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761999" y="6307038"/>
            <a:ext cx="1838325" cy="552451"/>
          </a:xfrm>
          <a:prstGeom prst="rect">
            <a:avLst/>
          </a:prstGeom>
          <a:noFill/>
          <a:extLst>
            <a:ext uri="{909E8E84-426E-40DD-AFC4-6F175D3DCCD1}">
              <a14:hiddenFill xmlns:a14="http://schemas.microsoft.com/office/drawing/2010/main">
                <a:solidFill>
                  <a:srgbClr val="FFFFFF"/>
                </a:solidFill>
              </a14:hiddenFill>
            </a:ext>
          </a:extLst>
        </p:spPr>
      </p:pic>
    </p:spTree>
  </p:cSld>
  <p:clrMap bg1="lt1" tx1="dk1" bg2="lt2" tx2="dk2" accent1="accent1" accent2="accent2" accent3="accent3" accent4="accent4" accent5="accent5" accent6="accent6" hlink="hlink" folHlink="folHlink"/>
  <p:sldLayoutIdLst>
    <p:sldLayoutId id="2147484149" r:id="rId1"/>
    <p:sldLayoutId id="2147484147" r:id="rId2"/>
    <p:sldLayoutId id="2147484148" r:id="rId3"/>
    <p:sldLayoutId id="2147484150" r:id="rId4"/>
  </p:sldLayoutIdLst>
  <p:hf hdr="0" ftr="0" dt="0"/>
  <p:txStyles>
    <p:titleStyle>
      <a:lvl1pPr algn="ctr" rtl="0" eaLnBrk="0" fontAlgn="base" hangingPunct="0">
        <a:spcBef>
          <a:spcPct val="0"/>
        </a:spcBef>
        <a:spcAft>
          <a:spcPct val="0"/>
        </a:spcAft>
        <a:defRPr sz="3600" b="1">
          <a:solidFill>
            <a:schemeClr val="accent2"/>
          </a:solidFill>
          <a:latin typeface="Calibri" pitchFamily="34" charset="0"/>
          <a:ea typeface="+mj-ea"/>
          <a:cs typeface="+mj-cs"/>
        </a:defRPr>
      </a:lvl1pPr>
      <a:lvl2pPr algn="ctr" rtl="0" eaLnBrk="0" fontAlgn="base" hangingPunct="0">
        <a:spcBef>
          <a:spcPct val="0"/>
        </a:spcBef>
        <a:spcAft>
          <a:spcPct val="0"/>
        </a:spcAft>
        <a:defRPr sz="3600">
          <a:solidFill>
            <a:srgbClr val="002C5F"/>
          </a:solidFill>
          <a:latin typeface="Calibri" pitchFamily="34" charset="0"/>
        </a:defRPr>
      </a:lvl2pPr>
      <a:lvl3pPr algn="ctr" rtl="0" eaLnBrk="0" fontAlgn="base" hangingPunct="0">
        <a:spcBef>
          <a:spcPct val="0"/>
        </a:spcBef>
        <a:spcAft>
          <a:spcPct val="0"/>
        </a:spcAft>
        <a:defRPr sz="3600">
          <a:solidFill>
            <a:srgbClr val="002C5F"/>
          </a:solidFill>
          <a:latin typeface="Calibri" pitchFamily="34" charset="0"/>
        </a:defRPr>
      </a:lvl3pPr>
      <a:lvl4pPr algn="ctr" rtl="0" eaLnBrk="0" fontAlgn="base" hangingPunct="0">
        <a:spcBef>
          <a:spcPct val="0"/>
        </a:spcBef>
        <a:spcAft>
          <a:spcPct val="0"/>
        </a:spcAft>
        <a:defRPr sz="3600">
          <a:solidFill>
            <a:srgbClr val="002C5F"/>
          </a:solidFill>
          <a:latin typeface="Calibri" pitchFamily="34" charset="0"/>
        </a:defRPr>
      </a:lvl4pPr>
      <a:lvl5pPr algn="ctr" rtl="0" eaLnBrk="0" fontAlgn="base" hangingPunct="0">
        <a:spcBef>
          <a:spcPct val="0"/>
        </a:spcBef>
        <a:spcAft>
          <a:spcPct val="0"/>
        </a:spcAft>
        <a:defRPr sz="3600">
          <a:solidFill>
            <a:srgbClr val="002C5F"/>
          </a:solidFill>
          <a:latin typeface="Calibri" pitchFamily="34" charset="0"/>
        </a:defRPr>
      </a:lvl5pPr>
      <a:lvl6pPr marL="457200" algn="ctr" rtl="0" fontAlgn="base">
        <a:spcBef>
          <a:spcPct val="0"/>
        </a:spcBef>
        <a:spcAft>
          <a:spcPct val="0"/>
        </a:spcAft>
        <a:defRPr sz="3600" b="1">
          <a:solidFill>
            <a:srgbClr val="002C5F"/>
          </a:solidFill>
          <a:latin typeface="Arial" charset="0"/>
        </a:defRPr>
      </a:lvl6pPr>
      <a:lvl7pPr marL="914400" algn="ctr" rtl="0" fontAlgn="base">
        <a:spcBef>
          <a:spcPct val="0"/>
        </a:spcBef>
        <a:spcAft>
          <a:spcPct val="0"/>
        </a:spcAft>
        <a:defRPr sz="3600" b="1">
          <a:solidFill>
            <a:srgbClr val="002C5F"/>
          </a:solidFill>
          <a:latin typeface="Arial" charset="0"/>
        </a:defRPr>
      </a:lvl7pPr>
      <a:lvl8pPr marL="1371600" algn="ctr" rtl="0" fontAlgn="base">
        <a:spcBef>
          <a:spcPct val="0"/>
        </a:spcBef>
        <a:spcAft>
          <a:spcPct val="0"/>
        </a:spcAft>
        <a:defRPr sz="3600" b="1">
          <a:solidFill>
            <a:srgbClr val="002C5F"/>
          </a:solidFill>
          <a:latin typeface="Arial" charset="0"/>
        </a:defRPr>
      </a:lvl8pPr>
      <a:lvl9pPr marL="1828800" algn="ctr" rtl="0" fontAlgn="base">
        <a:spcBef>
          <a:spcPct val="0"/>
        </a:spcBef>
        <a:spcAft>
          <a:spcPct val="0"/>
        </a:spcAft>
        <a:defRPr sz="3600" b="1">
          <a:solidFill>
            <a:srgbClr val="002C5F"/>
          </a:solidFill>
          <a:latin typeface="Arial" charset="0"/>
        </a:defRPr>
      </a:lvl9pPr>
    </p:titleStyle>
    <p:bodyStyle>
      <a:lvl1pPr marL="342900" indent="-342900" algn="l" rtl="0" eaLnBrk="0" fontAlgn="base" hangingPunct="0">
        <a:spcBef>
          <a:spcPct val="20000"/>
        </a:spcBef>
        <a:spcAft>
          <a:spcPct val="0"/>
        </a:spcAft>
        <a:buClr>
          <a:srgbClr val="AA9C8F"/>
        </a:buClr>
        <a:buFont typeface="Wingdings" pitchFamily="2" charset="2"/>
        <a:buChar char="§"/>
        <a:defRPr sz="2800">
          <a:solidFill>
            <a:srgbClr val="4D4D4D"/>
          </a:solidFill>
          <a:latin typeface="Calibri" pitchFamily="34" charset="0"/>
          <a:ea typeface="+mn-ea"/>
          <a:cs typeface="+mn-cs"/>
        </a:defRPr>
      </a:lvl1pPr>
      <a:lvl2pPr marL="742950" indent="-285750" algn="l" rtl="0" eaLnBrk="0" fontAlgn="base" hangingPunct="0">
        <a:spcBef>
          <a:spcPct val="20000"/>
        </a:spcBef>
        <a:spcAft>
          <a:spcPct val="0"/>
        </a:spcAft>
        <a:buClr>
          <a:srgbClr val="C75B12"/>
        </a:buClr>
        <a:buFont typeface="Wingdings" pitchFamily="2" charset="2"/>
        <a:buChar char="§"/>
        <a:defRPr sz="2600">
          <a:solidFill>
            <a:schemeClr val="tx1"/>
          </a:solidFill>
          <a:latin typeface="Calibri" pitchFamily="34" charset="0"/>
        </a:defRPr>
      </a:lvl2pPr>
      <a:lvl3pPr marL="1143000" indent="-228600" algn="l" rtl="0" eaLnBrk="0" fontAlgn="base" hangingPunct="0">
        <a:spcBef>
          <a:spcPct val="20000"/>
        </a:spcBef>
        <a:spcAft>
          <a:spcPct val="0"/>
        </a:spcAft>
        <a:buClr>
          <a:srgbClr val="C75B12"/>
        </a:buClr>
        <a:buFont typeface="Wingdings" pitchFamily="2" charset="2"/>
        <a:buChar char="§"/>
        <a:defRPr sz="2400">
          <a:solidFill>
            <a:schemeClr val="tx1"/>
          </a:solidFill>
          <a:latin typeface="Calibri" pitchFamily="34" charset="0"/>
        </a:defRPr>
      </a:lvl3pPr>
      <a:lvl4pPr marL="1600200" indent="-228600" algn="l" rtl="0" eaLnBrk="0" fontAlgn="base" hangingPunct="0">
        <a:spcBef>
          <a:spcPct val="20000"/>
        </a:spcBef>
        <a:spcAft>
          <a:spcPct val="0"/>
        </a:spcAft>
        <a:buClr>
          <a:srgbClr val="C75B12"/>
        </a:buClr>
        <a:buFont typeface="Wingdings" pitchFamily="2" charset="2"/>
        <a:buChar char="§"/>
        <a:defRPr sz="2000">
          <a:solidFill>
            <a:schemeClr val="tx1"/>
          </a:solidFill>
          <a:latin typeface="Calibri" pitchFamily="34" charset="0"/>
        </a:defRPr>
      </a:lvl4pPr>
      <a:lvl5pPr marL="2057400" indent="-228600" algn="l" rtl="0" eaLnBrk="0" fontAlgn="base" hangingPunct="0">
        <a:spcBef>
          <a:spcPct val="20000"/>
        </a:spcBef>
        <a:spcAft>
          <a:spcPct val="0"/>
        </a:spcAft>
        <a:buClr>
          <a:srgbClr val="C75B12"/>
        </a:buClr>
        <a:buFont typeface="Wingdings" pitchFamily="2" charset="2"/>
        <a:buChar char="§"/>
        <a:defRPr sz="2000">
          <a:solidFill>
            <a:schemeClr val="tx1"/>
          </a:solidFill>
          <a:latin typeface="Calibri" pitchFamily="34" charset="0"/>
        </a:defRPr>
      </a:lvl5pPr>
      <a:lvl6pPr marL="2514600" indent="-228600" algn="l" rtl="0" fontAlgn="base">
        <a:spcBef>
          <a:spcPct val="20000"/>
        </a:spcBef>
        <a:spcAft>
          <a:spcPct val="0"/>
        </a:spcAft>
        <a:buClr>
          <a:srgbClr val="C75B12"/>
        </a:buClr>
        <a:buFont typeface="Wingdings" pitchFamily="2" charset="2"/>
        <a:buChar char="§"/>
        <a:defRPr sz="2000">
          <a:solidFill>
            <a:schemeClr val="tx1"/>
          </a:solidFill>
          <a:latin typeface="+mn-lt"/>
        </a:defRPr>
      </a:lvl6pPr>
      <a:lvl7pPr marL="2971800" indent="-228600" algn="l" rtl="0" fontAlgn="base">
        <a:spcBef>
          <a:spcPct val="20000"/>
        </a:spcBef>
        <a:spcAft>
          <a:spcPct val="0"/>
        </a:spcAft>
        <a:buClr>
          <a:srgbClr val="C75B12"/>
        </a:buClr>
        <a:buFont typeface="Wingdings" pitchFamily="2" charset="2"/>
        <a:buChar char="§"/>
        <a:defRPr sz="2000">
          <a:solidFill>
            <a:schemeClr val="tx1"/>
          </a:solidFill>
          <a:latin typeface="+mn-lt"/>
        </a:defRPr>
      </a:lvl7pPr>
      <a:lvl8pPr marL="3429000" indent="-228600" algn="l" rtl="0" fontAlgn="base">
        <a:spcBef>
          <a:spcPct val="20000"/>
        </a:spcBef>
        <a:spcAft>
          <a:spcPct val="0"/>
        </a:spcAft>
        <a:buClr>
          <a:srgbClr val="C75B12"/>
        </a:buClr>
        <a:buFont typeface="Wingdings" pitchFamily="2" charset="2"/>
        <a:buChar char="§"/>
        <a:defRPr sz="2000">
          <a:solidFill>
            <a:schemeClr val="tx1"/>
          </a:solidFill>
          <a:latin typeface="+mn-lt"/>
        </a:defRPr>
      </a:lvl8pPr>
      <a:lvl9pPr marL="3886200" indent="-228600" algn="l" rtl="0" fontAlgn="base">
        <a:spcBef>
          <a:spcPct val="20000"/>
        </a:spcBef>
        <a:spcAft>
          <a:spcPct val="0"/>
        </a:spcAft>
        <a:buClr>
          <a:srgbClr val="C75B12"/>
        </a:buClr>
        <a:buFont typeface="Wingdings" pitchFamily="2" charset="2"/>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685800" y="168275"/>
            <a:ext cx="8153400" cy="563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dirty="0"/>
              <a:t>Click to enter page Title</a:t>
            </a:r>
          </a:p>
        </p:txBody>
      </p:sp>
      <p:cxnSp>
        <p:nvCxnSpPr>
          <p:cNvPr id="10" name="Straight Connector 9"/>
          <p:cNvCxnSpPr/>
          <p:nvPr/>
        </p:nvCxnSpPr>
        <p:spPr>
          <a:xfrm>
            <a:off x="76200" y="762000"/>
            <a:ext cx="8763000" cy="1588"/>
          </a:xfrm>
          <a:prstGeom prst="line">
            <a:avLst/>
          </a:prstGeom>
          <a:ln w="9525">
            <a:solidFill>
              <a:srgbClr val="AA9C8F"/>
            </a:solidFill>
          </a:ln>
        </p:spPr>
        <p:style>
          <a:lnRef idx="1">
            <a:schemeClr val="accent1"/>
          </a:lnRef>
          <a:fillRef idx="0">
            <a:schemeClr val="accent1"/>
          </a:fillRef>
          <a:effectRef idx="0">
            <a:schemeClr val="accent1"/>
          </a:effectRef>
          <a:fontRef idx="minor">
            <a:schemeClr val="tx1"/>
          </a:fontRef>
        </p:style>
      </p:cxnSp>
      <p:cxnSp>
        <p:nvCxnSpPr>
          <p:cNvPr id="7" name="Straight Connector 4"/>
          <p:cNvCxnSpPr/>
          <p:nvPr/>
        </p:nvCxnSpPr>
        <p:spPr>
          <a:xfrm>
            <a:off x="76200" y="6248400"/>
            <a:ext cx="8763000" cy="1588"/>
          </a:xfrm>
          <a:prstGeom prst="line">
            <a:avLst/>
          </a:prstGeom>
          <a:ln w="9525">
            <a:solidFill>
              <a:srgbClr val="AA9C8F"/>
            </a:solidFill>
          </a:ln>
        </p:spPr>
        <p:style>
          <a:lnRef idx="1">
            <a:schemeClr val="accent1"/>
          </a:lnRef>
          <a:fillRef idx="0">
            <a:schemeClr val="accent1"/>
          </a:fillRef>
          <a:effectRef idx="0">
            <a:schemeClr val="accent1"/>
          </a:effectRef>
          <a:fontRef idx="minor">
            <a:schemeClr val="tx1"/>
          </a:fontRef>
        </p:style>
      </p:cxnSp>
      <p:pic>
        <p:nvPicPr>
          <p:cNvPr id="4" name="Picture 2" descr="http://www.nanobridge.ca/Portals/0/Images/eng-logo.jpg"/>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761999" y="6307038"/>
            <a:ext cx="1838325" cy="5524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6119583"/>
      </p:ext>
    </p:extLst>
  </p:cSld>
  <p:clrMap bg1="lt1" tx1="dk1" bg2="lt2" tx2="dk2" accent1="accent1" accent2="accent2" accent3="accent3" accent4="accent4" accent5="accent5" accent6="accent6" hlink="hlink" folHlink="folHlink"/>
  <p:sldLayoutIdLst>
    <p:sldLayoutId id="2147484152" r:id="rId1"/>
    <p:sldLayoutId id="2147484153" r:id="rId2"/>
    <p:sldLayoutId id="2147484154" r:id="rId3"/>
    <p:sldLayoutId id="2147484155" r:id="rId4"/>
  </p:sldLayoutIdLst>
  <p:hf hdr="0" ftr="0" dt="0"/>
  <p:txStyles>
    <p:titleStyle>
      <a:lvl1pPr algn="ctr" rtl="0" eaLnBrk="0" fontAlgn="base" hangingPunct="0">
        <a:spcBef>
          <a:spcPct val="0"/>
        </a:spcBef>
        <a:spcAft>
          <a:spcPct val="0"/>
        </a:spcAft>
        <a:defRPr sz="3600" b="1">
          <a:solidFill>
            <a:schemeClr val="accent2"/>
          </a:solidFill>
          <a:latin typeface="Calibri" pitchFamily="34" charset="0"/>
          <a:ea typeface="+mj-ea"/>
          <a:cs typeface="+mj-cs"/>
        </a:defRPr>
      </a:lvl1pPr>
      <a:lvl2pPr algn="ctr" rtl="0" eaLnBrk="0" fontAlgn="base" hangingPunct="0">
        <a:spcBef>
          <a:spcPct val="0"/>
        </a:spcBef>
        <a:spcAft>
          <a:spcPct val="0"/>
        </a:spcAft>
        <a:defRPr sz="3600">
          <a:solidFill>
            <a:srgbClr val="002C5F"/>
          </a:solidFill>
          <a:latin typeface="Calibri" pitchFamily="34" charset="0"/>
        </a:defRPr>
      </a:lvl2pPr>
      <a:lvl3pPr algn="ctr" rtl="0" eaLnBrk="0" fontAlgn="base" hangingPunct="0">
        <a:spcBef>
          <a:spcPct val="0"/>
        </a:spcBef>
        <a:spcAft>
          <a:spcPct val="0"/>
        </a:spcAft>
        <a:defRPr sz="3600">
          <a:solidFill>
            <a:srgbClr val="002C5F"/>
          </a:solidFill>
          <a:latin typeface="Calibri" pitchFamily="34" charset="0"/>
        </a:defRPr>
      </a:lvl3pPr>
      <a:lvl4pPr algn="ctr" rtl="0" eaLnBrk="0" fontAlgn="base" hangingPunct="0">
        <a:spcBef>
          <a:spcPct val="0"/>
        </a:spcBef>
        <a:spcAft>
          <a:spcPct val="0"/>
        </a:spcAft>
        <a:defRPr sz="3600">
          <a:solidFill>
            <a:srgbClr val="002C5F"/>
          </a:solidFill>
          <a:latin typeface="Calibri" pitchFamily="34" charset="0"/>
        </a:defRPr>
      </a:lvl4pPr>
      <a:lvl5pPr algn="ctr" rtl="0" eaLnBrk="0" fontAlgn="base" hangingPunct="0">
        <a:spcBef>
          <a:spcPct val="0"/>
        </a:spcBef>
        <a:spcAft>
          <a:spcPct val="0"/>
        </a:spcAft>
        <a:defRPr sz="3600">
          <a:solidFill>
            <a:srgbClr val="002C5F"/>
          </a:solidFill>
          <a:latin typeface="Calibri" pitchFamily="34" charset="0"/>
        </a:defRPr>
      </a:lvl5pPr>
      <a:lvl6pPr marL="457200" algn="ctr" rtl="0" fontAlgn="base">
        <a:spcBef>
          <a:spcPct val="0"/>
        </a:spcBef>
        <a:spcAft>
          <a:spcPct val="0"/>
        </a:spcAft>
        <a:defRPr sz="3600" b="1">
          <a:solidFill>
            <a:srgbClr val="002C5F"/>
          </a:solidFill>
          <a:latin typeface="Arial" charset="0"/>
        </a:defRPr>
      </a:lvl6pPr>
      <a:lvl7pPr marL="914400" algn="ctr" rtl="0" fontAlgn="base">
        <a:spcBef>
          <a:spcPct val="0"/>
        </a:spcBef>
        <a:spcAft>
          <a:spcPct val="0"/>
        </a:spcAft>
        <a:defRPr sz="3600" b="1">
          <a:solidFill>
            <a:srgbClr val="002C5F"/>
          </a:solidFill>
          <a:latin typeface="Arial" charset="0"/>
        </a:defRPr>
      </a:lvl7pPr>
      <a:lvl8pPr marL="1371600" algn="ctr" rtl="0" fontAlgn="base">
        <a:spcBef>
          <a:spcPct val="0"/>
        </a:spcBef>
        <a:spcAft>
          <a:spcPct val="0"/>
        </a:spcAft>
        <a:defRPr sz="3600" b="1">
          <a:solidFill>
            <a:srgbClr val="002C5F"/>
          </a:solidFill>
          <a:latin typeface="Arial" charset="0"/>
        </a:defRPr>
      </a:lvl8pPr>
      <a:lvl9pPr marL="1828800" algn="ctr" rtl="0" fontAlgn="base">
        <a:spcBef>
          <a:spcPct val="0"/>
        </a:spcBef>
        <a:spcAft>
          <a:spcPct val="0"/>
        </a:spcAft>
        <a:defRPr sz="3600" b="1">
          <a:solidFill>
            <a:srgbClr val="002C5F"/>
          </a:solidFill>
          <a:latin typeface="Arial" charset="0"/>
        </a:defRPr>
      </a:lvl9pPr>
    </p:titleStyle>
    <p:bodyStyle>
      <a:lvl1pPr marL="342900" indent="-342900" algn="l" rtl="0" eaLnBrk="0" fontAlgn="base" hangingPunct="0">
        <a:spcBef>
          <a:spcPct val="20000"/>
        </a:spcBef>
        <a:spcAft>
          <a:spcPct val="0"/>
        </a:spcAft>
        <a:buClr>
          <a:srgbClr val="AA9C8F"/>
        </a:buClr>
        <a:buFont typeface="Wingdings" pitchFamily="2" charset="2"/>
        <a:buChar char="§"/>
        <a:defRPr sz="2800">
          <a:solidFill>
            <a:srgbClr val="4D4D4D"/>
          </a:solidFill>
          <a:latin typeface="Calibri" pitchFamily="34" charset="0"/>
          <a:ea typeface="+mn-ea"/>
          <a:cs typeface="+mn-cs"/>
        </a:defRPr>
      </a:lvl1pPr>
      <a:lvl2pPr marL="742950" indent="-285750" algn="l" rtl="0" eaLnBrk="0" fontAlgn="base" hangingPunct="0">
        <a:spcBef>
          <a:spcPct val="20000"/>
        </a:spcBef>
        <a:spcAft>
          <a:spcPct val="0"/>
        </a:spcAft>
        <a:buClr>
          <a:srgbClr val="C75B12"/>
        </a:buClr>
        <a:buFont typeface="Wingdings" pitchFamily="2" charset="2"/>
        <a:buChar char="§"/>
        <a:defRPr sz="2600">
          <a:solidFill>
            <a:schemeClr val="tx1"/>
          </a:solidFill>
          <a:latin typeface="Calibri" pitchFamily="34" charset="0"/>
        </a:defRPr>
      </a:lvl2pPr>
      <a:lvl3pPr marL="1143000" indent="-228600" algn="l" rtl="0" eaLnBrk="0" fontAlgn="base" hangingPunct="0">
        <a:spcBef>
          <a:spcPct val="20000"/>
        </a:spcBef>
        <a:spcAft>
          <a:spcPct val="0"/>
        </a:spcAft>
        <a:buClr>
          <a:srgbClr val="C75B12"/>
        </a:buClr>
        <a:buFont typeface="Wingdings" pitchFamily="2" charset="2"/>
        <a:buChar char="§"/>
        <a:defRPr sz="2400">
          <a:solidFill>
            <a:schemeClr val="tx1"/>
          </a:solidFill>
          <a:latin typeface="Calibri" pitchFamily="34" charset="0"/>
        </a:defRPr>
      </a:lvl3pPr>
      <a:lvl4pPr marL="1600200" indent="-228600" algn="l" rtl="0" eaLnBrk="0" fontAlgn="base" hangingPunct="0">
        <a:spcBef>
          <a:spcPct val="20000"/>
        </a:spcBef>
        <a:spcAft>
          <a:spcPct val="0"/>
        </a:spcAft>
        <a:buClr>
          <a:srgbClr val="C75B12"/>
        </a:buClr>
        <a:buFont typeface="Wingdings" pitchFamily="2" charset="2"/>
        <a:buChar char="§"/>
        <a:defRPr sz="2000">
          <a:solidFill>
            <a:schemeClr val="tx1"/>
          </a:solidFill>
          <a:latin typeface="Calibri" pitchFamily="34" charset="0"/>
        </a:defRPr>
      </a:lvl4pPr>
      <a:lvl5pPr marL="2057400" indent="-228600" algn="l" rtl="0" eaLnBrk="0" fontAlgn="base" hangingPunct="0">
        <a:spcBef>
          <a:spcPct val="20000"/>
        </a:spcBef>
        <a:spcAft>
          <a:spcPct val="0"/>
        </a:spcAft>
        <a:buClr>
          <a:srgbClr val="C75B12"/>
        </a:buClr>
        <a:buFont typeface="Wingdings" pitchFamily="2" charset="2"/>
        <a:buChar char="§"/>
        <a:defRPr sz="2000">
          <a:solidFill>
            <a:schemeClr val="tx1"/>
          </a:solidFill>
          <a:latin typeface="Calibri" pitchFamily="34" charset="0"/>
        </a:defRPr>
      </a:lvl5pPr>
      <a:lvl6pPr marL="2514600" indent="-228600" algn="l" rtl="0" fontAlgn="base">
        <a:spcBef>
          <a:spcPct val="20000"/>
        </a:spcBef>
        <a:spcAft>
          <a:spcPct val="0"/>
        </a:spcAft>
        <a:buClr>
          <a:srgbClr val="C75B12"/>
        </a:buClr>
        <a:buFont typeface="Wingdings" pitchFamily="2" charset="2"/>
        <a:buChar char="§"/>
        <a:defRPr sz="2000">
          <a:solidFill>
            <a:schemeClr val="tx1"/>
          </a:solidFill>
          <a:latin typeface="+mn-lt"/>
        </a:defRPr>
      </a:lvl6pPr>
      <a:lvl7pPr marL="2971800" indent="-228600" algn="l" rtl="0" fontAlgn="base">
        <a:spcBef>
          <a:spcPct val="20000"/>
        </a:spcBef>
        <a:spcAft>
          <a:spcPct val="0"/>
        </a:spcAft>
        <a:buClr>
          <a:srgbClr val="C75B12"/>
        </a:buClr>
        <a:buFont typeface="Wingdings" pitchFamily="2" charset="2"/>
        <a:buChar char="§"/>
        <a:defRPr sz="2000">
          <a:solidFill>
            <a:schemeClr val="tx1"/>
          </a:solidFill>
          <a:latin typeface="+mn-lt"/>
        </a:defRPr>
      </a:lvl7pPr>
      <a:lvl8pPr marL="3429000" indent="-228600" algn="l" rtl="0" fontAlgn="base">
        <a:spcBef>
          <a:spcPct val="20000"/>
        </a:spcBef>
        <a:spcAft>
          <a:spcPct val="0"/>
        </a:spcAft>
        <a:buClr>
          <a:srgbClr val="C75B12"/>
        </a:buClr>
        <a:buFont typeface="Wingdings" pitchFamily="2" charset="2"/>
        <a:buChar char="§"/>
        <a:defRPr sz="2000">
          <a:solidFill>
            <a:schemeClr val="tx1"/>
          </a:solidFill>
          <a:latin typeface="+mn-lt"/>
        </a:defRPr>
      </a:lvl8pPr>
      <a:lvl9pPr marL="3886200" indent="-228600" algn="l" rtl="0" fontAlgn="base">
        <a:spcBef>
          <a:spcPct val="20000"/>
        </a:spcBef>
        <a:spcAft>
          <a:spcPct val="0"/>
        </a:spcAft>
        <a:buClr>
          <a:srgbClr val="C75B12"/>
        </a:buClr>
        <a:buFont typeface="Wingdings" pitchFamily="2" charset="2"/>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3.jp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6.xml"/><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2"/>
          <p:cNvSpPr txBox="1">
            <a:spLocks noChangeArrowheads="1"/>
          </p:cNvSpPr>
          <p:nvPr/>
        </p:nvSpPr>
        <p:spPr bwMode="auto">
          <a:xfrm>
            <a:off x="228600" y="838200"/>
            <a:ext cx="8610600" cy="137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3600" b="1">
                <a:solidFill>
                  <a:schemeClr val="accent2"/>
                </a:solidFill>
                <a:latin typeface="Calibri" pitchFamily="34" charset="0"/>
                <a:ea typeface="+mj-ea"/>
                <a:cs typeface="+mj-cs"/>
              </a:defRPr>
            </a:lvl1pPr>
            <a:lvl2pPr algn="ctr" rtl="0" eaLnBrk="0" fontAlgn="base" hangingPunct="0">
              <a:spcBef>
                <a:spcPct val="0"/>
              </a:spcBef>
              <a:spcAft>
                <a:spcPct val="0"/>
              </a:spcAft>
              <a:defRPr sz="3600">
                <a:solidFill>
                  <a:srgbClr val="002C5F"/>
                </a:solidFill>
                <a:latin typeface="Calibri" pitchFamily="34" charset="0"/>
              </a:defRPr>
            </a:lvl2pPr>
            <a:lvl3pPr algn="ctr" rtl="0" eaLnBrk="0" fontAlgn="base" hangingPunct="0">
              <a:spcBef>
                <a:spcPct val="0"/>
              </a:spcBef>
              <a:spcAft>
                <a:spcPct val="0"/>
              </a:spcAft>
              <a:defRPr sz="3600">
                <a:solidFill>
                  <a:srgbClr val="002C5F"/>
                </a:solidFill>
                <a:latin typeface="Calibri" pitchFamily="34" charset="0"/>
              </a:defRPr>
            </a:lvl3pPr>
            <a:lvl4pPr algn="ctr" rtl="0" eaLnBrk="0" fontAlgn="base" hangingPunct="0">
              <a:spcBef>
                <a:spcPct val="0"/>
              </a:spcBef>
              <a:spcAft>
                <a:spcPct val="0"/>
              </a:spcAft>
              <a:defRPr sz="3600">
                <a:solidFill>
                  <a:srgbClr val="002C5F"/>
                </a:solidFill>
                <a:latin typeface="Calibri" pitchFamily="34" charset="0"/>
              </a:defRPr>
            </a:lvl4pPr>
            <a:lvl5pPr algn="ctr" rtl="0" eaLnBrk="0" fontAlgn="base" hangingPunct="0">
              <a:spcBef>
                <a:spcPct val="0"/>
              </a:spcBef>
              <a:spcAft>
                <a:spcPct val="0"/>
              </a:spcAft>
              <a:defRPr sz="3600">
                <a:solidFill>
                  <a:srgbClr val="002C5F"/>
                </a:solidFill>
                <a:latin typeface="Calibri" pitchFamily="34" charset="0"/>
              </a:defRPr>
            </a:lvl5pPr>
            <a:lvl6pPr marL="457200" algn="ctr" rtl="0" fontAlgn="base">
              <a:spcBef>
                <a:spcPct val="0"/>
              </a:spcBef>
              <a:spcAft>
                <a:spcPct val="0"/>
              </a:spcAft>
              <a:defRPr sz="3600" b="1">
                <a:solidFill>
                  <a:srgbClr val="002C5F"/>
                </a:solidFill>
                <a:latin typeface="Arial" charset="0"/>
              </a:defRPr>
            </a:lvl6pPr>
            <a:lvl7pPr marL="914400" algn="ctr" rtl="0" fontAlgn="base">
              <a:spcBef>
                <a:spcPct val="0"/>
              </a:spcBef>
              <a:spcAft>
                <a:spcPct val="0"/>
              </a:spcAft>
              <a:defRPr sz="3600" b="1">
                <a:solidFill>
                  <a:srgbClr val="002C5F"/>
                </a:solidFill>
                <a:latin typeface="Arial" charset="0"/>
              </a:defRPr>
            </a:lvl7pPr>
            <a:lvl8pPr marL="1371600" algn="ctr" rtl="0" fontAlgn="base">
              <a:spcBef>
                <a:spcPct val="0"/>
              </a:spcBef>
              <a:spcAft>
                <a:spcPct val="0"/>
              </a:spcAft>
              <a:defRPr sz="3600" b="1">
                <a:solidFill>
                  <a:srgbClr val="002C5F"/>
                </a:solidFill>
                <a:latin typeface="Arial" charset="0"/>
              </a:defRPr>
            </a:lvl8pPr>
            <a:lvl9pPr marL="1828800" algn="ctr" rtl="0" fontAlgn="base">
              <a:spcBef>
                <a:spcPct val="0"/>
              </a:spcBef>
              <a:spcAft>
                <a:spcPct val="0"/>
              </a:spcAft>
              <a:defRPr sz="3600" b="1">
                <a:solidFill>
                  <a:srgbClr val="002C5F"/>
                </a:solidFill>
                <a:latin typeface="Arial" charset="0"/>
              </a:defRPr>
            </a:lvl9pPr>
          </a:lstStyle>
          <a:p>
            <a:pPr eaLnBrk="1" hangingPunct="1"/>
            <a:r>
              <a:rPr lang="en-CA" altLang="en-US" i="1" kern="0" dirty="0" smtClean="0">
                <a:solidFill>
                  <a:srgbClr val="000099"/>
                </a:solidFill>
                <a:ea typeface="ＭＳ Ｐゴシック" panose="020B0600070205080204" pitchFamily="34" charset="-128"/>
              </a:rPr>
              <a:t>On Becoming a Leader </a:t>
            </a:r>
            <a:br>
              <a:rPr lang="en-CA" altLang="en-US" i="1" kern="0" dirty="0" smtClean="0">
                <a:solidFill>
                  <a:srgbClr val="000099"/>
                </a:solidFill>
                <a:ea typeface="ＭＳ Ｐゴシック" panose="020B0600070205080204" pitchFamily="34" charset="-128"/>
              </a:rPr>
            </a:br>
            <a:r>
              <a:rPr lang="en-CA" altLang="en-US" i="1" kern="0" dirty="0" smtClean="0">
                <a:solidFill>
                  <a:srgbClr val="000099"/>
                </a:solidFill>
                <a:ea typeface="ＭＳ Ｐゴシック" panose="020B0600070205080204" pitchFamily="34" charset="-128"/>
              </a:rPr>
              <a:t>in Risk Management</a:t>
            </a:r>
            <a:endParaRPr lang="en-US" altLang="en-US" i="1" kern="0" dirty="0">
              <a:solidFill>
                <a:srgbClr val="000099"/>
              </a:solidFill>
              <a:ea typeface="ＭＳ Ｐゴシック" panose="020B0600070205080204" pitchFamily="34" charset="-128"/>
            </a:endParaRPr>
          </a:p>
        </p:txBody>
      </p:sp>
      <p:sp>
        <p:nvSpPr>
          <p:cNvPr id="8" name="Rectangle 3"/>
          <p:cNvSpPr>
            <a:spLocks noGrp="1" noChangeArrowheads="1"/>
          </p:cNvSpPr>
          <p:nvPr>
            <p:ph type="subTitle" idx="4294967295"/>
          </p:nvPr>
        </p:nvSpPr>
        <p:spPr>
          <a:xfrm>
            <a:off x="228600" y="2105520"/>
            <a:ext cx="8610600" cy="21616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marL="0" indent="0" algn="ctr" eaLnBrk="1" hangingPunct="1">
              <a:spcBef>
                <a:spcPct val="0"/>
              </a:spcBef>
              <a:buNone/>
            </a:pPr>
            <a:r>
              <a:rPr lang="en-US" altLang="en-US" sz="3200" b="1" dirty="0" smtClean="0">
                <a:solidFill>
                  <a:schemeClr val="tx2"/>
                </a:solidFill>
                <a:latin typeface="Arial" panose="020B0604020202020204" pitchFamily="34" charset="0"/>
                <a:ea typeface="ＭＳ Ｐゴシック" panose="020B0600070205080204" pitchFamily="34" charset="-128"/>
                <a:cs typeface="Arial" panose="020B0604020202020204" pitchFamily="34" charset="0"/>
              </a:rPr>
              <a:t>ENGG404 - </a:t>
            </a:r>
            <a:r>
              <a:rPr lang="en-US" altLang="en-US" sz="3200" b="1" dirty="0">
                <a:solidFill>
                  <a:schemeClr val="tx2"/>
                </a:solidFill>
                <a:latin typeface="Arial" panose="020B0604020202020204" pitchFamily="34" charset="0"/>
                <a:ea typeface="ＭＳ Ｐゴシック" panose="020B0600070205080204" pitchFamily="34" charset="-128"/>
                <a:cs typeface="Arial" panose="020B0604020202020204" pitchFamily="34" charset="0"/>
              </a:rPr>
              <a:t>Lecture</a:t>
            </a:r>
          </a:p>
          <a:p>
            <a:pPr marL="0" indent="0" algn="ctr" eaLnBrk="1" hangingPunct="1">
              <a:spcBef>
                <a:spcPct val="0"/>
              </a:spcBef>
              <a:buNone/>
            </a:pPr>
            <a:r>
              <a:rPr lang="en-US" altLang="en-US" sz="3200" b="1" dirty="0">
                <a:solidFill>
                  <a:schemeClr val="tx2"/>
                </a:solidFill>
                <a:latin typeface="Arial" panose="020B0604020202020204" pitchFamily="34" charset="0"/>
                <a:ea typeface="ＭＳ Ｐゴシック" panose="020B0600070205080204" pitchFamily="34" charset="-128"/>
                <a:cs typeface="Arial" panose="020B0604020202020204" pitchFamily="34" charset="0"/>
              </a:rPr>
              <a:t>Chapter </a:t>
            </a:r>
            <a:r>
              <a:rPr lang="en-US" altLang="en-US" sz="3200" b="1" dirty="0" smtClean="0">
                <a:solidFill>
                  <a:schemeClr val="tx2"/>
                </a:solidFill>
                <a:latin typeface="Arial" panose="020B0604020202020204" pitchFamily="34" charset="0"/>
                <a:ea typeface="ＭＳ Ｐゴシック" panose="020B0600070205080204" pitchFamily="34" charset="-128"/>
                <a:cs typeface="Arial" panose="020B0604020202020204" pitchFamily="34" charset="0"/>
              </a:rPr>
              <a:t>6.4: “Reasonably Practicable” and The Importance of Documenting Risk Management Activities</a:t>
            </a:r>
            <a:endParaRPr lang="en-US" altLang="en-US" sz="3200" b="1" dirty="0">
              <a:solidFill>
                <a:schemeClr val="tx2"/>
              </a:solidFill>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TextBox 8">
            <a:extLst>
              <a:ext uri="{FF2B5EF4-FFF2-40B4-BE49-F238E27FC236}">
                <a16:creationId xmlns:a16="http://schemas.microsoft.com/office/drawing/2014/main" id="{45837290-7F22-4D42-BFDD-D5AD4C09C01F}"/>
              </a:ext>
            </a:extLst>
          </p:cNvPr>
          <p:cNvSpPr txBox="1"/>
          <p:nvPr/>
        </p:nvSpPr>
        <p:spPr>
          <a:xfrm>
            <a:off x="152402" y="176015"/>
            <a:ext cx="1176817" cy="461665"/>
          </a:xfrm>
          <a:prstGeom prst="rect">
            <a:avLst/>
          </a:prstGeom>
          <a:solidFill>
            <a:sysClr val="window" lastClr="FFFFFF"/>
          </a:solidFill>
          <a:ln w="12700" cap="flat" cmpd="sng" algn="ctr">
            <a:solidFill>
              <a:schemeClr val="tx1"/>
            </a:solidFill>
            <a:prstDash val="solid"/>
            <a:miter lim="800000"/>
          </a:ln>
          <a:effectLst/>
        </p:spPr>
        <p:txBody>
          <a:bodyPr wrap="square" rtlCol="0">
            <a:spAutoFit/>
          </a:bodyPr>
          <a:lstStyle>
            <a:defPPr>
              <a:defRPr lang="en-US"/>
            </a:defPPr>
            <a:lvl1pPr marL="0" marR="0" lvl="0" indent="0" algn="ctr" defTabSz="914400" eaLnBrk="1" fontAlgn="auto" latinLnBrk="0" hangingPunct="1">
              <a:lnSpc>
                <a:spcPct val="100000"/>
              </a:lnSpc>
              <a:spcBef>
                <a:spcPts val="0"/>
              </a:spcBef>
              <a:spcAft>
                <a:spcPts val="0"/>
              </a:spcAft>
              <a:buClrTx/>
              <a:buSzTx/>
              <a:buFontTx/>
              <a:buNone/>
              <a:tabLst/>
              <a:defRPr kumimoji="0" sz="1200" b="0" i="0" u="none" strike="noStrike" kern="0" cap="none" spc="0" normalizeH="0" baseline="0">
                <a:ln>
                  <a:noFill/>
                </a:ln>
                <a:effectLst/>
                <a:uLnTx/>
                <a:uFillTx/>
                <a:latin typeface="Calibri" panose="020F0502020204030204"/>
                <a:ea typeface="ＭＳ Ｐゴシック" panose="020B0600070205080204" pitchFamily="34" charset="-128"/>
              </a:defRPr>
            </a:lvl1pPr>
          </a:lstStyle>
          <a:p>
            <a:r>
              <a:rPr lang="en-US" dirty="0"/>
              <a:t>Fundamentals of RM</a:t>
            </a:r>
          </a:p>
        </p:txBody>
      </p:sp>
      <p:sp>
        <p:nvSpPr>
          <p:cNvPr id="10" name="TextBox 9">
            <a:extLst>
              <a:ext uri="{FF2B5EF4-FFF2-40B4-BE49-F238E27FC236}">
                <a16:creationId xmlns:a16="http://schemas.microsoft.com/office/drawing/2014/main" id="{7618FDCA-D6EA-3540-8AE2-F6CD31336ABE}"/>
              </a:ext>
            </a:extLst>
          </p:cNvPr>
          <p:cNvSpPr txBox="1"/>
          <p:nvPr/>
        </p:nvSpPr>
        <p:spPr>
          <a:xfrm>
            <a:off x="1481037" y="169908"/>
            <a:ext cx="1024999" cy="461665"/>
          </a:xfrm>
          <a:prstGeom prst="rect">
            <a:avLst/>
          </a:prstGeom>
          <a:solidFill>
            <a:sysClr val="window" lastClr="FFFFFF"/>
          </a:solidFill>
          <a:ln w="12700" cap="flat" cmpd="sng" algn="ctr">
            <a:solidFill>
              <a:schemeClr val="tx1"/>
            </a:solidFill>
            <a:prstDash val="solid"/>
            <a:miter lim="800000"/>
          </a:ln>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effectLst/>
                <a:uLnTx/>
                <a:uFillTx/>
                <a:latin typeface="Calibri" panose="020F0502020204030204"/>
                <a:ea typeface="ＭＳ Ｐゴシック" panose="020B0600070205080204" pitchFamily="34" charset="-128"/>
                <a:cs typeface="+mn-cs"/>
              </a:rPr>
              <a:t>RM System and Process</a:t>
            </a:r>
          </a:p>
        </p:txBody>
      </p:sp>
      <p:sp>
        <p:nvSpPr>
          <p:cNvPr id="11" name="TextBox 10">
            <a:extLst>
              <a:ext uri="{FF2B5EF4-FFF2-40B4-BE49-F238E27FC236}">
                <a16:creationId xmlns:a16="http://schemas.microsoft.com/office/drawing/2014/main" id="{45BC740A-AE56-7744-84D0-32724BDFA21D}"/>
              </a:ext>
            </a:extLst>
          </p:cNvPr>
          <p:cNvSpPr txBox="1"/>
          <p:nvPr/>
        </p:nvSpPr>
        <p:spPr>
          <a:xfrm>
            <a:off x="7874130" y="169908"/>
            <a:ext cx="1155550" cy="461665"/>
          </a:xfrm>
          <a:prstGeom prst="rect">
            <a:avLst/>
          </a:prstGeom>
          <a:solidFill>
            <a:sysClr val="window" lastClr="FFFFFF"/>
          </a:solidFill>
          <a:ln w="12700" cap="flat" cmpd="sng" algn="ctr">
            <a:solidFill>
              <a:schemeClr val="tx1"/>
            </a:solidFill>
            <a:prstDash val="solid"/>
            <a:miter lim="800000"/>
          </a:ln>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effectLst/>
                <a:uLnTx/>
                <a:uFillTx/>
                <a:latin typeface="Calibri" panose="020F0502020204030204"/>
                <a:ea typeface="ＭＳ Ｐゴシック" panose="020B0600070205080204" pitchFamily="34" charset="-128"/>
                <a:cs typeface="+mn-cs"/>
              </a:rPr>
              <a:t>Application and Perspectives</a:t>
            </a:r>
          </a:p>
        </p:txBody>
      </p:sp>
      <p:sp>
        <p:nvSpPr>
          <p:cNvPr id="12" name="TextBox 11">
            <a:extLst>
              <a:ext uri="{FF2B5EF4-FFF2-40B4-BE49-F238E27FC236}">
                <a16:creationId xmlns:a16="http://schemas.microsoft.com/office/drawing/2014/main" id="{0A7D91E5-FF6E-C346-BD54-1494F0C62548}"/>
              </a:ext>
            </a:extLst>
          </p:cNvPr>
          <p:cNvSpPr txBox="1"/>
          <p:nvPr/>
        </p:nvSpPr>
        <p:spPr>
          <a:xfrm>
            <a:off x="7051217" y="169908"/>
            <a:ext cx="671096" cy="461665"/>
          </a:xfrm>
          <a:prstGeom prst="rect">
            <a:avLst/>
          </a:prstGeom>
          <a:solidFill>
            <a:sysClr val="window" lastClr="FFFFFF"/>
          </a:solidFill>
          <a:ln w="12700" cap="flat" cmpd="sng" algn="ctr">
            <a:solidFill>
              <a:schemeClr val="tx1"/>
            </a:solidFill>
            <a:prstDash val="solid"/>
            <a:miter lim="800000"/>
          </a:ln>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effectLst/>
                <a:uLnTx/>
                <a:uFillTx/>
                <a:latin typeface="Calibri" panose="020F0502020204030204"/>
                <a:ea typeface="ＭＳ Ｐゴシック" panose="020B0600070205080204" pitchFamily="34" charset="-128"/>
                <a:cs typeface="+mn-cs"/>
              </a:rPr>
              <a:t>People &amp; Org.</a:t>
            </a:r>
          </a:p>
        </p:txBody>
      </p:sp>
      <p:sp>
        <p:nvSpPr>
          <p:cNvPr id="13" name="TextBox 12">
            <a:extLst>
              <a:ext uri="{FF2B5EF4-FFF2-40B4-BE49-F238E27FC236}">
                <a16:creationId xmlns:a16="http://schemas.microsoft.com/office/drawing/2014/main" id="{00457A8C-8AD1-BC48-A393-2CA6461462C7}"/>
              </a:ext>
            </a:extLst>
          </p:cNvPr>
          <p:cNvSpPr txBox="1"/>
          <p:nvPr/>
        </p:nvSpPr>
        <p:spPr>
          <a:xfrm>
            <a:off x="3834670" y="169908"/>
            <a:ext cx="1024999" cy="461665"/>
          </a:xfrm>
          <a:prstGeom prst="rect">
            <a:avLst/>
          </a:prstGeom>
          <a:solidFill>
            <a:srgbClr val="FFFFFF"/>
          </a:solidFill>
          <a:ln w="12700" cap="flat" cmpd="sng" algn="ctr">
            <a:solidFill>
              <a:schemeClr val="tx1"/>
            </a:solidFill>
            <a:prstDash val="solid"/>
            <a:miter lim="800000"/>
          </a:ln>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effectLst/>
                <a:uLnTx/>
                <a:uFillTx/>
                <a:latin typeface="Calibri" panose="020F0502020204030204"/>
                <a:ea typeface="ＭＳ Ｐゴシック" panose="020B0600070205080204" pitchFamily="34" charset="-128"/>
                <a:cs typeface="+mn-cs"/>
              </a:rPr>
              <a:t>Incident Investigation</a:t>
            </a:r>
          </a:p>
        </p:txBody>
      </p:sp>
      <p:sp>
        <p:nvSpPr>
          <p:cNvPr id="14" name="TextBox 13">
            <a:extLst>
              <a:ext uri="{FF2B5EF4-FFF2-40B4-BE49-F238E27FC236}">
                <a16:creationId xmlns:a16="http://schemas.microsoft.com/office/drawing/2014/main" id="{D7E14612-2C60-CA49-88DC-A40274E52BE8}"/>
              </a:ext>
            </a:extLst>
          </p:cNvPr>
          <p:cNvSpPr txBox="1"/>
          <p:nvPr/>
        </p:nvSpPr>
        <p:spPr>
          <a:xfrm>
            <a:off x="5011486" y="169908"/>
            <a:ext cx="1024999" cy="461665"/>
          </a:xfrm>
          <a:prstGeom prst="rect">
            <a:avLst/>
          </a:prstGeom>
          <a:solidFill>
            <a:srgbClr val="FFFFFF"/>
          </a:solidFill>
          <a:ln w="12700" cap="flat" cmpd="sng" algn="ctr">
            <a:solidFill>
              <a:schemeClr val="tx1"/>
            </a:solidFill>
            <a:prstDash val="solid"/>
            <a:miter lim="800000"/>
          </a:ln>
          <a:effectLst/>
        </p:spPr>
        <p:txBody>
          <a:bodyPr wrap="square" rtlCol="0">
            <a:spAutoFit/>
          </a:bodyPr>
          <a:lstStyle>
            <a:defPPr>
              <a:defRPr lang="en-US"/>
            </a:defPPr>
            <a:lvl1pPr marL="0" marR="0" lvl="0" indent="0" algn="ctr" defTabSz="914400" eaLnBrk="1" fontAlgn="auto" latinLnBrk="0" hangingPunct="1">
              <a:lnSpc>
                <a:spcPct val="100000"/>
              </a:lnSpc>
              <a:spcBef>
                <a:spcPts val="0"/>
              </a:spcBef>
              <a:spcAft>
                <a:spcPts val="0"/>
              </a:spcAft>
              <a:buClrTx/>
              <a:buSzTx/>
              <a:buFontTx/>
              <a:buNone/>
              <a:tabLst/>
              <a:defRPr kumimoji="0" sz="1200" b="0" i="0" u="none" strike="noStrike" kern="0" cap="none" spc="0" normalizeH="0" baseline="0">
                <a:ln>
                  <a:noFill/>
                </a:ln>
                <a:effectLst/>
                <a:uLnTx/>
                <a:uFillTx/>
                <a:latin typeface="Calibri" panose="020F0502020204030204"/>
                <a:ea typeface="ＭＳ Ｐゴシック" panose="020B0600070205080204" pitchFamily="34" charset="-128"/>
              </a:defRPr>
            </a:lvl1pPr>
          </a:lstStyle>
          <a:p>
            <a:r>
              <a:rPr lang="en-US" dirty="0"/>
              <a:t>RM Tools &amp; Challenges</a:t>
            </a:r>
          </a:p>
        </p:txBody>
      </p:sp>
      <p:sp>
        <p:nvSpPr>
          <p:cNvPr id="15" name="TextBox 14">
            <a:extLst>
              <a:ext uri="{FF2B5EF4-FFF2-40B4-BE49-F238E27FC236}">
                <a16:creationId xmlns:a16="http://schemas.microsoft.com/office/drawing/2014/main" id="{F48AF929-DEC8-B045-BD5C-00378213E2AE}"/>
              </a:ext>
            </a:extLst>
          </p:cNvPr>
          <p:cNvSpPr txBox="1"/>
          <p:nvPr/>
        </p:nvSpPr>
        <p:spPr>
          <a:xfrm>
            <a:off x="2657853" y="170432"/>
            <a:ext cx="1024999" cy="461665"/>
          </a:xfrm>
          <a:prstGeom prst="rect">
            <a:avLst/>
          </a:prstGeom>
          <a:solidFill>
            <a:srgbClr val="FFFFFF"/>
          </a:solidFill>
          <a:ln w="12700" cap="flat" cmpd="sng" algn="ctr">
            <a:solidFill>
              <a:schemeClr val="tx1"/>
            </a:solidFill>
            <a:prstDash val="solid"/>
            <a:miter lim="800000"/>
          </a:ln>
          <a:effectLst/>
        </p:spPr>
        <p:txBody>
          <a:bodyPr wrap="square" rtlCol="0">
            <a:spAutoFit/>
          </a:bodyPr>
          <a:lstStyle>
            <a:defPPr>
              <a:defRPr lang="en-US"/>
            </a:defPPr>
            <a:lvl1pPr marL="0" marR="0" lvl="0" indent="0" algn="ctr" defTabSz="914400" eaLnBrk="1" fontAlgn="auto" latinLnBrk="0" hangingPunct="1">
              <a:lnSpc>
                <a:spcPct val="100000"/>
              </a:lnSpc>
              <a:spcBef>
                <a:spcPts val="0"/>
              </a:spcBef>
              <a:spcAft>
                <a:spcPts val="0"/>
              </a:spcAft>
              <a:buClrTx/>
              <a:buSzTx/>
              <a:buFontTx/>
              <a:buNone/>
              <a:tabLst/>
              <a:defRPr kumimoji="0" sz="1200" b="0" i="0" u="none" strike="noStrike" kern="0" cap="none" spc="0" normalizeH="0" baseline="0">
                <a:ln>
                  <a:noFill/>
                </a:ln>
                <a:solidFill>
                  <a:srgbClr val="000000"/>
                </a:solidFill>
                <a:effectLst/>
                <a:uLnTx/>
                <a:uFillTx/>
                <a:latin typeface="Calibri" panose="020F0502020204030204"/>
                <a:ea typeface="ＭＳ Ｐゴシック" panose="020B0600070205080204" pitchFamily="34" charset="-128"/>
              </a:defRPr>
            </a:lvl1pPr>
          </a:lstStyle>
          <a:p>
            <a:r>
              <a:rPr lang="en-US" dirty="0">
                <a:solidFill>
                  <a:schemeClr val="tx1"/>
                </a:solidFill>
              </a:rPr>
              <a:t>Leadership in RM</a:t>
            </a:r>
          </a:p>
        </p:txBody>
      </p:sp>
      <p:cxnSp>
        <p:nvCxnSpPr>
          <p:cNvPr id="16" name="Straight Arrow Connector 15">
            <a:extLst>
              <a:ext uri="{FF2B5EF4-FFF2-40B4-BE49-F238E27FC236}">
                <a16:creationId xmlns:a16="http://schemas.microsoft.com/office/drawing/2014/main" id="{194E84B9-8682-8C4B-A72E-1FFEAF78256B}"/>
              </a:ext>
            </a:extLst>
          </p:cNvPr>
          <p:cNvCxnSpPr>
            <a:cxnSpLocks/>
            <a:stCxn id="9" idx="3"/>
            <a:endCxn id="10" idx="1"/>
          </p:cNvCxnSpPr>
          <p:nvPr/>
        </p:nvCxnSpPr>
        <p:spPr>
          <a:xfrm flipV="1">
            <a:off x="1329217" y="400741"/>
            <a:ext cx="151818" cy="6107"/>
          </a:xfrm>
          <a:prstGeom prst="straightConnector1">
            <a:avLst/>
          </a:prstGeom>
          <a:noFill/>
          <a:ln w="6350" cap="flat" cmpd="sng" algn="ctr">
            <a:solidFill>
              <a:schemeClr val="tx1"/>
            </a:solidFill>
            <a:prstDash val="solid"/>
            <a:miter lim="800000"/>
            <a:tailEnd type="triangle"/>
          </a:ln>
          <a:effectLst/>
        </p:spPr>
      </p:cxnSp>
      <p:cxnSp>
        <p:nvCxnSpPr>
          <p:cNvPr id="17" name="Straight Arrow Connector 16">
            <a:extLst>
              <a:ext uri="{FF2B5EF4-FFF2-40B4-BE49-F238E27FC236}">
                <a16:creationId xmlns:a16="http://schemas.microsoft.com/office/drawing/2014/main" id="{BCED6320-D6B4-374B-AE59-18735BF60E66}"/>
              </a:ext>
            </a:extLst>
          </p:cNvPr>
          <p:cNvCxnSpPr>
            <a:stCxn id="10" idx="3"/>
            <a:endCxn id="15" idx="1"/>
          </p:cNvCxnSpPr>
          <p:nvPr/>
        </p:nvCxnSpPr>
        <p:spPr>
          <a:xfrm>
            <a:off x="2506036" y="400739"/>
            <a:ext cx="151817" cy="524"/>
          </a:xfrm>
          <a:prstGeom prst="straightConnector1">
            <a:avLst/>
          </a:prstGeom>
          <a:noFill/>
          <a:ln w="6350" cap="flat" cmpd="sng" algn="ctr">
            <a:solidFill>
              <a:schemeClr val="tx1"/>
            </a:solidFill>
            <a:prstDash val="solid"/>
            <a:miter lim="800000"/>
            <a:tailEnd type="triangle"/>
          </a:ln>
          <a:effectLst/>
        </p:spPr>
      </p:cxnSp>
      <p:cxnSp>
        <p:nvCxnSpPr>
          <p:cNvPr id="18" name="Straight Arrow Connector 17">
            <a:extLst>
              <a:ext uri="{FF2B5EF4-FFF2-40B4-BE49-F238E27FC236}">
                <a16:creationId xmlns:a16="http://schemas.microsoft.com/office/drawing/2014/main" id="{BA27112B-E9F0-2348-9B20-FB76B2277E3D}"/>
              </a:ext>
            </a:extLst>
          </p:cNvPr>
          <p:cNvCxnSpPr>
            <a:stCxn id="15" idx="3"/>
            <a:endCxn id="13" idx="1"/>
          </p:cNvCxnSpPr>
          <p:nvPr/>
        </p:nvCxnSpPr>
        <p:spPr>
          <a:xfrm flipV="1">
            <a:off x="3682853" y="400739"/>
            <a:ext cx="151817" cy="524"/>
          </a:xfrm>
          <a:prstGeom prst="straightConnector1">
            <a:avLst/>
          </a:prstGeom>
          <a:noFill/>
          <a:ln w="6350" cap="flat" cmpd="sng" algn="ctr">
            <a:solidFill>
              <a:schemeClr val="tx1"/>
            </a:solidFill>
            <a:prstDash val="solid"/>
            <a:miter lim="800000"/>
            <a:tailEnd type="triangle"/>
          </a:ln>
          <a:effectLst/>
        </p:spPr>
      </p:cxnSp>
      <p:cxnSp>
        <p:nvCxnSpPr>
          <p:cNvPr id="19" name="Straight Arrow Connector 18">
            <a:extLst>
              <a:ext uri="{FF2B5EF4-FFF2-40B4-BE49-F238E27FC236}">
                <a16:creationId xmlns:a16="http://schemas.microsoft.com/office/drawing/2014/main" id="{D6FCC88D-6DFA-474E-80EC-662B2D4B909B}"/>
              </a:ext>
            </a:extLst>
          </p:cNvPr>
          <p:cNvCxnSpPr>
            <a:stCxn id="13" idx="3"/>
            <a:endCxn id="14" idx="1"/>
          </p:cNvCxnSpPr>
          <p:nvPr/>
        </p:nvCxnSpPr>
        <p:spPr>
          <a:xfrm>
            <a:off x="4859669" y="400741"/>
            <a:ext cx="151817" cy="0"/>
          </a:xfrm>
          <a:prstGeom prst="straightConnector1">
            <a:avLst/>
          </a:prstGeom>
          <a:noFill/>
          <a:ln w="6350" cap="flat" cmpd="sng" algn="ctr">
            <a:solidFill>
              <a:schemeClr val="tx1"/>
            </a:solidFill>
            <a:prstDash val="solid"/>
            <a:miter lim="800000"/>
            <a:tailEnd type="triangle"/>
          </a:ln>
          <a:effectLst/>
        </p:spPr>
      </p:cxnSp>
      <p:cxnSp>
        <p:nvCxnSpPr>
          <p:cNvPr id="20" name="Straight Arrow Connector 19">
            <a:extLst>
              <a:ext uri="{FF2B5EF4-FFF2-40B4-BE49-F238E27FC236}">
                <a16:creationId xmlns:a16="http://schemas.microsoft.com/office/drawing/2014/main" id="{5CA7384E-C04D-ED41-9740-B0199EA1890A}"/>
              </a:ext>
            </a:extLst>
          </p:cNvPr>
          <p:cNvCxnSpPr>
            <a:cxnSpLocks/>
            <a:stCxn id="14" idx="3"/>
          </p:cNvCxnSpPr>
          <p:nvPr/>
        </p:nvCxnSpPr>
        <p:spPr>
          <a:xfrm flipV="1">
            <a:off x="6036485" y="400740"/>
            <a:ext cx="151816" cy="1"/>
          </a:xfrm>
          <a:prstGeom prst="straightConnector1">
            <a:avLst/>
          </a:prstGeom>
          <a:noFill/>
          <a:ln w="6350" cap="flat" cmpd="sng" algn="ctr">
            <a:solidFill>
              <a:schemeClr val="tx1"/>
            </a:solidFill>
            <a:prstDash val="solid"/>
            <a:miter lim="800000"/>
            <a:tailEnd type="triangle"/>
          </a:ln>
          <a:effectLst/>
        </p:spPr>
      </p:cxnSp>
      <p:cxnSp>
        <p:nvCxnSpPr>
          <p:cNvPr id="21" name="Straight Arrow Connector 20">
            <a:extLst>
              <a:ext uri="{FF2B5EF4-FFF2-40B4-BE49-F238E27FC236}">
                <a16:creationId xmlns:a16="http://schemas.microsoft.com/office/drawing/2014/main" id="{F37C1AD4-35C5-B84F-A011-FC352A9DC134}"/>
              </a:ext>
            </a:extLst>
          </p:cNvPr>
          <p:cNvCxnSpPr>
            <a:cxnSpLocks/>
            <a:endCxn id="12" idx="1"/>
          </p:cNvCxnSpPr>
          <p:nvPr/>
        </p:nvCxnSpPr>
        <p:spPr>
          <a:xfrm flipV="1">
            <a:off x="6899402" y="400741"/>
            <a:ext cx="151817" cy="1"/>
          </a:xfrm>
          <a:prstGeom prst="straightConnector1">
            <a:avLst/>
          </a:prstGeom>
          <a:noFill/>
          <a:ln w="6350" cap="flat" cmpd="sng" algn="ctr">
            <a:solidFill>
              <a:schemeClr val="tx1"/>
            </a:solidFill>
            <a:prstDash val="solid"/>
            <a:miter lim="800000"/>
            <a:tailEnd type="triangle"/>
          </a:ln>
          <a:effectLst/>
        </p:spPr>
      </p:cxnSp>
      <p:cxnSp>
        <p:nvCxnSpPr>
          <p:cNvPr id="22" name="Straight Arrow Connector 21">
            <a:extLst>
              <a:ext uri="{FF2B5EF4-FFF2-40B4-BE49-F238E27FC236}">
                <a16:creationId xmlns:a16="http://schemas.microsoft.com/office/drawing/2014/main" id="{A40B8989-9D9A-DE41-B118-0BB225CC7043}"/>
              </a:ext>
            </a:extLst>
          </p:cNvPr>
          <p:cNvCxnSpPr>
            <a:stCxn id="12" idx="3"/>
            <a:endCxn id="11" idx="1"/>
          </p:cNvCxnSpPr>
          <p:nvPr/>
        </p:nvCxnSpPr>
        <p:spPr>
          <a:xfrm>
            <a:off x="7722315" y="400739"/>
            <a:ext cx="151817" cy="0"/>
          </a:xfrm>
          <a:prstGeom prst="straightConnector1">
            <a:avLst/>
          </a:prstGeom>
          <a:noFill/>
          <a:ln w="6350" cap="flat" cmpd="sng" algn="ctr">
            <a:solidFill>
              <a:schemeClr val="tx1"/>
            </a:solidFill>
            <a:prstDash val="solid"/>
            <a:miter lim="800000"/>
            <a:tailEnd type="triangle"/>
          </a:ln>
          <a:effectLst/>
        </p:spPr>
      </p:cxnSp>
      <p:sp>
        <p:nvSpPr>
          <p:cNvPr id="23" name="TextBox 22">
            <a:extLst>
              <a:ext uri="{FF2B5EF4-FFF2-40B4-BE49-F238E27FC236}">
                <a16:creationId xmlns:a16="http://schemas.microsoft.com/office/drawing/2014/main" id="{E97011C2-9A0B-664B-83CB-DE2410B86B87}"/>
              </a:ext>
            </a:extLst>
          </p:cNvPr>
          <p:cNvSpPr txBox="1"/>
          <p:nvPr/>
        </p:nvSpPr>
        <p:spPr>
          <a:xfrm>
            <a:off x="6188301" y="169907"/>
            <a:ext cx="692362" cy="461665"/>
          </a:xfrm>
          <a:prstGeom prst="rect">
            <a:avLst/>
          </a:prstGeom>
          <a:solidFill>
            <a:srgbClr val="FFFF00"/>
          </a:solidFill>
          <a:ln w="12700" cap="flat" cmpd="sng" algn="ctr">
            <a:solidFill>
              <a:schemeClr val="tx1"/>
            </a:solidFill>
            <a:prstDash val="solid"/>
            <a:miter lim="800000"/>
          </a:ln>
          <a:effectLst/>
        </p:spPr>
        <p:txBody>
          <a:bodyPr wrap="square" rtlCol="0">
            <a:spAutoFit/>
          </a:bodyPr>
          <a:lstStyle>
            <a:defPPr>
              <a:defRPr lang="en-US"/>
            </a:defPPr>
            <a:lvl1pPr marL="0" marR="0" lvl="0" indent="0" algn="ctr" defTabSz="914400" eaLnBrk="1" fontAlgn="auto" latinLnBrk="0" hangingPunct="1">
              <a:lnSpc>
                <a:spcPct val="100000"/>
              </a:lnSpc>
              <a:spcBef>
                <a:spcPts val="0"/>
              </a:spcBef>
              <a:spcAft>
                <a:spcPts val="0"/>
              </a:spcAft>
              <a:buClrTx/>
              <a:buSzTx/>
              <a:buFontTx/>
              <a:buNone/>
              <a:tabLst/>
              <a:defRPr kumimoji="0" sz="1200" b="0" i="0" u="none" strike="noStrike" kern="0" cap="none" spc="0" normalizeH="0" baseline="0">
                <a:ln>
                  <a:noFill/>
                </a:ln>
                <a:effectLst/>
                <a:uLnTx/>
                <a:uFillTx/>
                <a:latin typeface="Calibri" panose="020F0502020204030204"/>
                <a:ea typeface="ＭＳ Ｐゴシック" panose="020B0600070205080204" pitchFamily="34" charset="-128"/>
              </a:defRPr>
            </a:lvl1pPr>
          </a:lstStyle>
          <a:p>
            <a:r>
              <a:rPr lang="en-US" dirty="0"/>
              <a:t>RM in Industry</a:t>
            </a:r>
          </a:p>
        </p:txBody>
      </p:sp>
      <p:pic>
        <p:nvPicPr>
          <p:cNvPr id="24" name="Picture 2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91182" y="4114800"/>
            <a:ext cx="1766671" cy="1766671"/>
          </a:xfrm>
          <a:prstGeom prst="rect">
            <a:avLst/>
          </a:prstGeom>
        </p:spPr>
      </p:pic>
      <p:pic>
        <p:nvPicPr>
          <p:cNvPr id="25" name="Picture 24" descr="Introduction to Sociology - 2013 - The Collaboratory"/>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096500" y="4114613"/>
            <a:ext cx="2590300" cy="1766857"/>
          </a:xfrm>
          <a:prstGeom prst="rect">
            <a:avLst/>
          </a:prstGeom>
        </p:spPr>
      </p:pic>
    </p:spTree>
    <p:extLst>
      <p:ext uri="{BB962C8B-B14F-4D97-AF65-F5344CB8AC3E}">
        <p14:creationId xmlns:p14="http://schemas.microsoft.com/office/powerpoint/2010/main" val="3394937575"/>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0" fontAlgn="base" latinLnBrk="0" hangingPunct="0">
              <a:lnSpc>
                <a:spcPct val="100000"/>
              </a:lnSpc>
              <a:spcBef>
                <a:spcPts val="0"/>
              </a:spcBef>
              <a:spcAft>
                <a:spcPct val="0"/>
              </a:spcAft>
              <a:buClr>
                <a:srgbClr val="000000"/>
              </a:buClr>
              <a:buSzPct val="100000"/>
              <a:buFont typeface="Arial" panose="020B0604020202020204" pitchFamily="34" charset="0"/>
              <a:buNone/>
              <a:tabLst/>
              <a:defRPr/>
            </a:pPr>
            <a:endParaRPr kumimoji="0" lang="en-US" altLang="en-US" sz="20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360000" lvl="1" indent="-360000">
              <a:lnSpc>
                <a:spcPct val="100000"/>
              </a:lnSpc>
              <a:spcBef>
                <a:spcPct val="0"/>
              </a:spcBef>
              <a:spcAft>
                <a:spcPts val="200"/>
              </a:spcAft>
              <a:buClrTx/>
              <a:buSzPct val="100000"/>
              <a:buFont typeface="Wingdings" panose="05000000000000000000" pitchFamily="2" charset="2"/>
              <a:buChar char="Ø"/>
              <a:defRPr/>
            </a:pPr>
            <a:r>
              <a:rPr lang="en-US" altLang="en-US" sz="2000" b="0" kern="0" dirty="0" smtClean="0">
                <a:solidFill>
                  <a:srgbClr val="000000"/>
                </a:solidFill>
                <a:latin typeface="Arial"/>
              </a:rPr>
              <a:t>Explain that there are </a:t>
            </a:r>
            <a:r>
              <a:rPr lang="en-US" altLang="en-US" sz="2000" b="0" u="sng" kern="0" dirty="0" smtClean="0">
                <a:solidFill>
                  <a:srgbClr val="000000"/>
                </a:solidFill>
                <a:latin typeface="Arial"/>
              </a:rPr>
              <a:t>two</a:t>
            </a:r>
            <a:r>
              <a:rPr lang="en-US" altLang="en-US" sz="2000" b="0" kern="0" dirty="0" smtClean="0">
                <a:solidFill>
                  <a:srgbClr val="000000"/>
                </a:solidFill>
                <a:latin typeface="Arial"/>
              </a:rPr>
              <a:t> different meanings of “due diligence”:</a:t>
            </a:r>
          </a:p>
          <a:p>
            <a:pPr marL="720000" lvl="1" indent="-360000">
              <a:lnSpc>
                <a:spcPct val="100000"/>
              </a:lnSpc>
              <a:spcBef>
                <a:spcPct val="0"/>
              </a:spcBef>
              <a:spcAft>
                <a:spcPts val="200"/>
              </a:spcAft>
              <a:buClrTx/>
              <a:buSzPct val="100000"/>
              <a:buFont typeface="Wingdings" panose="05000000000000000000" pitchFamily="2" charset="2"/>
              <a:buChar char="Ø"/>
              <a:defRPr/>
            </a:pPr>
            <a:r>
              <a:rPr lang="en-US" altLang="en-US" sz="2000" b="0" kern="0" dirty="0" smtClean="0">
                <a:solidFill>
                  <a:srgbClr val="000000"/>
                </a:solidFill>
                <a:latin typeface="Arial"/>
              </a:rPr>
              <a:t>within the practice of Law i.e. the legal meaning</a:t>
            </a:r>
          </a:p>
          <a:p>
            <a:pPr marL="720000" lvl="1" indent="-360000">
              <a:lnSpc>
                <a:spcPct val="100000"/>
              </a:lnSpc>
              <a:spcBef>
                <a:spcPct val="0"/>
              </a:spcBef>
              <a:spcAft>
                <a:spcPts val="200"/>
              </a:spcAft>
              <a:buClrTx/>
              <a:buSzPct val="100000"/>
              <a:buFont typeface="Wingdings" panose="05000000000000000000" pitchFamily="2" charset="2"/>
              <a:buChar char="Ø"/>
              <a:defRPr/>
            </a:pPr>
            <a:r>
              <a:rPr lang="en-US" altLang="en-US" sz="2000" b="0" kern="0" dirty="0" smtClean="0">
                <a:solidFill>
                  <a:srgbClr val="000000"/>
                </a:solidFill>
                <a:latin typeface="Arial"/>
              </a:rPr>
              <a:t>In industry and the non-legal profession</a:t>
            </a:r>
          </a:p>
          <a:p>
            <a:pPr marL="360000" lvl="1" indent="-360000">
              <a:lnSpc>
                <a:spcPct val="100000"/>
              </a:lnSpc>
              <a:spcBef>
                <a:spcPct val="0"/>
              </a:spcBef>
              <a:spcAft>
                <a:spcPts val="200"/>
              </a:spcAft>
              <a:buClrTx/>
              <a:buSzPct val="100000"/>
              <a:buFont typeface="Wingdings" panose="05000000000000000000" pitchFamily="2" charset="2"/>
              <a:buChar char="Ø"/>
              <a:defRPr/>
            </a:pPr>
            <a:endParaRPr lang="en-US" altLang="en-US" sz="2000" b="0" kern="0" dirty="0" smtClean="0">
              <a:solidFill>
                <a:srgbClr val="000000"/>
              </a:solidFill>
              <a:latin typeface="Arial"/>
            </a:endParaRPr>
          </a:p>
          <a:p>
            <a:pPr marL="360000" lvl="1" indent="-360000">
              <a:lnSpc>
                <a:spcPct val="100000"/>
              </a:lnSpc>
              <a:spcBef>
                <a:spcPct val="0"/>
              </a:spcBef>
              <a:spcAft>
                <a:spcPts val="200"/>
              </a:spcAft>
              <a:buClrTx/>
              <a:buSzPct val="100000"/>
              <a:buFont typeface="Wingdings" panose="05000000000000000000" pitchFamily="2" charset="2"/>
              <a:buChar char="Ø"/>
              <a:defRPr/>
            </a:pPr>
            <a:r>
              <a:rPr lang="en-US" altLang="en-US" sz="2000" b="0" kern="0" dirty="0">
                <a:solidFill>
                  <a:srgbClr val="000000"/>
                </a:solidFill>
                <a:latin typeface="Arial"/>
              </a:rPr>
              <a:t>Explain the meaning of “reasonably practicable”.</a:t>
            </a:r>
          </a:p>
          <a:p>
            <a:pPr marL="360000" lvl="1" indent="-360000">
              <a:lnSpc>
                <a:spcPct val="100000"/>
              </a:lnSpc>
              <a:spcBef>
                <a:spcPct val="0"/>
              </a:spcBef>
              <a:spcAft>
                <a:spcPts val="200"/>
              </a:spcAft>
              <a:buClrTx/>
              <a:buSzPct val="100000"/>
              <a:buFont typeface="Wingdings" panose="05000000000000000000" pitchFamily="2" charset="2"/>
              <a:buChar char="Ø"/>
              <a:defRPr/>
            </a:pPr>
            <a:endParaRPr lang="en-US" altLang="en-US" sz="2000" b="0" kern="0" dirty="0" smtClean="0">
              <a:solidFill>
                <a:srgbClr val="000000"/>
              </a:solidFill>
              <a:latin typeface="Arial"/>
            </a:endParaRPr>
          </a:p>
          <a:p>
            <a:pPr marL="360000" lvl="1" indent="-360000">
              <a:lnSpc>
                <a:spcPct val="100000"/>
              </a:lnSpc>
              <a:spcBef>
                <a:spcPct val="0"/>
              </a:spcBef>
              <a:spcAft>
                <a:spcPts val="200"/>
              </a:spcAft>
              <a:buClrTx/>
              <a:buSzPct val="100000"/>
              <a:buFont typeface="Wingdings" panose="05000000000000000000" pitchFamily="2" charset="2"/>
              <a:buChar char="Ø"/>
              <a:defRPr/>
            </a:pPr>
            <a:r>
              <a:rPr lang="en-US" altLang="en-US" sz="2000" b="0" kern="0" dirty="0" smtClean="0">
                <a:solidFill>
                  <a:srgbClr val="000000"/>
                </a:solidFill>
                <a:latin typeface="Arial"/>
              </a:rPr>
              <a:t>Explain </a:t>
            </a:r>
            <a:r>
              <a:rPr lang="en-US" altLang="en-US" sz="2000" b="0" kern="0" dirty="0">
                <a:solidFill>
                  <a:srgbClr val="000000"/>
                </a:solidFill>
                <a:latin typeface="Arial"/>
              </a:rPr>
              <a:t>the importance of documenting </a:t>
            </a:r>
            <a:r>
              <a:rPr lang="en-US" altLang="en-US" sz="2000" b="0" kern="0" dirty="0" smtClean="0">
                <a:solidFill>
                  <a:srgbClr val="000000"/>
                </a:solidFill>
                <a:latin typeface="Arial"/>
              </a:rPr>
              <a:t>i.e. generating records of, risk </a:t>
            </a:r>
            <a:r>
              <a:rPr lang="en-US" altLang="en-US" sz="2000" b="0" kern="0" dirty="0">
                <a:solidFill>
                  <a:srgbClr val="000000"/>
                </a:solidFill>
                <a:latin typeface="Arial"/>
              </a:rPr>
              <a:t>management activities. </a:t>
            </a:r>
            <a:endParaRPr lang="en-US" altLang="en-US" sz="2000" b="0" kern="0" dirty="0" smtClean="0">
              <a:solidFill>
                <a:srgbClr val="000000"/>
              </a:solidFill>
              <a:latin typeface="Arial"/>
            </a:endParaRPr>
          </a:p>
          <a:p>
            <a:pPr marL="360000" lvl="1" indent="-360000">
              <a:lnSpc>
                <a:spcPct val="100000"/>
              </a:lnSpc>
              <a:spcBef>
                <a:spcPct val="0"/>
              </a:spcBef>
              <a:spcAft>
                <a:spcPts val="200"/>
              </a:spcAft>
              <a:buClrTx/>
              <a:buSzPct val="100000"/>
              <a:buFont typeface="Wingdings" panose="05000000000000000000" pitchFamily="2" charset="2"/>
              <a:buChar char="Ø"/>
              <a:defRPr/>
            </a:pPr>
            <a:endParaRPr kumimoji="0" lang="en-US" altLang="en-US" sz="2000" b="0" i="0" u="none" strike="noStrike" kern="0" cap="none" spc="0" normalizeH="0" baseline="0" noProof="0" dirty="0">
              <a:ln>
                <a:noFill/>
              </a:ln>
              <a:solidFill>
                <a:srgbClr val="000000"/>
              </a:solidFill>
              <a:effectLst/>
              <a:uLnTx/>
              <a:uFillTx/>
              <a:latin typeface="Arial"/>
            </a:endParaRPr>
          </a:p>
          <a:p>
            <a:pPr marL="360000" lvl="1" indent="-360000">
              <a:lnSpc>
                <a:spcPct val="100000"/>
              </a:lnSpc>
              <a:spcBef>
                <a:spcPct val="0"/>
              </a:spcBef>
              <a:spcAft>
                <a:spcPts val="200"/>
              </a:spcAft>
              <a:buClrTx/>
              <a:buSzPct val="100000"/>
              <a:buFont typeface="Wingdings" panose="05000000000000000000" pitchFamily="2" charset="2"/>
              <a:buChar char="Ø"/>
              <a:defRPr/>
            </a:pPr>
            <a:r>
              <a:rPr lang="en-US" altLang="en-US" sz="2000" b="0" kern="0" dirty="0" smtClean="0">
                <a:solidFill>
                  <a:srgbClr val="000000"/>
                </a:solidFill>
                <a:latin typeface="Arial"/>
              </a:rPr>
              <a:t>Explain a number of different types of records that document those risk management activities. </a:t>
            </a:r>
            <a:endParaRPr kumimoji="0" lang="en-CA" altLang="en-US" sz="2000" b="0" i="0" u="none" strike="noStrike" kern="0" cap="none" spc="0" normalizeH="0" baseline="0" noProof="0" dirty="0">
              <a:ln>
                <a:noFill/>
              </a:ln>
              <a:solidFill>
                <a:srgbClr val="000000"/>
              </a:solidFill>
              <a:effectLst/>
              <a:uLnTx/>
              <a:uFillTx/>
              <a:latin typeface="Arial"/>
            </a:endParaRPr>
          </a:p>
        </p:txBody>
      </p:sp>
      <p:sp>
        <p:nvSpPr>
          <p:cNvPr id="9" name="Rectangle 2"/>
          <p:cNvSpPr>
            <a:spLocks noChangeArrowheads="1"/>
          </p:cNvSpPr>
          <p:nvPr/>
        </p:nvSpPr>
        <p:spPr bwMode="auto">
          <a:xfrm>
            <a:off x="180000" y="216000"/>
            <a:ext cx="8640000" cy="504000"/>
          </a:xfrm>
          <a:prstGeom prst="rect">
            <a:avLst/>
          </a:prstGeom>
          <a:solidFill>
            <a:srgbClr val="FFFFFF">
              <a:alpha val="69803"/>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defRPr/>
            </a:pPr>
            <a:r>
              <a:rPr kumimoji="0" lang="en-US" altLang="en-US" sz="2400" b="0" i="0" u="none" strike="noStrike" kern="1200" cap="none" spc="0" normalizeH="0" baseline="0" noProof="0" dirty="0">
                <a:ln>
                  <a:noFill/>
                </a:ln>
                <a:solidFill>
                  <a:srgbClr val="333399"/>
                </a:solidFill>
                <a:effectLst/>
                <a:uLnTx/>
                <a:uFillTx/>
                <a:latin typeface="Arial" panose="020B0604020202020204" pitchFamily="34" charset="0"/>
                <a:ea typeface="+mn-ea"/>
                <a:cs typeface="Arial" panose="020B0604020202020204" pitchFamily="34" charset="0"/>
              </a:rPr>
              <a:t>Learning Outcomes:</a:t>
            </a: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2</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13" name="Google Shape;125;p2"/>
          <p:cNvSpPr/>
          <p:nvPr/>
        </p:nvSpPr>
        <p:spPr>
          <a:xfrm>
            <a:off x="2514600" y="6300000"/>
            <a:ext cx="558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US" sz="1200" b="1" i="1" u="none" strike="noStrike" kern="0" cap="none" spc="0" normalizeH="0" baseline="0" noProof="0" dirty="0" smtClean="0">
                <a:ln>
                  <a:noFill/>
                </a:ln>
                <a:solidFill>
                  <a:srgbClr val="000000"/>
                </a:solidFill>
                <a:effectLst/>
                <a:uLnTx/>
                <a:uFillTx/>
                <a:latin typeface="Arial" charset="0"/>
                <a:ea typeface="Times New Roman"/>
                <a:cs typeface="Arial" panose="020B0604020202020204" pitchFamily="34" charset="0"/>
                <a:sym typeface="Times New Roman"/>
              </a:rPr>
              <a:t>Chapter 6.4: “Reasonably Practicable” and The Importance of Documenting RM Activities</a:t>
            </a:r>
            <a:endParaRPr kumimoji="0" lang="en-US"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endParaRPr>
          </a:p>
        </p:txBody>
      </p:sp>
    </p:spTree>
    <p:extLst>
      <p:ext uri="{BB962C8B-B14F-4D97-AF65-F5344CB8AC3E}">
        <p14:creationId xmlns:p14="http://schemas.microsoft.com/office/powerpoint/2010/main" val="3729386550"/>
      </p:ext>
    </p:extLst>
  </p:cSld>
  <p:clrMapOvr>
    <a:masterClrMapping/>
  </p:clrMapOvr>
  <p:transition>
    <p:fade/>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360000" lvl="1" indent="-360000">
              <a:lnSpc>
                <a:spcPct val="100000"/>
              </a:lnSpc>
              <a:spcBef>
                <a:spcPct val="0"/>
              </a:spcBef>
              <a:spcAft>
                <a:spcPts val="200"/>
              </a:spcAft>
              <a:buClrTx/>
              <a:buSzPct val="100000"/>
              <a:buFont typeface="Wingdings" panose="05000000000000000000" pitchFamily="2" charset="2"/>
              <a:buChar char="Ø"/>
              <a:defRPr/>
            </a:pPr>
            <a:r>
              <a:rPr lang="en-US" altLang="en-US" sz="2000" b="0" kern="0" dirty="0" smtClean="0">
                <a:solidFill>
                  <a:srgbClr val="000000"/>
                </a:solidFill>
                <a:latin typeface="Arial"/>
              </a:rPr>
              <a:t>If </a:t>
            </a:r>
            <a:r>
              <a:rPr lang="en-US" altLang="en-US" sz="2000" b="0" kern="0" dirty="0">
                <a:solidFill>
                  <a:srgbClr val="000000"/>
                </a:solidFill>
                <a:latin typeface="Arial"/>
              </a:rPr>
              <a:t>a health and safety incident occurs and charges are laid against a work site party for contravening OHS legislation, it is important to be able </a:t>
            </a:r>
            <a:r>
              <a:rPr lang="en-US" altLang="en-US" sz="2000" b="0" u="sng" kern="0" dirty="0">
                <a:solidFill>
                  <a:srgbClr val="000000"/>
                </a:solidFill>
                <a:latin typeface="Arial"/>
              </a:rPr>
              <a:t>to prove that all reasonably practicable steps were taken beforehand</a:t>
            </a:r>
            <a:r>
              <a:rPr lang="en-US" altLang="en-US" sz="2000" b="0" kern="0" dirty="0">
                <a:solidFill>
                  <a:srgbClr val="000000"/>
                </a:solidFill>
                <a:latin typeface="Arial"/>
              </a:rPr>
              <a:t> to try to prevent the incident from occurring. </a:t>
            </a:r>
            <a:endParaRPr lang="en-US" altLang="en-US" sz="2000" b="0" kern="0" dirty="0" smtClean="0">
              <a:solidFill>
                <a:srgbClr val="000000"/>
              </a:solidFill>
              <a:latin typeface="Arial"/>
            </a:endParaRPr>
          </a:p>
          <a:p>
            <a:pPr marL="720000" lvl="1" indent="-360000">
              <a:lnSpc>
                <a:spcPct val="100000"/>
              </a:lnSpc>
              <a:spcBef>
                <a:spcPct val="0"/>
              </a:spcBef>
              <a:spcAft>
                <a:spcPts val="200"/>
              </a:spcAft>
              <a:buClrTx/>
              <a:buSzPct val="100000"/>
              <a:buFont typeface="Wingdings" panose="05000000000000000000" pitchFamily="2" charset="2"/>
              <a:buChar char="Ø"/>
              <a:defRPr/>
            </a:pPr>
            <a:r>
              <a:rPr lang="en-US" altLang="en-US" sz="2000" b="0" kern="0" dirty="0" smtClean="0">
                <a:solidFill>
                  <a:srgbClr val="000000"/>
                </a:solidFill>
                <a:latin typeface="Arial"/>
              </a:rPr>
              <a:t>This </a:t>
            </a:r>
            <a:r>
              <a:rPr lang="en-US" altLang="en-US" sz="2000" b="0" kern="0" dirty="0">
                <a:solidFill>
                  <a:srgbClr val="000000"/>
                </a:solidFill>
                <a:latin typeface="Arial"/>
              </a:rPr>
              <a:t>is referred to as “due diligence”, and is a </a:t>
            </a:r>
            <a:r>
              <a:rPr lang="en-US" altLang="en-US" sz="2000" b="0" u="sng" kern="0" dirty="0">
                <a:solidFill>
                  <a:srgbClr val="000000"/>
                </a:solidFill>
                <a:latin typeface="Arial"/>
              </a:rPr>
              <a:t>legal </a:t>
            </a:r>
            <a:r>
              <a:rPr lang="en-US" altLang="en-US" sz="2000" b="0" u="sng" kern="0" dirty="0" smtClean="0">
                <a:solidFill>
                  <a:srgbClr val="000000"/>
                </a:solidFill>
                <a:latin typeface="Arial"/>
              </a:rPr>
              <a:t>defense</a:t>
            </a:r>
            <a:r>
              <a:rPr lang="en-US" altLang="en-US" sz="2000" b="0" kern="0" dirty="0" smtClean="0">
                <a:solidFill>
                  <a:srgbClr val="000000"/>
                </a:solidFill>
                <a:latin typeface="Arial"/>
              </a:rPr>
              <a:t> </a:t>
            </a:r>
            <a:r>
              <a:rPr lang="en-US" altLang="en-US" sz="2000" b="0" kern="0" dirty="0">
                <a:solidFill>
                  <a:srgbClr val="000000"/>
                </a:solidFill>
                <a:latin typeface="Arial"/>
              </a:rPr>
              <a:t>to be raised after an incident</a:t>
            </a:r>
            <a:r>
              <a:rPr lang="en-US" altLang="en-US" sz="2000" b="0" kern="0" dirty="0" smtClean="0">
                <a:solidFill>
                  <a:srgbClr val="000000"/>
                </a:solidFill>
                <a:latin typeface="Arial"/>
              </a:rPr>
              <a:t>.</a:t>
            </a:r>
          </a:p>
          <a:p>
            <a:pPr marL="720000" lvl="1" indent="-360000">
              <a:lnSpc>
                <a:spcPct val="100000"/>
              </a:lnSpc>
              <a:spcBef>
                <a:spcPct val="0"/>
              </a:spcBef>
              <a:spcAft>
                <a:spcPts val="200"/>
              </a:spcAft>
              <a:buClrTx/>
              <a:buSzPct val="100000"/>
              <a:buFont typeface="Wingdings" panose="05000000000000000000" pitchFamily="2" charset="2"/>
              <a:buChar char="Ø"/>
              <a:defRPr/>
            </a:pPr>
            <a:r>
              <a:rPr lang="en-US" altLang="en-US" sz="2000" b="0" kern="0" dirty="0" smtClean="0">
                <a:solidFill>
                  <a:srgbClr val="000000"/>
                </a:solidFill>
                <a:latin typeface="Arial"/>
              </a:rPr>
              <a:t>The exploration of </a:t>
            </a:r>
            <a:r>
              <a:rPr lang="en-US" altLang="en-US" sz="2000" b="0" u="sng" kern="0" dirty="0" smtClean="0">
                <a:solidFill>
                  <a:srgbClr val="000000"/>
                </a:solidFill>
                <a:latin typeface="Arial"/>
              </a:rPr>
              <a:t>legal defense</a:t>
            </a:r>
            <a:r>
              <a:rPr lang="en-US" altLang="en-US" sz="2000" b="0" kern="0" dirty="0" smtClean="0">
                <a:solidFill>
                  <a:srgbClr val="000000"/>
                </a:solidFill>
                <a:latin typeface="Arial"/>
              </a:rPr>
              <a:t> is outside the scope of this course.</a:t>
            </a:r>
            <a:endParaRPr lang="en-US" altLang="en-US" sz="2000" b="0" kern="0" dirty="0">
              <a:solidFill>
                <a:srgbClr val="000000"/>
              </a:solidFill>
              <a:latin typeface="Arial"/>
            </a:endParaRPr>
          </a:p>
          <a:p>
            <a:pPr marL="0" lvl="1" indent="0">
              <a:lnSpc>
                <a:spcPct val="100000"/>
              </a:lnSpc>
              <a:spcBef>
                <a:spcPct val="0"/>
              </a:spcBef>
              <a:spcAft>
                <a:spcPts val="200"/>
              </a:spcAft>
              <a:buClrTx/>
              <a:buSzPct val="100000"/>
              <a:buNone/>
              <a:defRPr/>
            </a:pPr>
            <a:r>
              <a:rPr lang="en-US" altLang="en-US" sz="1600" b="0" i="1" kern="0" dirty="0" smtClean="0">
                <a:solidFill>
                  <a:srgbClr val="000000"/>
                </a:solidFill>
                <a:latin typeface="Arial"/>
              </a:rPr>
              <a:t>https</a:t>
            </a:r>
            <a:r>
              <a:rPr lang="en-US" altLang="en-US" sz="1600" b="0" i="1" kern="0" dirty="0">
                <a:solidFill>
                  <a:srgbClr val="000000"/>
                </a:solidFill>
                <a:latin typeface="Arial"/>
              </a:rPr>
              <a:t>://ohs-pubstore.labour.alberta.ca/li015?_ccCt=cflw-2ji205-4u1yym-fpkgrsm6</a:t>
            </a:r>
            <a:endParaRPr lang="en-US" altLang="en-US" sz="1600" b="0" i="1" kern="0" dirty="0" smtClean="0">
              <a:solidFill>
                <a:srgbClr val="000000"/>
              </a:solidFill>
              <a:latin typeface="Arial"/>
            </a:endParaRPr>
          </a:p>
          <a:p>
            <a:pPr marL="360000" lvl="1" indent="-360000">
              <a:lnSpc>
                <a:spcPct val="100000"/>
              </a:lnSpc>
              <a:spcBef>
                <a:spcPct val="0"/>
              </a:spcBef>
              <a:spcAft>
                <a:spcPts val="200"/>
              </a:spcAft>
              <a:buClrTx/>
              <a:buSzPct val="100000"/>
              <a:buFont typeface="Wingdings" panose="05000000000000000000" pitchFamily="2" charset="2"/>
              <a:buChar char="Ø"/>
              <a:defRPr/>
            </a:pPr>
            <a:endParaRPr lang="en-US" altLang="en-US" sz="2000" b="0" u="sng" kern="0" dirty="0" smtClean="0">
              <a:solidFill>
                <a:srgbClr val="000000"/>
              </a:solidFill>
              <a:latin typeface="Arial"/>
            </a:endParaRPr>
          </a:p>
          <a:p>
            <a:pPr marL="360000" lvl="1" indent="-360000">
              <a:lnSpc>
                <a:spcPct val="100000"/>
              </a:lnSpc>
              <a:spcBef>
                <a:spcPct val="0"/>
              </a:spcBef>
              <a:spcAft>
                <a:spcPts val="200"/>
              </a:spcAft>
              <a:buClrTx/>
              <a:buSzPct val="100000"/>
              <a:buFont typeface="Wingdings" panose="05000000000000000000" pitchFamily="2" charset="2"/>
              <a:buChar char="Ø"/>
              <a:defRPr/>
            </a:pPr>
            <a:r>
              <a:rPr lang="en-US" altLang="en-US" sz="2000" b="0" u="sng" kern="0" dirty="0" smtClean="0">
                <a:solidFill>
                  <a:srgbClr val="000000"/>
                </a:solidFill>
                <a:latin typeface="Arial"/>
              </a:rPr>
              <a:t>Reasonably </a:t>
            </a:r>
            <a:r>
              <a:rPr lang="en-US" altLang="en-US" sz="2000" b="0" u="sng" kern="0" dirty="0">
                <a:solidFill>
                  <a:srgbClr val="000000"/>
                </a:solidFill>
                <a:latin typeface="Arial"/>
              </a:rPr>
              <a:t>practicable</a:t>
            </a:r>
            <a:r>
              <a:rPr lang="en-US" altLang="en-US" sz="2000" b="0" kern="0" dirty="0">
                <a:solidFill>
                  <a:srgbClr val="000000"/>
                </a:solidFill>
                <a:latin typeface="Arial"/>
              </a:rPr>
              <a:t>, on the other hand, is an ongoing obligation to prevent incidents before they </a:t>
            </a:r>
            <a:r>
              <a:rPr lang="en-US" altLang="en-US" sz="2000" b="0" kern="0" dirty="0" smtClean="0">
                <a:solidFill>
                  <a:srgbClr val="000000"/>
                </a:solidFill>
                <a:latin typeface="Arial"/>
              </a:rPr>
              <a:t>occur i.e. apply good risk management. </a:t>
            </a:r>
            <a:endParaRPr kumimoji="0" lang="en-CA" altLang="en-US" sz="2000" b="0" i="0" u="none" strike="noStrike" kern="0" cap="none" spc="0" normalizeH="0" baseline="0" noProof="0" dirty="0">
              <a:ln>
                <a:noFill/>
              </a:ln>
              <a:solidFill>
                <a:srgbClr val="000000"/>
              </a:solidFill>
              <a:effectLst/>
              <a:uLnTx/>
              <a:uFillTx/>
              <a:latin typeface="Arial"/>
            </a:endParaRPr>
          </a:p>
        </p:txBody>
      </p:sp>
      <p:sp>
        <p:nvSpPr>
          <p:cNvPr id="9" name="Rectangle 2"/>
          <p:cNvSpPr>
            <a:spLocks noChangeArrowheads="1"/>
          </p:cNvSpPr>
          <p:nvPr/>
        </p:nvSpPr>
        <p:spPr bwMode="auto">
          <a:xfrm>
            <a:off x="180000" y="216000"/>
            <a:ext cx="8640000" cy="504000"/>
          </a:xfrm>
          <a:prstGeom prst="rect">
            <a:avLst/>
          </a:prstGeom>
          <a:solidFill>
            <a:srgbClr val="FFFFFF">
              <a:alpha val="69803"/>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lvl="0">
              <a:lnSpc>
                <a:spcPct val="100000"/>
              </a:lnSpc>
              <a:spcBef>
                <a:spcPct val="0"/>
              </a:spcBef>
              <a:buClrTx/>
              <a:buNone/>
              <a:defRPr/>
            </a:pPr>
            <a:r>
              <a:rPr lang="en-US" altLang="en-US" sz="2400" b="0" dirty="0" smtClean="0">
                <a:solidFill>
                  <a:srgbClr val="333399"/>
                </a:solidFill>
                <a:latin typeface="Arial" panose="020B0604020202020204" pitchFamily="34" charset="0"/>
                <a:cs typeface="Arial" panose="020B0604020202020204" pitchFamily="34" charset="0"/>
              </a:rPr>
              <a:t>The Legal Meaning </a:t>
            </a:r>
            <a:r>
              <a:rPr lang="en-US" altLang="en-US" sz="2400" b="0" dirty="0">
                <a:solidFill>
                  <a:srgbClr val="333399"/>
                </a:solidFill>
                <a:latin typeface="Arial" panose="020B0604020202020204" pitchFamily="34" charset="0"/>
                <a:cs typeface="Arial" panose="020B0604020202020204" pitchFamily="34" charset="0"/>
              </a:rPr>
              <a:t>of “Due </a:t>
            </a:r>
            <a:r>
              <a:rPr lang="en-US" altLang="en-US" sz="2400" b="0" dirty="0" smtClean="0">
                <a:solidFill>
                  <a:srgbClr val="333399"/>
                </a:solidFill>
                <a:latin typeface="Arial" panose="020B0604020202020204" pitchFamily="34" charset="0"/>
                <a:cs typeface="Arial" panose="020B0604020202020204" pitchFamily="34" charset="0"/>
              </a:rPr>
              <a:t>Diligence”:</a:t>
            </a:r>
            <a:endParaRPr kumimoji="0" lang="en-US" altLang="en-US" sz="2400" b="0" i="0" u="none" strike="noStrike" kern="1200" cap="none" spc="0" normalizeH="0" baseline="0" noProof="0" dirty="0">
              <a:ln>
                <a:noFill/>
              </a:ln>
              <a:solidFill>
                <a:srgbClr val="333399"/>
              </a:solidFill>
              <a:effectLst/>
              <a:uLnTx/>
              <a:uFillTx/>
              <a:latin typeface="Arial" panose="020B0604020202020204" pitchFamily="34" charset="0"/>
              <a:ea typeface="+mn-ea"/>
              <a:cs typeface="Arial" panose="020B0604020202020204" pitchFamily="34" charset="0"/>
            </a:endParaRP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3</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13" name="Google Shape;125;p2"/>
          <p:cNvSpPr/>
          <p:nvPr/>
        </p:nvSpPr>
        <p:spPr>
          <a:xfrm>
            <a:off x="2514600" y="6300000"/>
            <a:ext cx="558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US" sz="1200" b="1" i="1" u="none" strike="noStrike" kern="0" cap="none" spc="0" normalizeH="0" baseline="0" noProof="0" dirty="0" smtClean="0">
                <a:ln>
                  <a:noFill/>
                </a:ln>
                <a:solidFill>
                  <a:srgbClr val="000000"/>
                </a:solidFill>
                <a:effectLst/>
                <a:uLnTx/>
                <a:uFillTx/>
                <a:latin typeface="Arial" charset="0"/>
                <a:ea typeface="Times New Roman"/>
                <a:cs typeface="Arial" panose="020B0604020202020204" pitchFamily="34" charset="0"/>
                <a:sym typeface="Times New Roman"/>
              </a:rPr>
              <a:t>Chapter 6.4: “Reasonably Practicable” and The Importance of Documenting RM Activities</a:t>
            </a:r>
            <a:endParaRPr kumimoji="0" lang="en-US"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endParaRPr>
          </a:p>
        </p:txBody>
      </p:sp>
    </p:spTree>
    <p:extLst>
      <p:ext uri="{BB962C8B-B14F-4D97-AF65-F5344CB8AC3E}">
        <p14:creationId xmlns:p14="http://schemas.microsoft.com/office/powerpoint/2010/main" val="1055630385"/>
      </p:ext>
    </p:extLst>
  </p:cSld>
  <p:clrMapOvr>
    <a:masterClrMapping/>
  </p:clrMapOvr>
  <p:transition>
    <p:fade/>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360000" lvl="1" indent="-360000">
              <a:lnSpc>
                <a:spcPct val="100000"/>
              </a:lnSpc>
              <a:spcBef>
                <a:spcPct val="0"/>
              </a:spcBef>
              <a:spcAft>
                <a:spcPts val="0"/>
              </a:spcAft>
              <a:buClrTx/>
              <a:buSzPct val="100000"/>
              <a:buFont typeface="Wingdings" panose="05000000000000000000" pitchFamily="2" charset="2"/>
              <a:buChar char="Ø"/>
              <a:defRPr/>
            </a:pPr>
            <a:endParaRPr lang="en-US" altLang="en-US" sz="2000" b="0" kern="0" dirty="0" smtClean="0">
              <a:solidFill>
                <a:srgbClr val="000000"/>
              </a:solidFill>
              <a:latin typeface="Arial"/>
            </a:endParaRPr>
          </a:p>
          <a:p>
            <a:pPr marL="360000" lvl="1" indent="-360000">
              <a:lnSpc>
                <a:spcPct val="100000"/>
              </a:lnSpc>
              <a:spcBef>
                <a:spcPct val="0"/>
              </a:spcBef>
              <a:spcAft>
                <a:spcPts val="0"/>
              </a:spcAft>
              <a:buClrTx/>
              <a:buSzPct val="100000"/>
              <a:buFont typeface="Wingdings" panose="05000000000000000000" pitchFamily="2" charset="2"/>
              <a:buChar char="Ø"/>
              <a:defRPr/>
            </a:pPr>
            <a:r>
              <a:rPr lang="en-US" altLang="en-US" sz="2000" b="0" kern="0" dirty="0" smtClean="0">
                <a:solidFill>
                  <a:srgbClr val="000000"/>
                </a:solidFill>
                <a:latin typeface="Arial"/>
              </a:rPr>
              <a:t>APEGA defines “due diligence” as: </a:t>
            </a:r>
            <a:br>
              <a:rPr lang="en-US" altLang="en-US" sz="2000" b="0" kern="0" dirty="0" smtClean="0">
                <a:solidFill>
                  <a:srgbClr val="000000"/>
                </a:solidFill>
                <a:latin typeface="Arial"/>
              </a:rPr>
            </a:br>
            <a:r>
              <a:rPr lang="en-US" altLang="en-US" sz="2000" b="0" i="1" kern="0" dirty="0" smtClean="0">
                <a:solidFill>
                  <a:srgbClr val="000000"/>
                </a:solidFill>
                <a:latin typeface="Arial"/>
              </a:rPr>
              <a:t>“The </a:t>
            </a:r>
            <a:r>
              <a:rPr lang="en-US" altLang="en-US" sz="2000" b="0" i="1" kern="0" dirty="0">
                <a:solidFill>
                  <a:srgbClr val="000000"/>
                </a:solidFill>
                <a:latin typeface="Arial"/>
              </a:rPr>
              <a:t>care that a reasonable person exercises under the circumstances </a:t>
            </a:r>
            <a:r>
              <a:rPr lang="en-US" altLang="en-US" sz="2000" b="0" i="1" kern="0" dirty="0" smtClean="0">
                <a:solidFill>
                  <a:srgbClr val="000000"/>
                </a:solidFill>
                <a:latin typeface="Arial"/>
              </a:rPr>
              <a:t/>
            </a:r>
            <a:br>
              <a:rPr lang="en-US" altLang="en-US" sz="2000" b="0" i="1" kern="0" dirty="0" smtClean="0">
                <a:solidFill>
                  <a:srgbClr val="000000"/>
                </a:solidFill>
                <a:latin typeface="Arial"/>
              </a:rPr>
            </a:br>
            <a:r>
              <a:rPr lang="en-US" altLang="en-US" sz="2000" b="0" i="1" kern="0" dirty="0" smtClean="0">
                <a:solidFill>
                  <a:srgbClr val="000000"/>
                </a:solidFill>
                <a:latin typeface="Arial"/>
              </a:rPr>
              <a:t>to </a:t>
            </a:r>
            <a:r>
              <a:rPr lang="en-US" altLang="en-US" sz="2000" b="0" i="1" kern="0" dirty="0">
                <a:solidFill>
                  <a:srgbClr val="000000"/>
                </a:solidFill>
                <a:latin typeface="Arial"/>
              </a:rPr>
              <a:t>avoid harm </a:t>
            </a:r>
            <a:r>
              <a:rPr lang="en-US" altLang="en-US" sz="2000" b="0" i="1" kern="0" dirty="0" smtClean="0">
                <a:solidFill>
                  <a:srgbClr val="000000"/>
                </a:solidFill>
                <a:latin typeface="Arial"/>
              </a:rPr>
              <a:t>to other </a:t>
            </a:r>
            <a:r>
              <a:rPr lang="en-US" altLang="en-US" sz="2000" b="0" i="1" kern="0" dirty="0">
                <a:solidFill>
                  <a:srgbClr val="000000"/>
                </a:solidFill>
                <a:latin typeface="Arial"/>
              </a:rPr>
              <a:t>persons or their property</a:t>
            </a:r>
            <a:r>
              <a:rPr lang="en-US" altLang="en-US" sz="2000" b="0" i="1" kern="0" dirty="0" smtClean="0">
                <a:solidFill>
                  <a:srgbClr val="000000"/>
                </a:solidFill>
                <a:latin typeface="Arial"/>
              </a:rPr>
              <a:t>.”</a:t>
            </a:r>
            <a:endParaRPr lang="en-US" altLang="en-US" sz="2000" b="0" i="1" kern="0" dirty="0">
              <a:solidFill>
                <a:srgbClr val="000000"/>
              </a:solidFill>
              <a:latin typeface="Arial"/>
            </a:endParaRPr>
          </a:p>
          <a:p>
            <a:pPr marL="360000" lvl="1" indent="-360000">
              <a:lnSpc>
                <a:spcPct val="100000"/>
              </a:lnSpc>
              <a:spcBef>
                <a:spcPct val="0"/>
              </a:spcBef>
              <a:spcAft>
                <a:spcPts val="0"/>
              </a:spcAft>
              <a:buClrTx/>
              <a:buSzPct val="100000"/>
              <a:buFont typeface="Wingdings" panose="05000000000000000000" pitchFamily="2" charset="2"/>
              <a:buChar char="Ø"/>
              <a:defRPr/>
            </a:pPr>
            <a:endParaRPr lang="en-US" altLang="en-US" sz="2000" b="0" kern="0" dirty="0">
              <a:solidFill>
                <a:srgbClr val="000000"/>
              </a:solidFill>
              <a:latin typeface="Arial"/>
            </a:endParaRPr>
          </a:p>
          <a:p>
            <a:pPr marL="360000" lvl="1" indent="-360000">
              <a:lnSpc>
                <a:spcPct val="100000"/>
              </a:lnSpc>
              <a:spcBef>
                <a:spcPct val="0"/>
              </a:spcBef>
              <a:spcAft>
                <a:spcPts val="0"/>
              </a:spcAft>
              <a:buClrTx/>
              <a:buSzPct val="100000"/>
              <a:buFont typeface="Wingdings" panose="05000000000000000000" pitchFamily="2" charset="2"/>
              <a:buChar char="Ø"/>
              <a:defRPr/>
            </a:pPr>
            <a:r>
              <a:rPr lang="en-US" altLang="en-US" sz="2000" b="0" kern="0" dirty="0">
                <a:solidFill>
                  <a:srgbClr val="000000"/>
                </a:solidFill>
                <a:latin typeface="Arial"/>
              </a:rPr>
              <a:t>In other words, </a:t>
            </a:r>
            <a:r>
              <a:rPr lang="en-US" altLang="en-US" sz="2000" b="0" kern="0" dirty="0" smtClean="0">
                <a:solidFill>
                  <a:srgbClr val="000000"/>
                </a:solidFill>
                <a:latin typeface="Arial"/>
              </a:rPr>
              <a:t>it means “taking all reasonably practicable actions”, </a:t>
            </a:r>
            <a:br>
              <a:rPr lang="en-US" altLang="en-US" sz="2000" b="0" kern="0" dirty="0" smtClean="0">
                <a:solidFill>
                  <a:srgbClr val="000000"/>
                </a:solidFill>
                <a:latin typeface="Arial"/>
              </a:rPr>
            </a:br>
            <a:r>
              <a:rPr lang="en-US" altLang="en-US" sz="2000" b="0" kern="0" dirty="0" smtClean="0">
                <a:solidFill>
                  <a:srgbClr val="000000"/>
                </a:solidFill>
                <a:latin typeface="Arial"/>
              </a:rPr>
              <a:t>or in our parlance “apply risk management”.</a:t>
            </a:r>
          </a:p>
          <a:p>
            <a:pPr marL="360000" lvl="1" indent="-360000">
              <a:lnSpc>
                <a:spcPct val="100000"/>
              </a:lnSpc>
              <a:spcBef>
                <a:spcPct val="0"/>
              </a:spcBef>
              <a:spcAft>
                <a:spcPts val="0"/>
              </a:spcAft>
              <a:buClrTx/>
              <a:buSzPct val="100000"/>
              <a:buFont typeface="Wingdings" panose="05000000000000000000" pitchFamily="2" charset="2"/>
              <a:buChar char="Ø"/>
              <a:defRPr/>
            </a:pPr>
            <a:endParaRPr lang="en-US" altLang="en-US" sz="2000" b="0" kern="0" dirty="0">
              <a:solidFill>
                <a:srgbClr val="000000"/>
              </a:solidFill>
              <a:latin typeface="Arial"/>
            </a:endParaRPr>
          </a:p>
        </p:txBody>
      </p:sp>
      <p:sp>
        <p:nvSpPr>
          <p:cNvPr id="9" name="Rectangle 2"/>
          <p:cNvSpPr>
            <a:spLocks noChangeArrowheads="1"/>
          </p:cNvSpPr>
          <p:nvPr/>
        </p:nvSpPr>
        <p:spPr bwMode="auto">
          <a:xfrm>
            <a:off x="180000" y="216000"/>
            <a:ext cx="8640000" cy="504000"/>
          </a:xfrm>
          <a:prstGeom prst="rect">
            <a:avLst/>
          </a:prstGeom>
          <a:solidFill>
            <a:srgbClr val="FFFFFF">
              <a:alpha val="69803"/>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lvl="0">
              <a:lnSpc>
                <a:spcPct val="100000"/>
              </a:lnSpc>
              <a:spcBef>
                <a:spcPct val="0"/>
              </a:spcBef>
              <a:buClrTx/>
              <a:buNone/>
              <a:defRPr/>
            </a:pPr>
            <a:r>
              <a:rPr lang="en-US" altLang="en-US" sz="2400" b="0" dirty="0" smtClean="0">
                <a:solidFill>
                  <a:srgbClr val="333399"/>
                </a:solidFill>
                <a:latin typeface="Arial" panose="020B0604020202020204" pitchFamily="34" charset="0"/>
                <a:cs typeface="Arial" panose="020B0604020202020204" pitchFamily="34" charset="0"/>
              </a:rPr>
              <a:t>APEGA Meaning of “Due Diligence”:</a:t>
            </a:r>
            <a:endParaRPr lang="en-US" altLang="en-US" sz="2400" b="0" dirty="0">
              <a:solidFill>
                <a:srgbClr val="333399"/>
              </a:solidFill>
              <a:latin typeface="Arial" panose="020B0604020202020204" pitchFamily="34" charset="0"/>
              <a:cs typeface="Arial" panose="020B0604020202020204" pitchFamily="34" charset="0"/>
            </a:endParaRP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4</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6" name="Google Shape;125;p2"/>
          <p:cNvSpPr/>
          <p:nvPr/>
        </p:nvSpPr>
        <p:spPr>
          <a:xfrm>
            <a:off x="2514600" y="6300000"/>
            <a:ext cx="558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US" sz="1200" b="1" i="1" u="none" strike="noStrike" kern="0" cap="none" spc="0" normalizeH="0" baseline="0" noProof="0" dirty="0" smtClean="0">
                <a:ln>
                  <a:noFill/>
                </a:ln>
                <a:solidFill>
                  <a:srgbClr val="000000"/>
                </a:solidFill>
                <a:effectLst/>
                <a:uLnTx/>
                <a:uFillTx/>
                <a:latin typeface="Arial" charset="0"/>
                <a:ea typeface="Times New Roman"/>
                <a:cs typeface="Arial" panose="020B0604020202020204" pitchFamily="34" charset="0"/>
                <a:sym typeface="Times New Roman"/>
              </a:rPr>
              <a:t>Chapter 6.4: “Reasonably Practicable” and The Importance of Documenting RM Activities</a:t>
            </a:r>
            <a:endParaRPr kumimoji="0" lang="en-US"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endParaRPr>
          </a:p>
        </p:txBody>
      </p:sp>
    </p:spTree>
    <p:extLst>
      <p:ext uri="{BB962C8B-B14F-4D97-AF65-F5344CB8AC3E}">
        <p14:creationId xmlns:p14="http://schemas.microsoft.com/office/powerpoint/2010/main" val="2745113411"/>
      </p:ext>
    </p:extLst>
  </p:cSld>
  <p:clrMapOvr>
    <a:masterClrMapping/>
  </p:clrMapOvr>
  <p:transition>
    <p:fade/>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lvl="1" indent="0">
              <a:lnSpc>
                <a:spcPct val="90000"/>
              </a:lnSpc>
              <a:spcBef>
                <a:spcPct val="0"/>
              </a:spcBef>
              <a:spcAft>
                <a:spcPts val="0"/>
              </a:spcAft>
              <a:buClrTx/>
              <a:buSzPct val="100000"/>
              <a:buNone/>
              <a:defRPr/>
            </a:pPr>
            <a:r>
              <a:rPr lang="en-US" altLang="en-US" sz="2000" b="0" kern="0" dirty="0" smtClean="0">
                <a:solidFill>
                  <a:srgbClr val="000000"/>
                </a:solidFill>
                <a:latin typeface="Arial"/>
              </a:rPr>
              <a:t> </a:t>
            </a:r>
            <a:endParaRPr lang="en-US" altLang="en-US" sz="2000" b="0" kern="0" dirty="0">
              <a:solidFill>
                <a:srgbClr val="000000"/>
              </a:solidFill>
              <a:latin typeface="Arial"/>
            </a:endParaRPr>
          </a:p>
          <a:p>
            <a:pPr marL="360000" lvl="1" indent="-360000">
              <a:lnSpc>
                <a:spcPct val="90000"/>
              </a:lnSpc>
              <a:spcBef>
                <a:spcPct val="0"/>
              </a:spcBef>
              <a:spcAft>
                <a:spcPts val="0"/>
              </a:spcAft>
              <a:buClrTx/>
              <a:buSzPct val="100000"/>
              <a:buFont typeface="Wingdings" panose="05000000000000000000" pitchFamily="2" charset="2"/>
              <a:buChar char="Ø"/>
              <a:defRPr/>
            </a:pPr>
            <a:r>
              <a:rPr lang="en-US" altLang="en-US" sz="2000" b="0" kern="0" dirty="0" smtClean="0">
                <a:solidFill>
                  <a:srgbClr val="000000"/>
                </a:solidFill>
                <a:latin typeface="Arial"/>
              </a:rPr>
              <a:t>One may hear the term “do our due diligence” </a:t>
            </a:r>
            <a:r>
              <a:rPr lang="en-US" altLang="en-US" sz="2000" b="0" kern="0" dirty="0">
                <a:solidFill>
                  <a:srgbClr val="000000"/>
                </a:solidFill>
                <a:latin typeface="Arial"/>
              </a:rPr>
              <a:t>in </a:t>
            </a:r>
            <a:r>
              <a:rPr lang="en-US" altLang="en-US" sz="2000" b="0" kern="0" dirty="0" smtClean="0">
                <a:solidFill>
                  <a:srgbClr val="000000"/>
                </a:solidFill>
                <a:latin typeface="Arial"/>
              </a:rPr>
              <a:t>industry:</a:t>
            </a:r>
          </a:p>
          <a:p>
            <a:pPr marL="720000" lvl="1" indent="-360000">
              <a:lnSpc>
                <a:spcPct val="90000"/>
              </a:lnSpc>
              <a:spcBef>
                <a:spcPct val="0"/>
              </a:spcBef>
              <a:spcAft>
                <a:spcPts val="0"/>
              </a:spcAft>
              <a:buClrTx/>
              <a:buSzPct val="100000"/>
              <a:buFont typeface="Wingdings" panose="05000000000000000000" pitchFamily="2" charset="2"/>
              <a:buChar char="Ø"/>
              <a:defRPr/>
            </a:pPr>
            <a:endParaRPr lang="en-US" altLang="en-US" sz="2000" b="0" kern="0" dirty="0" smtClean="0">
              <a:solidFill>
                <a:srgbClr val="000000"/>
              </a:solidFill>
              <a:latin typeface="Arial"/>
            </a:endParaRPr>
          </a:p>
          <a:p>
            <a:pPr marL="720000" lvl="1" indent="-360000">
              <a:lnSpc>
                <a:spcPct val="90000"/>
              </a:lnSpc>
              <a:spcBef>
                <a:spcPct val="0"/>
              </a:spcBef>
              <a:spcAft>
                <a:spcPts val="0"/>
              </a:spcAft>
              <a:buClrTx/>
              <a:buSzPct val="100000"/>
              <a:buFont typeface="Wingdings" panose="05000000000000000000" pitchFamily="2" charset="2"/>
              <a:buChar char="Ø"/>
              <a:defRPr/>
            </a:pPr>
            <a:r>
              <a:rPr lang="en-US" altLang="en-US" sz="2000" b="0" u="sng" kern="0" dirty="0" smtClean="0">
                <a:solidFill>
                  <a:srgbClr val="000000"/>
                </a:solidFill>
                <a:latin typeface="Arial"/>
              </a:rPr>
              <a:t>Prior</a:t>
            </a:r>
            <a:r>
              <a:rPr lang="en-US" altLang="en-US" sz="2000" b="0" kern="0" dirty="0" smtClean="0">
                <a:solidFill>
                  <a:srgbClr val="000000"/>
                </a:solidFill>
                <a:latin typeface="Arial"/>
              </a:rPr>
              <a:t> to a decision: </a:t>
            </a:r>
            <a:r>
              <a:rPr lang="en-US" altLang="en-US" sz="2000" b="0" u="sng" kern="0" dirty="0" smtClean="0">
                <a:solidFill>
                  <a:srgbClr val="000000"/>
                </a:solidFill>
                <a:latin typeface="Arial"/>
              </a:rPr>
              <a:t>the </a:t>
            </a:r>
            <a:r>
              <a:rPr lang="en-US" altLang="en-US" sz="2000" b="0" u="sng" kern="0" dirty="0">
                <a:solidFill>
                  <a:srgbClr val="000000"/>
                </a:solidFill>
                <a:latin typeface="Arial"/>
              </a:rPr>
              <a:t>application</a:t>
            </a:r>
            <a:r>
              <a:rPr lang="en-US" altLang="en-US" sz="2000" b="0" kern="0" dirty="0">
                <a:solidFill>
                  <a:srgbClr val="000000"/>
                </a:solidFill>
                <a:latin typeface="Arial"/>
              </a:rPr>
              <a:t> of risk </a:t>
            </a:r>
            <a:r>
              <a:rPr lang="en-US" altLang="en-US" sz="2000" b="0" kern="0" dirty="0" smtClean="0">
                <a:solidFill>
                  <a:srgbClr val="000000"/>
                </a:solidFill>
                <a:latin typeface="Arial"/>
              </a:rPr>
              <a:t>management to determine the most effective action to take to eliminate, mitigate, or control risks in order to avoid harm to persons, property, or the environment i.e. take all reasonably practicable actions.</a:t>
            </a:r>
          </a:p>
          <a:p>
            <a:pPr marL="720000" lvl="1" indent="-360000">
              <a:lnSpc>
                <a:spcPct val="90000"/>
              </a:lnSpc>
              <a:spcBef>
                <a:spcPct val="0"/>
              </a:spcBef>
              <a:spcAft>
                <a:spcPts val="0"/>
              </a:spcAft>
              <a:buClrTx/>
              <a:buSzPct val="100000"/>
              <a:buFont typeface="Wingdings" panose="05000000000000000000" pitchFamily="2" charset="2"/>
              <a:buChar char="Ø"/>
              <a:defRPr/>
            </a:pPr>
            <a:endParaRPr lang="en-US" altLang="en-US" sz="2000" b="0" kern="0" dirty="0" smtClean="0">
              <a:solidFill>
                <a:srgbClr val="000000"/>
              </a:solidFill>
              <a:latin typeface="Arial"/>
            </a:endParaRPr>
          </a:p>
          <a:p>
            <a:pPr marL="720000" lvl="1" indent="-360000">
              <a:lnSpc>
                <a:spcPct val="90000"/>
              </a:lnSpc>
              <a:spcBef>
                <a:spcPct val="0"/>
              </a:spcBef>
              <a:spcAft>
                <a:spcPts val="0"/>
              </a:spcAft>
              <a:buClrTx/>
              <a:buSzPct val="100000"/>
              <a:buFont typeface="Wingdings" panose="05000000000000000000" pitchFamily="2" charset="2"/>
              <a:buChar char="Ø"/>
              <a:defRPr/>
            </a:pPr>
            <a:r>
              <a:rPr lang="en-US" altLang="en-US" sz="2000" b="0" u="sng" kern="0" dirty="0" smtClean="0">
                <a:solidFill>
                  <a:srgbClr val="000000"/>
                </a:solidFill>
                <a:latin typeface="Arial"/>
              </a:rPr>
              <a:t>After</a:t>
            </a:r>
            <a:r>
              <a:rPr lang="en-US" altLang="en-US" sz="2000" b="0" kern="0" dirty="0" smtClean="0">
                <a:solidFill>
                  <a:srgbClr val="000000"/>
                </a:solidFill>
                <a:latin typeface="Arial"/>
              </a:rPr>
              <a:t> implementation: </a:t>
            </a:r>
            <a:r>
              <a:rPr lang="en-US" altLang="en-US" sz="2000" b="0" u="sng" kern="0" dirty="0" smtClean="0">
                <a:solidFill>
                  <a:srgbClr val="000000"/>
                </a:solidFill>
                <a:latin typeface="Arial"/>
              </a:rPr>
              <a:t>the </a:t>
            </a:r>
            <a:r>
              <a:rPr lang="en-US" altLang="en-US" sz="2000" b="0" u="sng" kern="0" dirty="0">
                <a:solidFill>
                  <a:srgbClr val="000000"/>
                </a:solidFill>
                <a:latin typeface="Arial"/>
              </a:rPr>
              <a:t>ability to demonstrate</a:t>
            </a:r>
            <a:r>
              <a:rPr lang="en-US" altLang="en-US" sz="2000" b="0" kern="0" dirty="0">
                <a:solidFill>
                  <a:srgbClr val="000000"/>
                </a:solidFill>
                <a:latin typeface="Arial"/>
              </a:rPr>
              <a:t> that </a:t>
            </a:r>
            <a:r>
              <a:rPr lang="en-US" altLang="en-US" sz="2000" b="0" kern="0" dirty="0" smtClean="0">
                <a:solidFill>
                  <a:srgbClr val="000000"/>
                </a:solidFill>
                <a:latin typeface="Arial"/>
              </a:rPr>
              <a:t>the implementation was believed to be </a:t>
            </a:r>
            <a:r>
              <a:rPr lang="en-US" altLang="en-US" sz="2000" b="0" kern="0" dirty="0">
                <a:solidFill>
                  <a:srgbClr val="000000"/>
                </a:solidFill>
                <a:latin typeface="Arial"/>
              </a:rPr>
              <a:t>effective</a:t>
            </a:r>
            <a:r>
              <a:rPr lang="en-US" altLang="en-US" sz="2000" b="0" kern="0" dirty="0" smtClean="0">
                <a:solidFill>
                  <a:srgbClr val="000000"/>
                </a:solidFill>
                <a:latin typeface="Arial"/>
              </a:rPr>
              <a:t>.</a:t>
            </a:r>
          </a:p>
          <a:p>
            <a:pPr marL="720000" lvl="1" indent="-360000">
              <a:lnSpc>
                <a:spcPct val="90000"/>
              </a:lnSpc>
              <a:spcBef>
                <a:spcPct val="0"/>
              </a:spcBef>
              <a:spcAft>
                <a:spcPts val="0"/>
              </a:spcAft>
              <a:buClrTx/>
              <a:buSzPct val="100000"/>
              <a:buFont typeface="Wingdings" panose="05000000000000000000" pitchFamily="2" charset="2"/>
              <a:buChar char="Ø"/>
              <a:defRPr/>
            </a:pPr>
            <a:endParaRPr lang="en-US" altLang="en-US" sz="2000" b="0" kern="0" dirty="0">
              <a:solidFill>
                <a:srgbClr val="000000"/>
              </a:solidFill>
              <a:latin typeface="Arial"/>
            </a:endParaRPr>
          </a:p>
          <a:p>
            <a:pPr marL="360000" lvl="1" indent="-360000">
              <a:lnSpc>
                <a:spcPct val="90000"/>
              </a:lnSpc>
              <a:spcBef>
                <a:spcPct val="0"/>
              </a:spcBef>
              <a:spcAft>
                <a:spcPts val="0"/>
              </a:spcAft>
              <a:buClrTx/>
              <a:buSzPct val="100000"/>
              <a:buFont typeface="Wingdings" panose="05000000000000000000" pitchFamily="2" charset="2"/>
              <a:buChar char="Ø"/>
              <a:defRPr/>
            </a:pPr>
            <a:r>
              <a:rPr lang="en-US" altLang="en-US" sz="2000" b="0" kern="0" dirty="0" smtClean="0">
                <a:solidFill>
                  <a:srgbClr val="000000"/>
                </a:solidFill>
                <a:latin typeface="Arial"/>
              </a:rPr>
              <a:t>It is </a:t>
            </a:r>
            <a:r>
              <a:rPr lang="en-US" altLang="en-US" sz="2000" b="0" kern="0" dirty="0">
                <a:solidFill>
                  <a:srgbClr val="000000"/>
                </a:solidFill>
                <a:latin typeface="Arial"/>
              </a:rPr>
              <a:t>best practice to refer to this as </a:t>
            </a:r>
            <a:r>
              <a:rPr lang="en-US" altLang="en-US" sz="2000" b="0" kern="0" dirty="0" smtClean="0">
                <a:solidFill>
                  <a:srgbClr val="000000"/>
                </a:solidFill>
                <a:latin typeface="Arial"/>
              </a:rPr>
              <a:t>“taking </a:t>
            </a:r>
            <a:r>
              <a:rPr lang="en-US" altLang="en-US" sz="2000" b="0" kern="0" dirty="0">
                <a:solidFill>
                  <a:srgbClr val="000000"/>
                </a:solidFill>
                <a:latin typeface="Arial"/>
              </a:rPr>
              <a:t>all reasonably practicable actions </a:t>
            </a:r>
            <a:r>
              <a:rPr lang="en-US" altLang="en-US" sz="2000" b="0" kern="0" dirty="0" smtClean="0">
                <a:solidFill>
                  <a:srgbClr val="000000"/>
                </a:solidFill>
                <a:latin typeface="Arial"/>
              </a:rPr>
              <a:t>and </a:t>
            </a:r>
            <a:r>
              <a:rPr lang="en-US" altLang="en-US" sz="2000" b="0" kern="0" dirty="0">
                <a:solidFill>
                  <a:srgbClr val="000000"/>
                </a:solidFill>
                <a:latin typeface="Arial"/>
              </a:rPr>
              <a:t>being able to demonstrate that those actions were taken” </a:t>
            </a:r>
            <a:r>
              <a:rPr lang="en-US" altLang="en-US" sz="2000" b="0" kern="0" dirty="0" smtClean="0">
                <a:solidFill>
                  <a:srgbClr val="000000"/>
                </a:solidFill>
                <a:latin typeface="Arial"/>
              </a:rPr>
              <a:t>(and not as “do your due diligence”).</a:t>
            </a:r>
            <a:endParaRPr lang="en-US" altLang="en-US" sz="2000" b="0" kern="0" dirty="0">
              <a:solidFill>
                <a:srgbClr val="000000"/>
              </a:solidFill>
              <a:latin typeface="Arial"/>
            </a:endParaRPr>
          </a:p>
        </p:txBody>
      </p:sp>
      <p:sp>
        <p:nvSpPr>
          <p:cNvPr id="9" name="Rectangle 2"/>
          <p:cNvSpPr>
            <a:spLocks noChangeArrowheads="1"/>
          </p:cNvSpPr>
          <p:nvPr/>
        </p:nvSpPr>
        <p:spPr bwMode="auto">
          <a:xfrm>
            <a:off x="180000" y="216000"/>
            <a:ext cx="8640000" cy="504000"/>
          </a:xfrm>
          <a:prstGeom prst="rect">
            <a:avLst/>
          </a:prstGeom>
          <a:solidFill>
            <a:srgbClr val="FFFFFF">
              <a:alpha val="69803"/>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lvl="0">
              <a:lnSpc>
                <a:spcPct val="100000"/>
              </a:lnSpc>
              <a:spcBef>
                <a:spcPct val="0"/>
              </a:spcBef>
              <a:buClrTx/>
              <a:buNone/>
              <a:defRPr/>
            </a:pPr>
            <a:r>
              <a:rPr lang="en-US" altLang="en-US" sz="2400" b="0" dirty="0">
                <a:solidFill>
                  <a:srgbClr val="333399"/>
                </a:solidFill>
                <a:latin typeface="Arial" panose="020B0604020202020204" pitchFamily="34" charset="0"/>
                <a:cs typeface="Arial" panose="020B0604020202020204" pitchFamily="34" charset="0"/>
              </a:rPr>
              <a:t>In industry, one may hear the term </a:t>
            </a:r>
            <a:r>
              <a:rPr lang="en-US" altLang="en-US" sz="2400" b="0" dirty="0" smtClean="0">
                <a:solidFill>
                  <a:srgbClr val="333399"/>
                </a:solidFill>
                <a:latin typeface="Arial" panose="020B0604020202020204" pitchFamily="34" charset="0"/>
                <a:cs typeface="Arial" panose="020B0604020202020204" pitchFamily="34" charset="0"/>
              </a:rPr>
              <a:t>“do </a:t>
            </a:r>
            <a:r>
              <a:rPr lang="en-US" altLang="en-US" sz="2400" b="0" dirty="0">
                <a:solidFill>
                  <a:srgbClr val="333399"/>
                </a:solidFill>
                <a:latin typeface="Arial" panose="020B0604020202020204" pitchFamily="34" charset="0"/>
                <a:cs typeface="Arial" panose="020B0604020202020204" pitchFamily="34" charset="0"/>
              </a:rPr>
              <a:t>our due </a:t>
            </a:r>
            <a:r>
              <a:rPr lang="en-US" altLang="en-US" sz="2400" b="0" dirty="0" smtClean="0">
                <a:solidFill>
                  <a:srgbClr val="333399"/>
                </a:solidFill>
                <a:latin typeface="Arial" panose="020B0604020202020204" pitchFamily="34" charset="0"/>
                <a:cs typeface="Arial" panose="020B0604020202020204" pitchFamily="34" charset="0"/>
              </a:rPr>
              <a:t>diligence” …</a:t>
            </a:r>
            <a:endParaRPr lang="en-US" altLang="en-US" sz="2400" b="0" dirty="0">
              <a:solidFill>
                <a:srgbClr val="333399"/>
              </a:solidFill>
              <a:latin typeface="Arial" panose="020B0604020202020204" pitchFamily="34" charset="0"/>
              <a:cs typeface="Arial" panose="020B0604020202020204" pitchFamily="34" charset="0"/>
            </a:endParaRP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5</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6" name="Google Shape;125;p2"/>
          <p:cNvSpPr/>
          <p:nvPr/>
        </p:nvSpPr>
        <p:spPr>
          <a:xfrm>
            <a:off x="2514600" y="6300000"/>
            <a:ext cx="558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US" sz="1200" b="1" i="1" u="none" strike="noStrike" kern="0" cap="none" spc="0" normalizeH="0" baseline="0" noProof="0" dirty="0" smtClean="0">
                <a:ln>
                  <a:noFill/>
                </a:ln>
                <a:solidFill>
                  <a:srgbClr val="000000"/>
                </a:solidFill>
                <a:effectLst/>
                <a:uLnTx/>
                <a:uFillTx/>
                <a:latin typeface="Arial" charset="0"/>
                <a:ea typeface="Times New Roman"/>
                <a:cs typeface="Arial" panose="020B0604020202020204" pitchFamily="34" charset="0"/>
                <a:sym typeface="Times New Roman"/>
              </a:rPr>
              <a:t>Chapter 6.4: “Reasonably Practicable” and The Importance of Documenting RM Activities</a:t>
            </a:r>
            <a:endParaRPr kumimoji="0" lang="en-US"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endParaRPr>
          </a:p>
        </p:txBody>
      </p:sp>
    </p:spTree>
    <p:extLst>
      <p:ext uri="{BB962C8B-B14F-4D97-AF65-F5344CB8AC3E}">
        <p14:creationId xmlns:p14="http://schemas.microsoft.com/office/powerpoint/2010/main" val="2688088227"/>
      </p:ext>
    </p:extLst>
  </p:cSld>
  <p:clrMapOvr>
    <a:masterClrMapping/>
  </p:clrMapOvr>
  <p:transition>
    <p:fade/>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360000" lvl="1" indent="-360000">
              <a:lnSpc>
                <a:spcPct val="95000"/>
              </a:lnSpc>
              <a:spcBef>
                <a:spcPct val="0"/>
              </a:spcBef>
              <a:spcAft>
                <a:spcPts val="0"/>
              </a:spcAft>
              <a:buClrTx/>
              <a:buSzPct val="100000"/>
              <a:buFont typeface="Wingdings" panose="05000000000000000000" pitchFamily="2" charset="2"/>
              <a:buChar char="Ø"/>
              <a:defRPr/>
            </a:pPr>
            <a:endParaRPr lang="en-US" altLang="en-US" sz="2000" b="0" kern="0" dirty="0" smtClean="0">
              <a:solidFill>
                <a:srgbClr val="000000"/>
              </a:solidFill>
              <a:latin typeface="Arial"/>
            </a:endParaRPr>
          </a:p>
          <a:p>
            <a:pPr marL="360000" lvl="1" indent="-360000">
              <a:lnSpc>
                <a:spcPct val="95000"/>
              </a:lnSpc>
              <a:spcBef>
                <a:spcPct val="0"/>
              </a:spcBef>
              <a:spcAft>
                <a:spcPts val="0"/>
              </a:spcAft>
              <a:buClrTx/>
              <a:buSzPct val="100000"/>
              <a:buFont typeface="Wingdings" panose="05000000000000000000" pitchFamily="2" charset="2"/>
              <a:buChar char="Ø"/>
              <a:defRPr/>
            </a:pPr>
            <a:endParaRPr lang="en-US" altLang="en-US" sz="2000" b="0" kern="0" dirty="0">
              <a:solidFill>
                <a:srgbClr val="000000"/>
              </a:solidFill>
              <a:latin typeface="Arial"/>
            </a:endParaRPr>
          </a:p>
          <a:p>
            <a:pPr marL="360000" lvl="1" indent="-360000">
              <a:lnSpc>
                <a:spcPct val="95000"/>
              </a:lnSpc>
              <a:spcBef>
                <a:spcPct val="0"/>
              </a:spcBef>
              <a:spcAft>
                <a:spcPts val="0"/>
              </a:spcAft>
              <a:buClrTx/>
              <a:buSzPct val="100000"/>
              <a:buFont typeface="Wingdings" panose="05000000000000000000" pitchFamily="2" charset="2"/>
              <a:buChar char="Ø"/>
              <a:defRPr/>
            </a:pPr>
            <a:endParaRPr lang="en-US" altLang="en-US" sz="2000" b="0" kern="0" dirty="0" smtClean="0">
              <a:solidFill>
                <a:srgbClr val="000000"/>
              </a:solidFill>
              <a:latin typeface="Arial"/>
            </a:endParaRPr>
          </a:p>
          <a:p>
            <a:pPr marL="360000" lvl="1" indent="-360000">
              <a:lnSpc>
                <a:spcPct val="95000"/>
              </a:lnSpc>
              <a:spcBef>
                <a:spcPct val="0"/>
              </a:spcBef>
              <a:spcAft>
                <a:spcPts val="0"/>
              </a:spcAft>
              <a:buClrTx/>
              <a:buSzPct val="100000"/>
              <a:buFont typeface="Wingdings" panose="05000000000000000000" pitchFamily="2" charset="2"/>
              <a:buChar char="Ø"/>
              <a:defRPr/>
            </a:pPr>
            <a:endParaRPr lang="en-US" altLang="en-US" sz="2000" b="0" kern="0" dirty="0">
              <a:solidFill>
                <a:srgbClr val="000000"/>
              </a:solidFill>
              <a:latin typeface="Arial"/>
            </a:endParaRPr>
          </a:p>
          <a:p>
            <a:pPr marL="360000" lvl="1" indent="-360000">
              <a:lnSpc>
                <a:spcPct val="95000"/>
              </a:lnSpc>
              <a:spcBef>
                <a:spcPct val="0"/>
              </a:spcBef>
              <a:spcAft>
                <a:spcPts val="0"/>
              </a:spcAft>
              <a:buClrTx/>
              <a:buSzPct val="100000"/>
              <a:buFont typeface="Wingdings" panose="05000000000000000000" pitchFamily="2" charset="2"/>
              <a:buChar char="Ø"/>
              <a:defRPr/>
            </a:pPr>
            <a:r>
              <a:rPr lang="en-US" altLang="en-US" sz="2000" b="0" kern="0" dirty="0" smtClean="0">
                <a:solidFill>
                  <a:srgbClr val="000000"/>
                </a:solidFill>
                <a:latin typeface="Arial"/>
              </a:rPr>
              <a:t>In </a:t>
            </a:r>
            <a:r>
              <a:rPr lang="en-US" altLang="en-US" sz="2000" b="0" kern="0" dirty="0">
                <a:solidFill>
                  <a:srgbClr val="000000"/>
                </a:solidFill>
                <a:latin typeface="Arial"/>
              </a:rPr>
              <a:t>OHS legislation, the term “reasonably practicable” simply means the obligation must be met in a way that:</a:t>
            </a:r>
          </a:p>
          <a:p>
            <a:pPr marL="720000" lvl="1" indent="-360000">
              <a:lnSpc>
                <a:spcPct val="95000"/>
              </a:lnSpc>
              <a:spcBef>
                <a:spcPct val="0"/>
              </a:spcBef>
              <a:spcAft>
                <a:spcPts val="0"/>
              </a:spcAft>
              <a:buClrTx/>
              <a:buSzPct val="100000"/>
              <a:buFont typeface="Wingdings" panose="05000000000000000000" pitchFamily="2" charset="2"/>
              <a:buChar char="Ø"/>
              <a:defRPr/>
            </a:pPr>
            <a:r>
              <a:rPr lang="en-US" altLang="en-US" sz="2000" b="0" kern="0" dirty="0" smtClean="0">
                <a:solidFill>
                  <a:srgbClr val="000000"/>
                </a:solidFill>
                <a:latin typeface="Arial"/>
              </a:rPr>
              <a:t>is </a:t>
            </a:r>
            <a:r>
              <a:rPr lang="en-US" altLang="en-US" sz="2000" b="0" kern="0" dirty="0">
                <a:solidFill>
                  <a:srgbClr val="000000"/>
                </a:solidFill>
                <a:latin typeface="Arial"/>
              </a:rPr>
              <a:t>feasible given the circumstances, and</a:t>
            </a:r>
          </a:p>
          <a:p>
            <a:pPr marL="720000" lvl="1" indent="-360000">
              <a:lnSpc>
                <a:spcPct val="95000"/>
              </a:lnSpc>
              <a:spcBef>
                <a:spcPct val="0"/>
              </a:spcBef>
              <a:spcAft>
                <a:spcPts val="0"/>
              </a:spcAft>
              <a:buClrTx/>
              <a:buSzPct val="100000"/>
              <a:buFont typeface="Wingdings" panose="05000000000000000000" pitchFamily="2" charset="2"/>
              <a:buChar char="Ø"/>
              <a:defRPr/>
            </a:pPr>
            <a:r>
              <a:rPr lang="en-US" altLang="en-US" sz="2000" b="0" kern="0" dirty="0" smtClean="0">
                <a:solidFill>
                  <a:srgbClr val="000000"/>
                </a:solidFill>
                <a:latin typeface="Arial"/>
              </a:rPr>
              <a:t>would </a:t>
            </a:r>
            <a:r>
              <a:rPr lang="en-US" altLang="en-US" sz="2000" b="0" kern="0" dirty="0">
                <a:solidFill>
                  <a:srgbClr val="000000"/>
                </a:solidFill>
                <a:latin typeface="Arial"/>
              </a:rPr>
              <a:t>be considered appropriate by most reasonable people in similar </a:t>
            </a:r>
            <a:r>
              <a:rPr lang="en-US" altLang="en-US" sz="2000" b="0" kern="0" dirty="0" smtClean="0">
                <a:solidFill>
                  <a:srgbClr val="000000"/>
                </a:solidFill>
                <a:latin typeface="Arial"/>
              </a:rPr>
              <a:t>circumstances</a:t>
            </a:r>
          </a:p>
          <a:p>
            <a:pPr marL="720000" lvl="1" indent="-360000">
              <a:lnSpc>
                <a:spcPct val="95000"/>
              </a:lnSpc>
              <a:spcBef>
                <a:spcPct val="0"/>
              </a:spcBef>
              <a:spcAft>
                <a:spcPts val="0"/>
              </a:spcAft>
              <a:buClrTx/>
              <a:buSzPct val="100000"/>
              <a:buFont typeface="Wingdings" panose="05000000000000000000" pitchFamily="2" charset="2"/>
              <a:buChar char="Ø"/>
              <a:defRPr/>
            </a:pPr>
            <a:endParaRPr kumimoji="0" lang="en-US" altLang="en-US" sz="2000" b="0" i="0" u="none" strike="noStrike" kern="0" cap="none" spc="0" normalizeH="0" baseline="0" noProof="0" dirty="0">
              <a:ln>
                <a:noFill/>
              </a:ln>
              <a:solidFill>
                <a:srgbClr val="000000"/>
              </a:solidFill>
              <a:effectLst/>
              <a:uLnTx/>
              <a:uFillTx/>
              <a:latin typeface="Arial"/>
            </a:endParaRPr>
          </a:p>
          <a:p>
            <a:pPr marL="360000" lvl="1" indent="-360000">
              <a:lnSpc>
                <a:spcPct val="95000"/>
              </a:lnSpc>
              <a:spcBef>
                <a:spcPct val="0"/>
              </a:spcBef>
              <a:spcAft>
                <a:spcPts val="0"/>
              </a:spcAft>
              <a:buClrTx/>
              <a:buSzPct val="100000"/>
              <a:buFont typeface="Wingdings" panose="05000000000000000000" pitchFamily="2" charset="2"/>
              <a:buChar char="Ø"/>
              <a:defRPr/>
            </a:pPr>
            <a:r>
              <a:rPr lang="en-US" altLang="en-US" sz="2000" b="0" kern="0" dirty="0">
                <a:solidFill>
                  <a:srgbClr val="000000"/>
                </a:solidFill>
                <a:latin typeface="Arial"/>
              </a:rPr>
              <a:t>To determine what actions would be considered reasonably practicable, apply the “reasonable person </a:t>
            </a:r>
            <a:r>
              <a:rPr lang="en-US" altLang="en-US" sz="2000" b="0" kern="0" dirty="0" smtClean="0">
                <a:solidFill>
                  <a:srgbClr val="000000"/>
                </a:solidFill>
                <a:latin typeface="Arial"/>
              </a:rPr>
              <a:t>test” i.e. What </a:t>
            </a:r>
            <a:r>
              <a:rPr lang="en-US" altLang="en-US" sz="2000" b="0" kern="0" dirty="0">
                <a:solidFill>
                  <a:srgbClr val="000000"/>
                </a:solidFill>
                <a:latin typeface="Arial"/>
              </a:rPr>
              <a:t>actions would a reasonable person take in similar circumstances? To answer these questions, you can:</a:t>
            </a:r>
          </a:p>
          <a:p>
            <a:pPr marL="720000" lvl="1" indent="-360000">
              <a:lnSpc>
                <a:spcPct val="95000"/>
              </a:lnSpc>
              <a:spcBef>
                <a:spcPct val="0"/>
              </a:spcBef>
              <a:spcAft>
                <a:spcPts val="0"/>
              </a:spcAft>
              <a:buClrTx/>
              <a:buSzPct val="100000"/>
              <a:buFont typeface="Wingdings" panose="05000000000000000000" pitchFamily="2" charset="2"/>
              <a:buChar char="Ø"/>
              <a:defRPr/>
            </a:pPr>
            <a:r>
              <a:rPr lang="en-US" altLang="en-US" sz="2000" b="0" kern="0" dirty="0" smtClean="0">
                <a:solidFill>
                  <a:srgbClr val="000000"/>
                </a:solidFill>
                <a:latin typeface="Arial"/>
              </a:rPr>
              <a:t>determine </a:t>
            </a:r>
            <a:r>
              <a:rPr lang="en-US" altLang="en-US" sz="2000" b="0" kern="0" dirty="0">
                <a:solidFill>
                  <a:srgbClr val="000000"/>
                </a:solidFill>
                <a:latin typeface="Arial"/>
              </a:rPr>
              <a:t>the standards of your industry,</a:t>
            </a:r>
          </a:p>
          <a:p>
            <a:pPr marL="720000" lvl="1" indent="-360000">
              <a:lnSpc>
                <a:spcPct val="95000"/>
              </a:lnSpc>
              <a:spcBef>
                <a:spcPct val="0"/>
              </a:spcBef>
              <a:spcAft>
                <a:spcPts val="0"/>
              </a:spcAft>
              <a:buClrTx/>
              <a:buSzPct val="100000"/>
              <a:buFont typeface="Wingdings" panose="05000000000000000000" pitchFamily="2" charset="2"/>
              <a:buChar char="Ø"/>
              <a:defRPr/>
            </a:pPr>
            <a:r>
              <a:rPr lang="en-US" altLang="en-US" sz="2000" b="0" kern="0" dirty="0" smtClean="0">
                <a:solidFill>
                  <a:srgbClr val="000000"/>
                </a:solidFill>
                <a:latin typeface="Arial"/>
              </a:rPr>
              <a:t>determine </a:t>
            </a:r>
            <a:r>
              <a:rPr lang="en-US" altLang="en-US" sz="2000" b="0" kern="0" dirty="0">
                <a:solidFill>
                  <a:srgbClr val="000000"/>
                </a:solidFill>
                <a:latin typeface="Arial"/>
              </a:rPr>
              <a:t>the best practices in similar situations, or</a:t>
            </a:r>
          </a:p>
          <a:p>
            <a:pPr marL="720000" lvl="1" indent="-360000">
              <a:lnSpc>
                <a:spcPct val="95000"/>
              </a:lnSpc>
              <a:spcBef>
                <a:spcPct val="0"/>
              </a:spcBef>
              <a:spcAft>
                <a:spcPts val="0"/>
              </a:spcAft>
              <a:buClrTx/>
              <a:buSzPct val="100000"/>
              <a:buFont typeface="Wingdings" panose="05000000000000000000" pitchFamily="2" charset="2"/>
              <a:buChar char="Ø"/>
              <a:defRPr/>
            </a:pPr>
            <a:r>
              <a:rPr lang="en-US" altLang="en-US" sz="2000" b="0" kern="0" dirty="0" smtClean="0">
                <a:solidFill>
                  <a:srgbClr val="000000"/>
                </a:solidFill>
                <a:latin typeface="Arial"/>
              </a:rPr>
              <a:t>consult </a:t>
            </a:r>
            <a:r>
              <a:rPr lang="en-US" altLang="en-US" sz="2000" b="0" kern="0" dirty="0">
                <a:solidFill>
                  <a:srgbClr val="000000"/>
                </a:solidFill>
                <a:latin typeface="Arial"/>
              </a:rPr>
              <a:t>an expert in the field as to what needs to be </a:t>
            </a:r>
            <a:r>
              <a:rPr lang="en-US" altLang="en-US" sz="2000" b="0" kern="0" dirty="0" smtClean="0">
                <a:solidFill>
                  <a:srgbClr val="000000"/>
                </a:solidFill>
                <a:latin typeface="Arial"/>
              </a:rPr>
              <a:t>done.</a:t>
            </a:r>
          </a:p>
          <a:p>
            <a:pPr marL="0" lvl="1" indent="0">
              <a:lnSpc>
                <a:spcPct val="95000"/>
              </a:lnSpc>
              <a:spcBef>
                <a:spcPct val="0"/>
              </a:spcBef>
              <a:spcAft>
                <a:spcPts val="0"/>
              </a:spcAft>
              <a:buClrTx/>
              <a:buSzPct val="100000"/>
              <a:buNone/>
              <a:defRPr/>
            </a:pPr>
            <a:r>
              <a:rPr lang="en-US" altLang="en-US" sz="1600" b="0" i="1" kern="0" dirty="0" smtClean="0">
                <a:solidFill>
                  <a:srgbClr val="000000"/>
                </a:solidFill>
                <a:latin typeface="Arial"/>
              </a:rPr>
              <a:t>https</a:t>
            </a:r>
            <a:r>
              <a:rPr lang="en-US" altLang="en-US" sz="1600" b="0" i="1" kern="0" dirty="0">
                <a:solidFill>
                  <a:srgbClr val="000000"/>
                </a:solidFill>
                <a:latin typeface="Arial"/>
              </a:rPr>
              <a:t>://ohs-pubstore.labour.alberta.ca/li015?_ccCt=cflw-2ji205-4u1yym-fpkgrsm6</a:t>
            </a:r>
          </a:p>
          <a:p>
            <a:pPr marL="720000" lvl="1" indent="-360000">
              <a:lnSpc>
                <a:spcPct val="95000"/>
              </a:lnSpc>
              <a:spcBef>
                <a:spcPct val="0"/>
              </a:spcBef>
              <a:spcAft>
                <a:spcPts val="0"/>
              </a:spcAft>
              <a:buClrTx/>
              <a:buSzPct val="100000"/>
              <a:buFont typeface="Wingdings" panose="05000000000000000000" pitchFamily="2" charset="2"/>
              <a:buChar char="Ø"/>
              <a:defRPr/>
            </a:pPr>
            <a:endParaRPr lang="en-US" altLang="en-US" sz="2000" b="0" kern="0" dirty="0" smtClean="0">
              <a:solidFill>
                <a:srgbClr val="000000"/>
              </a:solidFill>
              <a:latin typeface="Arial"/>
            </a:endParaRPr>
          </a:p>
        </p:txBody>
      </p:sp>
      <p:sp>
        <p:nvSpPr>
          <p:cNvPr id="9" name="Rectangle 2"/>
          <p:cNvSpPr>
            <a:spLocks noChangeArrowheads="1"/>
          </p:cNvSpPr>
          <p:nvPr/>
        </p:nvSpPr>
        <p:spPr bwMode="auto">
          <a:xfrm>
            <a:off x="180000" y="216000"/>
            <a:ext cx="8640000" cy="504000"/>
          </a:xfrm>
          <a:prstGeom prst="rect">
            <a:avLst/>
          </a:prstGeom>
          <a:solidFill>
            <a:srgbClr val="FFFFFF">
              <a:alpha val="69803"/>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lvl="0">
              <a:lnSpc>
                <a:spcPct val="100000"/>
              </a:lnSpc>
              <a:spcBef>
                <a:spcPct val="0"/>
              </a:spcBef>
              <a:buClrTx/>
              <a:buNone/>
              <a:defRPr/>
            </a:pPr>
            <a:r>
              <a:rPr lang="en-US" altLang="en-US" sz="2400" b="0" dirty="0" smtClean="0">
                <a:solidFill>
                  <a:srgbClr val="333399"/>
                </a:solidFill>
                <a:latin typeface="Arial" panose="020B0604020202020204" pitchFamily="34" charset="0"/>
                <a:cs typeface="Arial" panose="020B0604020202020204" pitchFamily="34" charset="0"/>
              </a:rPr>
              <a:t>The Meaning of “Reasonably Practicable”:</a:t>
            </a:r>
            <a:endParaRPr kumimoji="0" lang="en-US" altLang="en-US" sz="2400" b="0" i="0" u="none" strike="noStrike" kern="1200" cap="none" spc="0" normalizeH="0" baseline="0" noProof="0" dirty="0">
              <a:ln>
                <a:noFill/>
              </a:ln>
              <a:solidFill>
                <a:srgbClr val="333399"/>
              </a:solidFill>
              <a:effectLst/>
              <a:uLnTx/>
              <a:uFillTx/>
              <a:latin typeface="Arial" panose="020B0604020202020204" pitchFamily="34" charset="0"/>
              <a:ea typeface="+mn-ea"/>
              <a:cs typeface="Arial" panose="020B0604020202020204" pitchFamily="34" charset="0"/>
            </a:endParaRP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6</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13" name="Google Shape;125;p2"/>
          <p:cNvSpPr/>
          <p:nvPr/>
        </p:nvSpPr>
        <p:spPr>
          <a:xfrm>
            <a:off x="2514600" y="6300000"/>
            <a:ext cx="558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US" sz="1200" b="1" i="1" u="none" strike="noStrike" kern="0" cap="none" spc="0" normalizeH="0" baseline="0" noProof="0" dirty="0" smtClean="0">
                <a:ln>
                  <a:noFill/>
                </a:ln>
                <a:solidFill>
                  <a:srgbClr val="000000"/>
                </a:solidFill>
                <a:effectLst/>
                <a:uLnTx/>
                <a:uFillTx/>
                <a:latin typeface="Arial" charset="0"/>
                <a:ea typeface="Times New Roman"/>
                <a:cs typeface="Arial" panose="020B0604020202020204" pitchFamily="34" charset="0"/>
                <a:sym typeface="Times New Roman"/>
              </a:rPr>
              <a:t>Chapter 6.4: “Reasonably Practicable” and The Importance of Documenting RM Activities</a:t>
            </a:r>
            <a:endParaRPr kumimoji="0" lang="en-US"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endParaRPr>
          </a:p>
        </p:txBody>
      </p:sp>
      <p:sp>
        <p:nvSpPr>
          <p:cNvPr id="2" name="TextBox 1"/>
          <p:cNvSpPr txBox="1"/>
          <p:nvPr/>
        </p:nvSpPr>
        <p:spPr>
          <a:xfrm>
            <a:off x="180000" y="828000"/>
            <a:ext cx="8640000" cy="1200329"/>
          </a:xfrm>
          <a:prstGeom prst="rect">
            <a:avLst/>
          </a:prstGeom>
          <a:solidFill>
            <a:schemeClr val="accent5">
              <a:lumMod val="75000"/>
            </a:schemeClr>
          </a:solidFill>
        </p:spPr>
        <p:txBody>
          <a:bodyPr wrap="square" rtlCol="0">
            <a:spAutoFit/>
          </a:bodyPr>
          <a:lstStyle/>
          <a:p>
            <a:r>
              <a:rPr lang="en-US" dirty="0"/>
              <a:t>Section 3(1) 1), OHS </a:t>
            </a:r>
            <a:r>
              <a:rPr lang="en-US" dirty="0" smtClean="0"/>
              <a:t>Act: </a:t>
            </a:r>
            <a:endParaRPr lang="en-US" dirty="0"/>
          </a:p>
          <a:p>
            <a:r>
              <a:rPr lang="en-US" dirty="0" smtClean="0"/>
              <a:t>Every </a:t>
            </a:r>
            <a:r>
              <a:rPr lang="en-US" dirty="0"/>
              <a:t>employer shall ensure, as far as it </a:t>
            </a:r>
            <a:r>
              <a:rPr lang="en-US" dirty="0" smtClean="0"/>
              <a:t>is </a:t>
            </a:r>
            <a:r>
              <a:rPr lang="en-US" u="sng" dirty="0" smtClean="0"/>
              <a:t>reasonably </a:t>
            </a:r>
            <a:br>
              <a:rPr lang="en-US" u="sng" dirty="0" smtClean="0"/>
            </a:br>
            <a:r>
              <a:rPr lang="en-US" u="sng" dirty="0" smtClean="0"/>
              <a:t>practicable</a:t>
            </a:r>
            <a:r>
              <a:rPr lang="en-US" dirty="0" smtClean="0"/>
              <a:t> for </a:t>
            </a:r>
            <a:r>
              <a:rPr lang="en-US" dirty="0"/>
              <a:t>the employer to </a:t>
            </a:r>
            <a:r>
              <a:rPr lang="en-US" dirty="0" smtClean="0"/>
              <a:t>do so … </a:t>
            </a:r>
            <a:r>
              <a:rPr lang="en-US" dirty="0"/>
              <a:t>the health, </a:t>
            </a:r>
            <a:r>
              <a:rPr lang="en-US" dirty="0" smtClean="0"/>
              <a:t>safety </a:t>
            </a:r>
            <a:br>
              <a:rPr lang="en-US" dirty="0" smtClean="0"/>
            </a:br>
            <a:r>
              <a:rPr lang="en-US" dirty="0" smtClean="0"/>
              <a:t>and </a:t>
            </a:r>
            <a:r>
              <a:rPr lang="en-US" dirty="0"/>
              <a:t>welfare of </a:t>
            </a:r>
            <a:r>
              <a:rPr lang="en-US" dirty="0" smtClean="0"/>
              <a:t>workers engaged </a:t>
            </a:r>
            <a:r>
              <a:rPr lang="en-US" dirty="0"/>
              <a:t>in the work of that </a:t>
            </a:r>
            <a:r>
              <a:rPr lang="en-US" dirty="0" smtClean="0"/>
              <a:t>employer ...</a:t>
            </a:r>
            <a:endParaRPr lang="en-US" dirty="0"/>
          </a:p>
        </p:txBody>
      </p:sp>
      <p:pic>
        <p:nvPicPr>
          <p:cNvPr id="3" name="Picture 2" descr="Woo­den jud­ge &lt;strong&gt;gavel&lt;/strong&gt; iso­la­ted on whi­te background | Etelä-Karjalan ..."/>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236000" y="828000"/>
            <a:ext cx="1584000" cy="1188000"/>
          </a:xfrm>
          <a:prstGeom prst="rect">
            <a:avLst/>
          </a:prstGeom>
        </p:spPr>
      </p:pic>
    </p:spTree>
    <p:extLst>
      <p:ext uri="{BB962C8B-B14F-4D97-AF65-F5344CB8AC3E}">
        <p14:creationId xmlns:p14="http://schemas.microsoft.com/office/powerpoint/2010/main" val="2339620540"/>
      </p:ext>
    </p:extLst>
  </p:cSld>
  <p:clrMapOvr>
    <a:masterClrMapping/>
  </p:clrMapOvr>
  <p:transition>
    <p:fade/>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5" name="Rectangle 2"/>
          <p:cNvSpPr>
            <a:spLocks noChangeArrowheads="1"/>
          </p:cNvSpPr>
          <p:nvPr/>
        </p:nvSpPr>
        <p:spPr bwMode="auto">
          <a:xfrm>
            <a:off x="180000" y="180000"/>
            <a:ext cx="8640000" cy="504000"/>
          </a:xfrm>
          <a:prstGeom prst="rect">
            <a:avLst/>
          </a:prstGeom>
          <a:solidFill>
            <a:srgbClr val="000000"/>
          </a:solidFill>
          <a:ln>
            <a:solidFill>
              <a:srgbClr val="000000"/>
            </a:solidFill>
          </a:ln>
          <a:extLst/>
        </p:spPr>
        <p:txBody>
          <a:bodyPr wrap="square" anchor="ctr" anchorCtr="0">
            <a:noAutofit/>
          </a:bodyPr>
          <a:lstStyle/>
          <a:p>
            <a:pPr>
              <a:spcBef>
                <a:spcPts val="0"/>
              </a:spcBef>
              <a:spcAft>
                <a:spcPts val="0"/>
              </a:spcAft>
            </a:pPr>
            <a:r>
              <a:rPr lang="en-US" altLang="en-US" sz="2400" b="0"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Example: Applying Risk Management</a:t>
            </a:r>
            <a:endParaRPr lang="en-US" altLang="en-US" sz="2400" b="0" dirty="0">
              <a:solidFill>
                <a:srgbClr val="F8F8F8"/>
              </a:solidFill>
              <a:latin typeface="Arial" panose="020B0604020202020204" pitchFamily="34" charset="0"/>
              <a:ea typeface="ＭＳ Ｐゴシック" panose="020B0600070205080204" pitchFamily="34" charset="-128"/>
              <a:cs typeface="Arial" panose="020B0604020202020204" pitchFamily="34" charset="0"/>
            </a:endParaRPr>
          </a:p>
        </p:txBody>
      </p:sp>
      <p:sp>
        <p:nvSpPr>
          <p:cNvPr id="2" name="Rectangle 1"/>
          <p:cNvSpPr/>
          <p:nvPr/>
        </p:nvSpPr>
        <p:spPr>
          <a:xfrm>
            <a:off x="180000" y="828000"/>
            <a:ext cx="8640000" cy="5328000"/>
          </a:xfrm>
          <a:prstGeom prst="rect">
            <a:avLst/>
          </a:prstGeom>
          <a:solidFill>
            <a:srgbClr val="000000"/>
          </a:solidFill>
          <a:ln>
            <a:solidFill>
              <a:srgbClr val="000000"/>
            </a:solidFill>
          </a:ln>
        </p:spPr>
        <p:txBody>
          <a:bodyPr wrap="square">
            <a:noAutofit/>
          </a:bodyPr>
          <a:lstStyle/>
          <a:p>
            <a:pPr eaLnBrk="0" hangingPunct="0">
              <a:defRPr/>
            </a:pPr>
            <a:r>
              <a:rPr lang="en-US" altLang="en-US" b="0" i="1" dirty="0">
                <a:solidFill>
                  <a:srgbClr val="FFFFFF"/>
                </a:solidFill>
                <a:latin typeface="Arial" panose="020B0604020202020204" pitchFamily="34" charset="0"/>
                <a:cs typeface="Arial" panose="020B0604020202020204" pitchFamily="34" charset="0"/>
              </a:rPr>
              <a:t>By applying risk management, one is doing what is “reasonably practicable”.</a:t>
            </a:r>
          </a:p>
          <a:p>
            <a:pPr lvl="0" eaLnBrk="0" hangingPunct="0">
              <a:defRPr/>
            </a:pPr>
            <a:endParaRPr lang="en-US" altLang="en-US" b="0" i="1" dirty="0" smtClean="0">
              <a:solidFill>
                <a:srgbClr val="FFFFFF"/>
              </a:solidFill>
              <a:latin typeface="Arial" panose="020B0604020202020204" pitchFamily="34" charset="0"/>
              <a:cs typeface="Arial" panose="020B0604020202020204" pitchFamily="34" charset="0"/>
            </a:endParaRPr>
          </a:p>
          <a:p>
            <a:pPr marL="342900" lvl="0" indent="-342900" eaLnBrk="0" hangingPunct="0">
              <a:buFont typeface="Wingdings" panose="05000000000000000000" pitchFamily="2" charset="2"/>
              <a:buChar char="Ø"/>
              <a:defRPr/>
            </a:pPr>
            <a:r>
              <a:rPr lang="en-US" altLang="en-US" b="0" i="1" dirty="0" smtClean="0">
                <a:solidFill>
                  <a:srgbClr val="FFFFFF"/>
                </a:solidFill>
                <a:latin typeface="Arial" panose="020B0604020202020204" pitchFamily="34" charset="0"/>
                <a:cs typeface="Arial" panose="020B0604020202020204" pitchFamily="34" charset="0"/>
              </a:rPr>
              <a:t>Consider </a:t>
            </a:r>
            <a:r>
              <a:rPr lang="en-US" altLang="en-US" b="0" i="1" dirty="0">
                <a:solidFill>
                  <a:srgbClr val="FFFFFF"/>
                </a:solidFill>
                <a:latin typeface="Arial" panose="020B0604020202020204" pitchFamily="34" charset="0"/>
                <a:cs typeface="Arial" panose="020B0604020202020204" pitchFamily="34" charset="0"/>
              </a:rPr>
              <a:t>the daily activity of an </a:t>
            </a:r>
            <a:r>
              <a:rPr lang="en-US" altLang="en-US" b="0" i="1" u="sng" dirty="0">
                <a:solidFill>
                  <a:srgbClr val="FFFFFF"/>
                </a:solidFill>
                <a:latin typeface="Arial" panose="020B0604020202020204" pitchFamily="34" charset="0"/>
                <a:cs typeface="Arial" panose="020B0604020202020204" pitchFamily="34" charset="0"/>
              </a:rPr>
              <a:t>acceptable truck-loading operation </a:t>
            </a:r>
            <a:r>
              <a:rPr lang="en-US" altLang="en-US" b="0" i="1" dirty="0">
                <a:solidFill>
                  <a:srgbClr val="FFFFFF"/>
                </a:solidFill>
                <a:latin typeface="Arial" panose="020B0604020202020204" pitchFamily="34" charset="0"/>
                <a:cs typeface="Arial" panose="020B0604020202020204" pitchFamily="34" charset="0"/>
              </a:rPr>
              <a:t>at </a:t>
            </a:r>
            <a:r>
              <a:rPr lang="en-US" altLang="en-US" i="1" dirty="0">
                <a:solidFill>
                  <a:srgbClr val="FFFFFF"/>
                </a:solidFill>
                <a:latin typeface="Arial" panose="020B0604020202020204" pitchFamily="34" charset="0"/>
                <a:cs typeface="Arial" panose="020B0604020202020204" pitchFamily="34" charset="0"/>
              </a:rPr>
              <a:t>First Rate Propane</a:t>
            </a:r>
            <a:r>
              <a:rPr lang="en-US" altLang="en-US" b="0" i="1" dirty="0">
                <a:solidFill>
                  <a:srgbClr val="FFFFFF"/>
                </a:solidFill>
                <a:latin typeface="Arial" panose="020B0604020202020204" pitchFamily="34" charset="0"/>
                <a:cs typeface="Arial" panose="020B0604020202020204" pitchFamily="34" charset="0"/>
              </a:rPr>
              <a:t>, a company owned by T</a:t>
            </a:r>
            <a:r>
              <a:rPr lang="en-US" altLang="en-US" i="1" dirty="0">
                <a:solidFill>
                  <a:srgbClr val="FFFFFF"/>
                </a:solidFill>
                <a:latin typeface="Arial" panose="020B0604020202020204" pitchFamily="34" charset="0"/>
                <a:cs typeface="Arial" panose="020B0604020202020204" pitchFamily="34" charset="0"/>
              </a:rPr>
              <a:t>he ABC Conglomerate</a:t>
            </a:r>
            <a:r>
              <a:rPr lang="en-US" altLang="en-US" b="0" i="1" dirty="0">
                <a:solidFill>
                  <a:srgbClr val="FFFFFF"/>
                </a:solidFill>
                <a:latin typeface="Arial" panose="020B0604020202020204" pitchFamily="34" charset="0"/>
                <a:cs typeface="Arial" panose="020B0604020202020204" pitchFamily="34" charset="0"/>
              </a:rPr>
              <a:t> in the same business as Sunrise Propane, but with a </a:t>
            </a:r>
            <a:r>
              <a:rPr lang="en-US" altLang="en-US" b="0" i="1" u="sng" dirty="0">
                <a:solidFill>
                  <a:srgbClr val="FFFFFF"/>
                </a:solidFill>
                <a:latin typeface="Arial" panose="020B0604020202020204" pitchFamily="34" charset="0"/>
                <a:cs typeface="Arial" panose="020B0604020202020204" pitchFamily="34" charset="0"/>
              </a:rPr>
              <a:t>best-in-class risk management program</a:t>
            </a:r>
            <a:r>
              <a:rPr lang="en-US" altLang="en-US" b="0" i="1" dirty="0">
                <a:solidFill>
                  <a:srgbClr val="FFFFFF"/>
                </a:solidFill>
                <a:latin typeface="Arial" panose="020B0604020202020204" pitchFamily="34" charset="0"/>
                <a:cs typeface="Arial" panose="020B0604020202020204" pitchFamily="34" charset="0"/>
              </a:rPr>
              <a:t>. </a:t>
            </a:r>
          </a:p>
          <a:p>
            <a:pPr marL="342900" lvl="0" indent="-342900" eaLnBrk="0" hangingPunct="0">
              <a:buFont typeface="Wingdings" panose="05000000000000000000" pitchFamily="2" charset="2"/>
              <a:buChar char="Ø"/>
              <a:defRPr/>
            </a:pPr>
            <a:endParaRPr lang="en-US" altLang="en-US" b="0" i="1" dirty="0">
              <a:solidFill>
                <a:srgbClr val="FFFFFF"/>
              </a:solidFill>
              <a:latin typeface="Arial" panose="020B0604020202020204" pitchFamily="34" charset="0"/>
              <a:cs typeface="Arial" panose="020B0604020202020204" pitchFamily="34" charset="0"/>
            </a:endParaRPr>
          </a:p>
          <a:p>
            <a:pPr marL="342900" lvl="0" indent="-342900" eaLnBrk="0" hangingPunct="0">
              <a:buFont typeface="Wingdings" panose="05000000000000000000" pitchFamily="2" charset="2"/>
              <a:buChar char="Ø"/>
              <a:defRPr/>
            </a:pPr>
            <a:r>
              <a:rPr lang="en-US" altLang="en-US" b="0" i="1" dirty="0">
                <a:solidFill>
                  <a:srgbClr val="FFFFFF"/>
                </a:solidFill>
                <a:latin typeface="Arial" panose="020B0604020202020204" pitchFamily="34" charset="0"/>
                <a:cs typeface="Arial" panose="020B0604020202020204" pitchFamily="34" charset="0"/>
              </a:rPr>
              <a:t>Think about </a:t>
            </a:r>
            <a:r>
              <a:rPr lang="en-US" altLang="en-US" b="0" i="1" u="sng" dirty="0">
                <a:solidFill>
                  <a:srgbClr val="FFFFFF"/>
                </a:solidFill>
                <a:latin typeface="Arial" panose="020B0604020202020204" pitchFamily="34" charset="0"/>
                <a:cs typeface="Arial" panose="020B0604020202020204" pitchFamily="34" charset="0"/>
              </a:rPr>
              <a:t>one detailed activity</a:t>
            </a:r>
            <a:r>
              <a:rPr lang="en-US" altLang="en-US" b="0" i="1" dirty="0">
                <a:solidFill>
                  <a:srgbClr val="FFFFFF"/>
                </a:solidFill>
                <a:latin typeface="Arial" panose="020B0604020202020204" pitchFamily="34" charset="0"/>
                <a:cs typeface="Arial" panose="020B0604020202020204" pitchFamily="34" charset="0"/>
              </a:rPr>
              <a:t> relevant to the above daily activity, </a:t>
            </a:r>
            <a:r>
              <a:rPr lang="en-US" altLang="en-US" b="0" i="1" u="sng" dirty="0">
                <a:solidFill>
                  <a:srgbClr val="FFFFFF"/>
                </a:solidFill>
                <a:latin typeface="Arial" panose="020B0604020202020204" pitchFamily="34" charset="0"/>
                <a:cs typeface="Arial" panose="020B0604020202020204" pitchFamily="34" charset="0"/>
              </a:rPr>
              <a:t>one hazard</a:t>
            </a:r>
            <a:r>
              <a:rPr lang="en-US" altLang="en-US" b="0" i="1" dirty="0">
                <a:solidFill>
                  <a:srgbClr val="FFFFFF"/>
                </a:solidFill>
                <a:latin typeface="Arial" panose="020B0604020202020204" pitchFamily="34" charset="0"/>
                <a:cs typeface="Arial" panose="020B0604020202020204" pitchFamily="34" charset="0"/>
              </a:rPr>
              <a:t> of that detailed activity, and </a:t>
            </a:r>
            <a:r>
              <a:rPr lang="en-US" altLang="en-US" b="0" i="1" u="sng" dirty="0">
                <a:solidFill>
                  <a:srgbClr val="FFFFFF"/>
                </a:solidFill>
                <a:latin typeface="Arial" panose="020B0604020202020204" pitchFamily="34" charset="0"/>
                <a:cs typeface="Arial" panose="020B0604020202020204" pitchFamily="34" charset="0"/>
              </a:rPr>
              <a:t>one control measure</a:t>
            </a:r>
            <a:r>
              <a:rPr lang="en-US" altLang="en-US" b="0" i="1" dirty="0">
                <a:solidFill>
                  <a:srgbClr val="FFFFFF"/>
                </a:solidFill>
                <a:latin typeface="Arial" panose="020B0604020202020204" pitchFamily="34" charset="0"/>
                <a:cs typeface="Arial" panose="020B0604020202020204" pitchFamily="34" charset="0"/>
              </a:rPr>
              <a:t> used by </a:t>
            </a:r>
            <a:r>
              <a:rPr lang="en-US" altLang="en-US" b="0" i="1" u="sng" dirty="0">
                <a:solidFill>
                  <a:srgbClr val="FFFFFF"/>
                </a:solidFill>
                <a:latin typeface="Arial" panose="020B0604020202020204" pitchFamily="34" charset="0"/>
                <a:cs typeface="Arial" panose="020B0604020202020204" pitchFamily="34" charset="0"/>
              </a:rPr>
              <a:t>First Rate Propane</a:t>
            </a:r>
            <a:r>
              <a:rPr lang="en-US" altLang="en-US" b="0" i="1" dirty="0">
                <a:solidFill>
                  <a:srgbClr val="FFFFFF"/>
                </a:solidFill>
                <a:latin typeface="Arial" panose="020B0604020202020204" pitchFamily="34" charset="0"/>
                <a:cs typeface="Arial" panose="020B0604020202020204" pitchFamily="34" charset="0"/>
              </a:rPr>
              <a:t> to maintain the risk of the </a:t>
            </a:r>
            <a:r>
              <a:rPr lang="en-US" altLang="en-US" i="1" u="sng" dirty="0">
                <a:solidFill>
                  <a:srgbClr val="FFFFFF"/>
                </a:solidFill>
                <a:latin typeface="Arial" panose="020B0604020202020204" pitchFamily="34" charset="0"/>
                <a:cs typeface="Arial" panose="020B0604020202020204" pitchFamily="34" charset="0"/>
              </a:rPr>
              <a:t>Truck Loading Operation</a:t>
            </a:r>
            <a:r>
              <a:rPr lang="en-US" altLang="en-US" b="0" i="1" dirty="0">
                <a:solidFill>
                  <a:srgbClr val="FFFFFF"/>
                </a:solidFill>
                <a:latin typeface="Arial" panose="020B0604020202020204" pitchFamily="34" charset="0"/>
                <a:cs typeface="Arial" panose="020B0604020202020204" pitchFamily="34" charset="0"/>
              </a:rPr>
              <a:t> at an acceptable level. A simple </a:t>
            </a:r>
            <a:r>
              <a:rPr lang="en-US" altLang="en-US" i="1" u="sng" dirty="0">
                <a:solidFill>
                  <a:srgbClr val="FFFFFF"/>
                </a:solidFill>
                <a:latin typeface="Arial" panose="020B0604020202020204" pitchFamily="34" charset="0"/>
                <a:cs typeface="Arial" panose="020B0604020202020204" pitchFamily="34" charset="0"/>
              </a:rPr>
              <a:t>SQRA</a:t>
            </a:r>
            <a:r>
              <a:rPr lang="en-US" altLang="en-US" b="0" i="1" dirty="0">
                <a:solidFill>
                  <a:srgbClr val="FFFFFF"/>
                </a:solidFill>
                <a:latin typeface="Arial" panose="020B0604020202020204" pitchFamily="34" charset="0"/>
                <a:cs typeface="Arial" panose="020B0604020202020204" pitchFamily="34" charset="0"/>
              </a:rPr>
              <a:t> </a:t>
            </a:r>
            <a:r>
              <a:rPr lang="en-US" altLang="en-US" b="0" i="1" dirty="0" smtClean="0">
                <a:solidFill>
                  <a:srgbClr val="FFFFFF"/>
                </a:solidFill>
                <a:latin typeface="Arial" panose="020B0604020202020204" pitchFamily="34" charset="0"/>
                <a:cs typeface="Arial" panose="020B0604020202020204" pitchFamily="34" charset="0"/>
              </a:rPr>
              <a:t>or a </a:t>
            </a:r>
            <a:r>
              <a:rPr lang="en-US" altLang="en-US" i="1" u="sng" dirty="0" smtClean="0">
                <a:solidFill>
                  <a:srgbClr val="FFFFFF"/>
                </a:solidFill>
                <a:latin typeface="Arial" panose="020B0604020202020204" pitchFamily="34" charset="0"/>
                <a:cs typeface="Arial" panose="020B0604020202020204" pitchFamily="34" charset="0"/>
              </a:rPr>
              <a:t>What-If</a:t>
            </a:r>
            <a:r>
              <a:rPr lang="en-US" altLang="en-US" b="0" i="1" dirty="0" smtClean="0">
                <a:solidFill>
                  <a:srgbClr val="FFFFFF"/>
                </a:solidFill>
                <a:latin typeface="Arial" panose="020B0604020202020204" pitchFamily="34" charset="0"/>
                <a:cs typeface="Arial" panose="020B0604020202020204" pitchFamily="34" charset="0"/>
              </a:rPr>
              <a:t> can </a:t>
            </a:r>
            <a:r>
              <a:rPr lang="en-US" altLang="en-US" b="0" i="1" dirty="0">
                <a:solidFill>
                  <a:srgbClr val="FFFFFF"/>
                </a:solidFill>
                <a:latin typeface="Arial" panose="020B0604020202020204" pitchFamily="34" charset="0"/>
                <a:cs typeface="Arial" panose="020B0604020202020204" pitchFamily="34" charset="0"/>
              </a:rPr>
              <a:t>suffice</a:t>
            </a:r>
            <a:r>
              <a:rPr lang="en-US" altLang="en-US" b="0" i="1" dirty="0" smtClean="0">
                <a:solidFill>
                  <a:srgbClr val="FFFFFF"/>
                </a:solidFill>
                <a:latin typeface="Arial" panose="020B0604020202020204" pitchFamily="34" charset="0"/>
                <a:cs typeface="Arial" panose="020B0604020202020204" pitchFamily="34" charset="0"/>
              </a:rPr>
              <a:t>:</a:t>
            </a:r>
          </a:p>
          <a:p>
            <a:pPr lvl="0" eaLnBrk="0" hangingPunct="0">
              <a:defRPr/>
            </a:pPr>
            <a:endParaRPr lang="en-US" altLang="en-US" b="0" i="1" dirty="0">
              <a:solidFill>
                <a:srgbClr val="FFFFFF"/>
              </a:solidFill>
              <a:latin typeface="Arial" panose="020B0604020202020204" pitchFamily="34" charset="0"/>
              <a:cs typeface="Arial" panose="020B0604020202020204" pitchFamily="34" charset="0"/>
            </a:endParaRPr>
          </a:p>
          <a:p>
            <a:pPr eaLnBrk="0" hangingPunct="0">
              <a:defRPr/>
            </a:pPr>
            <a:r>
              <a:rPr lang="en-US" altLang="en-US" i="1" dirty="0">
                <a:solidFill>
                  <a:srgbClr val="FFFFFF"/>
                </a:solidFill>
                <a:latin typeface="Arial" panose="020B0604020202020204" pitchFamily="34" charset="0"/>
                <a:cs typeface="Arial" panose="020B0604020202020204" pitchFamily="34" charset="0"/>
              </a:rPr>
              <a:t>Job Title: Truck-loading Operation at First Rate Propane</a:t>
            </a:r>
            <a:r>
              <a:rPr lang="en-US" altLang="en-US" i="1" dirty="0" smtClean="0">
                <a:solidFill>
                  <a:srgbClr val="FFFFFF"/>
                </a:solidFill>
                <a:latin typeface="Arial" panose="020B0604020202020204" pitchFamily="34" charset="0"/>
                <a:cs typeface="Arial" panose="020B0604020202020204" pitchFamily="34" charset="0"/>
              </a:rPr>
              <a:t>:</a:t>
            </a:r>
          </a:p>
          <a:p>
            <a:pPr eaLnBrk="0" hangingPunct="0">
              <a:defRPr/>
            </a:pPr>
            <a:endParaRPr lang="en-US" altLang="en-US" b="0" i="1" dirty="0">
              <a:solidFill>
                <a:srgbClr val="FFFFFF"/>
              </a:solidFill>
              <a:latin typeface="Arial" panose="020B0604020202020204" pitchFamily="34" charset="0"/>
              <a:cs typeface="Arial" panose="020B0604020202020204" pitchFamily="34" charset="0"/>
            </a:endParaRPr>
          </a:p>
          <a:p>
            <a:pPr eaLnBrk="0" hangingPunct="0">
              <a:defRPr/>
            </a:pPr>
            <a:endParaRPr lang="en-US" altLang="en-US" b="0" i="1" dirty="0" smtClean="0">
              <a:solidFill>
                <a:srgbClr val="FFFFFF"/>
              </a:solidFill>
              <a:latin typeface="Arial" panose="020B0604020202020204" pitchFamily="34" charset="0"/>
              <a:cs typeface="Arial" panose="020B0604020202020204" pitchFamily="34" charset="0"/>
            </a:endParaRPr>
          </a:p>
          <a:p>
            <a:pPr eaLnBrk="0" hangingPunct="0">
              <a:defRPr/>
            </a:pPr>
            <a:endParaRPr lang="en-US" altLang="en-US" b="0" i="1" dirty="0">
              <a:solidFill>
                <a:srgbClr val="FFFFFF"/>
              </a:solidFill>
              <a:latin typeface="Arial" panose="020B0604020202020204" pitchFamily="34" charset="0"/>
              <a:cs typeface="Arial" panose="020B0604020202020204" pitchFamily="34" charset="0"/>
            </a:endParaRPr>
          </a:p>
          <a:p>
            <a:pPr eaLnBrk="0" hangingPunct="0">
              <a:defRPr/>
            </a:pPr>
            <a:endParaRPr lang="en-US" altLang="en-US" b="0" i="1" dirty="0" smtClean="0">
              <a:solidFill>
                <a:srgbClr val="FFFFFF"/>
              </a:solidFill>
              <a:latin typeface="Arial" panose="020B0604020202020204" pitchFamily="34" charset="0"/>
              <a:cs typeface="Arial" panose="020B0604020202020204" pitchFamily="34" charset="0"/>
            </a:endParaRPr>
          </a:p>
        </p:txBody>
      </p:sp>
      <p:sp>
        <p:nvSpPr>
          <p:cNvPr id="8"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7</a:t>
            </a:fld>
            <a:endParaRPr lang="en-US" altLang="en-US" sz="1200" b="1" i="1">
              <a:solidFill>
                <a:srgbClr val="000000"/>
              </a:solidFill>
              <a:latin typeface="Arial" panose="020B0604020202020204" pitchFamily="34" charset="0"/>
              <a:cs typeface="Arial" panose="020B0604020202020204" pitchFamily="34" charset="0"/>
            </a:endParaRPr>
          </a:p>
        </p:txBody>
      </p:sp>
      <p:graphicFrame>
        <p:nvGraphicFramePr>
          <p:cNvPr id="7" name="Table 6"/>
          <p:cNvGraphicFramePr>
            <a:graphicFrameLocks noGrp="1"/>
          </p:cNvGraphicFramePr>
          <p:nvPr>
            <p:extLst>
              <p:ext uri="{D42A27DB-BD31-4B8C-83A1-F6EECF244321}">
                <p14:modId xmlns:p14="http://schemas.microsoft.com/office/powerpoint/2010/main" val="3865888434"/>
              </p:ext>
            </p:extLst>
          </p:nvPr>
        </p:nvGraphicFramePr>
        <p:xfrm>
          <a:off x="228600" y="4382132"/>
          <a:ext cx="8508600" cy="875668"/>
        </p:xfrm>
        <a:graphic>
          <a:graphicData uri="http://schemas.openxmlformats.org/drawingml/2006/table">
            <a:tbl>
              <a:tblPr firstRow="1" bandRow="1"/>
              <a:tblGrid>
                <a:gridCol w="2836200">
                  <a:extLst>
                    <a:ext uri="{9D8B030D-6E8A-4147-A177-3AD203B41FA5}">
                      <a16:colId xmlns:a16="http://schemas.microsoft.com/office/drawing/2014/main" val="3443704447"/>
                    </a:ext>
                  </a:extLst>
                </a:gridCol>
                <a:gridCol w="2836200">
                  <a:extLst>
                    <a:ext uri="{9D8B030D-6E8A-4147-A177-3AD203B41FA5}">
                      <a16:colId xmlns:a16="http://schemas.microsoft.com/office/drawing/2014/main" val="3518489996"/>
                    </a:ext>
                  </a:extLst>
                </a:gridCol>
                <a:gridCol w="2836200">
                  <a:extLst>
                    <a:ext uri="{9D8B030D-6E8A-4147-A177-3AD203B41FA5}">
                      <a16:colId xmlns:a16="http://schemas.microsoft.com/office/drawing/2014/main" val="73636416"/>
                    </a:ext>
                  </a:extLst>
                </a:gridCol>
              </a:tblGrid>
              <a:tr h="437834">
                <a:tc>
                  <a:txBody>
                    <a:bodyPr/>
                    <a:lstStyle>
                      <a:lvl1pPr marL="0" algn="l" defTabSz="914400" rtl="0" eaLnBrk="1" latinLnBrk="0" hangingPunct="1">
                        <a:defRPr sz="1800" b="1" kern="1200">
                          <a:solidFill>
                            <a:schemeClr val="lt1"/>
                          </a:solidFill>
                          <a:latin typeface="Arial"/>
                        </a:defRPr>
                      </a:lvl1pPr>
                      <a:lvl2pPr marL="457200" algn="l" defTabSz="914400" rtl="0" eaLnBrk="1" latinLnBrk="0" hangingPunct="1">
                        <a:defRPr sz="1800" b="1" kern="1200">
                          <a:solidFill>
                            <a:schemeClr val="lt1"/>
                          </a:solidFill>
                          <a:latin typeface="Arial"/>
                        </a:defRPr>
                      </a:lvl2pPr>
                      <a:lvl3pPr marL="914400" algn="l" defTabSz="914400" rtl="0" eaLnBrk="1" latinLnBrk="0" hangingPunct="1">
                        <a:defRPr sz="1800" b="1" kern="1200">
                          <a:solidFill>
                            <a:schemeClr val="lt1"/>
                          </a:solidFill>
                          <a:latin typeface="Arial"/>
                        </a:defRPr>
                      </a:lvl3pPr>
                      <a:lvl4pPr marL="1371600" algn="l" defTabSz="914400" rtl="0" eaLnBrk="1" latinLnBrk="0" hangingPunct="1">
                        <a:defRPr sz="1800" b="1" kern="1200">
                          <a:solidFill>
                            <a:schemeClr val="lt1"/>
                          </a:solidFill>
                          <a:latin typeface="Arial"/>
                        </a:defRPr>
                      </a:lvl4pPr>
                      <a:lvl5pPr marL="1828800" algn="l" defTabSz="914400" rtl="0" eaLnBrk="1" latinLnBrk="0" hangingPunct="1">
                        <a:defRPr sz="1800" b="1" kern="1200">
                          <a:solidFill>
                            <a:schemeClr val="lt1"/>
                          </a:solidFill>
                          <a:latin typeface="Arial"/>
                        </a:defRPr>
                      </a:lvl5pPr>
                      <a:lvl6pPr marL="2286000" algn="l" defTabSz="914400" rtl="0" eaLnBrk="1" latinLnBrk="0" hangingPunct="1">
                        <a:defRPr sz="1800" b="1" kern="1200">
                          <a:solidFill>
                            <a:schemeClr val="lt1"/>
                          </a:solidFill>
                          <a:latin typeface="Arial"/>
                        </a:defRPr>
                      </a:lvl6pPr>
                      <a:lvl7pPr marL="2743200" algn="l" defTabSz="914400" rtl="0" eaLnBrk="1" latinLnBrk="0" hangingPunct="1">
                        <a:defRPr sz="1800" b="1" kern="1200">
                          <a:solidFill>
                            <a:schemeClr val="lt1"/>
                          </a:solidFill>
                          <a:latin typeface="Arial"/>
                        </a:defRPr>
                      </a:lvl7pPr>
                      <a:lvl8pPr marL="3200400" algn="l" defTabSz="914400" rtl="0" eaLnBrk="1" latinLnBrk="0" hangingPunct="1">
                        <a:defRPr sz="1800" b="1" kern="1200">
                          <a:solidFill>
                            <a:schemeClr val="lt1"/>
                          </a:solidFill>
                          <a:latin typeface="Arial"/>
                        </a:defRPr>
                      </a:lvl8pPr>
                      <a:lvl9pPr marL="3657600" algn="l" defTabSz="914400" rtl="0" eaLnBrk="1" latinLnBrk="0" hangingPunct="1">
                        <a:defRPr sz="1800" b="1" kern="1200">
                          <a:solidFill>
                            <a:schemeClr val="lt1"/>
                          </a:solidFill>
                          <a:latin typeface="Arial"/>
                        </a:defRPr>
                      </a:lvl9pPr>
                    </a:lstStyle>
                    <a:p>
                      <a:r>
                        <a:rPr lang="en-US" dirty="0" smtClean="0"/>
                        <a:t>Detailed</a:t>
                      </a:r>
                      <a:r>
                        <a:rPr lang="en-US" baseline="0" dirty="0" smtClean="0"/>
                        <a:t> Activity</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9999FF"/>
                    </a:solidFill>
                  </a:tcPr>
                </a:tc>
                <a:tc>
                  <a:txBody>
                    <a:bodyPr/>
                    <a:lstStyle>
                      <a:lvl1pPr marL="0" algn="l" defTabSz="914400" rtl="0" eaLnBrk="1" latinLnBrk="0" hangingPunct="1">
                        <a:defRPr sz="1800" b="1" kern="1200">
                          <a:solidFill>
                            <a:schemeClr val="lt1"/>
                          </a:solidFill>
                          <a:latin typeface="Arial"/>
                        </a:defRPr>
                      </a:lvl1pPr>
                      <a:lvl2pPr marL="457200" algn="l" defTabSz="914400" rtl="0" eaLnBrk="1" latinLnBrk="0" hangingPunct="1">
                        <a:defRPr sz="1800" b="1" kern="1200">
                          <a:solidFill>
                            <a:schemeClr val="lt1"/>
                          </a:solidFill>
                          <a:latin typeface="Arial"/>
                        </a:defRPr>
                      </a:lvl2pPr>
                      <a:lvl3pPr marL="914400" algn="l" defTabSz="914400" rtl="0" eaLnBrk="1" latinLnBrk="0" hangingPunct="1">
                        <a:defRPr sz="1800" b="1" kern="1200">
                          <a:solidFill>
                            <a:schemeClr val="lt1"/>
                          </a:solidFill>
                          <a:latin typeface="Arial"/>
                        </a:defRPr>
                      </a:lvl3pPr>
                      <a:lvl4pPr marL="1371600" algn="l" defTabSz="914400" rtl="0" eaLnBrk="1" latinLnBrk="0" hangingPunct="1">
                        <a:defRPr sz="1800" b="1" kern="1200">
                          <a:solidFill>
                            <a:schemeClr val="lt1"/>
                          </a:solidFill>
                          <a:latin typeface="Arial"/>
                        </a:defRPr>
                      </a:lvl4pPr>
                      <a:lvl5pPr marL="1828800" algn="l" defTabSz="914400" rtl="0" eaLnBrk="1" latinLnBrk="0" hangingPunct="1">
                        <a:defRPr sz="1800" b="1" kern="1200">
                          <a:solidFill>
                            <a:schemeClr val="lt1"/>
                          </a:solidFill>
                          <a:latin typeface="Arial"/>
                        </a:defRPr>
                      </a:lvl5pPr>
                      <a:lvl6pPr marL="2286000" algn="l" defTabSz="914400" rtl="0" eaLnBrk="1" latinLnBrk="0" hangingPunct="1">
                        <a:defRPr sz="1800" b="1" kern="1200">
                          <a:solidFill>
                            <a:schemeClr val="lt1"/>
                          </a:solidFill>
                          <a:latin typeface="Arial"/>
                        </a:defRPr>
                      </a:lvl6pPr>
                      <a:lvl7pPr marL="2743200" algn="l" defTabSz="914400" rtl="0" eaLnBrk="1" latinLnBrk="0" hangingPunct="1">
                        <a:defRPr sz="1800" b="1" kern="1200">
                          <a:solidFill>
                            <a:schemeClr val="lt1"/>
                          </a:solidFill>
                          <a:latin typeface="Arial"/>
                        </a:defRPr>
                      </a:lvl7pPr>
                      <a:lvl8pPr marL="3200400" algn="l" defTabSz="914400" rtl="0" eaLnBrk="1" latinLnBrk="0" hangingPunct="1">
                        <a:defRPr sz="1800" b="1" kern="1200">
                          <a:solidFill>
                            <a:schemeClr val="lt1"/>
                          </a:solidFill>
                          <a:latin typeface="Arial"/>
                        </a:defRPr>
                      </a:lvl8pPr>
                      <a:lvl9pPr marL="3657600" algn="l" defTabSz="914400" rtl="0" eaLnBrk="1" latinLnBrk="0" hangingPunct="1">
                        <a:defRPr sz="1800" b="1" kern="1200">
                          <a:solidFill>
                            <a:schemeClr val="lt1"/>
                          </a:solidFill>
                          <a:latin typeface="Arial"/>
                        </a:defRPr>
                      </a:lvl9pPr>
                    </a:lstStyle>
                    <a:p>
                      <a:r>
                        <a:rPr lang="en-US" dirty="0" smtClean="0"/>
                        <a:t>Hazard or What-If</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9999FF"/>
                    </a:solidFill>
                  </a:tcPr>
                </a:tc>
                <a:tc>
                  <a:txBody>
                    <a:bodyPr/>
                    <a:lstStyle>
                      <a:lvl1pPr marL="0" algn="l" defTabSz="914400" rtl="0" eaLnBrk="1" latinLnBrk="0" hangingPunct="1">
                        <a:defRPr sz="1800" b="1" kern="1200">
                          <a:solidFill>
                            <a:schemeClr val="lt1"/>
                          </a:solidFill>
                          <a:latin typeface="Arial"/>
                        </a:defRPr>
                      </a:lvl1pPr>
                      <a:lvl2pPr marL="457200" algn="l" defTabSz="914400" rtl="0" eaLnBrk="1" latinLnBrk="0" hangingPunct="1">
                        <a:defRPr sz="1800" b="1" kern="1200">
                          <a:solidFill>
                            <a:schemeClr val="lt1"/>
                          </a:solidFill>
                          <a:latin typeface="Arial"/>
                        </a:defRPr>
                      </a:lvl2pPr>
                      <a:lvl3pPr marL="914400" algn="l" defTabSz="914400" rtl="0" eaLnBrk="1" latinLnBrk="0" hangingPunct="1">
                        <a:defRPr sz="1800" b="1" kern="1200">
                          <a:solidFill>
                            <a:schemeClr val="lt1"/>
                          </a:solidFill>
                          <a:latin typeface="Arial"/>
                        </a:defRPr>
                      </a:lvl3pPr>
                      <a:lvl4pPr marL="1371600" algn="l" defTabSz="914400" rtl="0" eaLnBrk="1" latinLnBrk="0" hangingPunct="1">
                        <a:defRPr sz="1800" b="1" kern="1200">
                          <a:solidFill>
                            <a:schemeClr val="lt1"/>
                          </a:solidFill>
                          <a:latin typeface="Arial"/>
                        </a:defRPr>
                      </a:lvl4pPr>
                      <a:lvl5pPr marL="1828800" algn="l" defTabSz="914400" rtl="0" eaLnBrk="1" latinLnBrk="0" hangingPunct="1">
                        <a:defRPr sz="1800" b="1" kern="1200">
                          <a:solidFill>
                            <a:schemeClr val="lt1"/>
                          </a:solidFill>
                          <a:latin typeface="Arial"/>
                        </a:defRPr>
                      </a:lvl5pPr>
                      <a:lvl6pPr marL="2286000" algn="l" defTabSz="914400" rtl="0" eaLnBrk="1" latinLnBrk="0" hangingPunct="1">
                        <a:defRPr sz="1800" b="1" kern="1200">
                          <a:solidFill>
                            <a:schemeClr val="lt1"/>
                          </a:solidFill>
                          <a:latin typeface="Arial"/>
                        </a:defRPr>
                      </a:lvl6pPr>
                      <a:lvl7pPr marL="2743200" algn="l" defTabSz="914400" rtl="0" eaLnBrk="1" latinLnBrk="0" hangingPunct="1">
                        <a:defRPr sz="1800" b="1" kern="1200">
                          <a:solidFill>
                            <a:schemeClr val="lt1"/>
                          </a:solidFill>
                          <a:latin typeface="Arial"/>
                        </a:defRPr>
                      </a:lvl7pPr>
                      <a:lvl8pPr marL="3200400" algn="l" defTabSz="914400" rtl="0" eaLnBrk="1" latinLnBrk="0" hangingPunct="1">
                        <a:defRPr sz="1800" b="1" kern="1200">
                          <a:solidFill>
                            <a:schemeClr val="lt1"/>
                          </a:solidFill>
                          <a:latin typeface="Arial"/>
                        </a:defRPr>
                      </a:lvl8pPr>
                      <a:lvl9pPr marL="3657600" algn="l" defTabSz="914400" rtl="0" eaLnBrk="1" latinLnBrk="0" hangingPunct="1">
                        <a:defRPr sz="1800" b="1" kern="1200">
                          <a:solidFill>
                            <a:schemeClr val="lt1"/>
                          </a:solidFill>
                          <a:latin typeface="Arial"/>
                        </a:defRPr>
                      </a:lvl9pPr>
                    </a:lstStyle>
                    <a:p>
                      <a:r>
                        <a:rPr lang="en-US" dirty="0" smtClean="0"/>
                        <a:t>Control Measure</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9999FF"/>
                    </a:solidFill>
                  </a:tcPr>
                </a:tc>
                <a:extLst>
                  <a:ext uri="{0D108BD9-81ED-4DB2-BD59-A6C34878D82A}">
                    <a16:rowId xmlns:a16="http://schemas.microsoft.com/office/drawing/2014/main" val="1006554743"/>
                  </a:ext>
                </a:extLst>
              </a:tr>
              <a:tr h="437834">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9999FF">
                        <a:tint val="40000"/>
                      </a:srgbClr>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9999FF">
                        <a:tint val="40000"/>
                      </a:srgbClr>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9999FF">
                        <a:tint val="40000"/>
                      </a:srgbClr>
                    </a:solidFill>
                  </a:tcPr>
                </a:tc>
                <a:extLst>
                  <a:ext uri="{0D108BD9-81ED-4DB2-BD59-A6C34878D82A}">
                    <a16:rowId xmlns:a16="http://schemas.microsoft.com/office/drawing/2014/main" val="917593792"/>
                  </a:ext>
                </a:extLst>
              </a:tr>
            </a:tbl>
          </a:graphicData>
        </a:graphic>
      </p:graphicFrame>
      <p:sp>
        <p:nvSpPr>
          <p:cNvPr id="10" name="Google Shape;125;p2"/>
          <p:cNvSpPr/>
          <p:nvPr/>
        </p:nvSpPr>
        <p:spPr>
          <a:xfrm>
            <a:off x="2514600" y="6300000"/>
            <a:ext cx="558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US" sz="1200" b="1" i="1" u="none" strike="noStrike" kern="0" cap="none" spc="0" normalizeH="0" baseline="0" noProof="0" dirty="0" smtClean="0">
                <a:ln>
                  <a:noFill/>
                </a:ln>
                <a:solidFill>
                  <a:srgbClr val="000000"/>
                </a:solidFill>
                <a:effectLst/>
                <a:uLnTx/>
                <a:uFillTx/>
                <a:latin typeface="Arial" charset="0"/>
                <a:ea typeface="Times New Roman"/>
                <a:cs typeface="Arial" panose="020B0604020202020204" pitchFamily="34" charset="0"/>
                <a:sym typeface="Times New Roman"/>
              </a:rPr>
              <a:t>Chapter 6.4: “Reasonably Practicable” and The Importance of Documenting RM Activities</a:t>
            </a:r>
            <a:endParaRPr kumimoji="0" lang="en-US"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endParaRPr>
          </a:p>
        </p:txBody>
      </p:sp>
    </p:spTree>
    <p:extLst>
      <p:ext uri="{BB962C8B-B14F-4D97-AF65-F5344CB8AC3E}">
        <p14:creationId xmlns:p14="http://schemas.microsoft.com/office/powerpoint/2010/main" val="4108380973"/>
      </p:ext>
    </p:extLst>
  </p:cSld>
  <p:clrMapOvr>
    <a:masterClrMapping/>
  </p:clrMapOvr>
  <p:transition>
    <p:fade/>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5" name="Rectangle 2"/>
          <p:cNvSpPr>
            <a:spLocks noChangeArrowheads="1"/>
          </p:cNvSpPr>
          <p:nvPr/>
        </p:nvSpPr>
        <p:spPr bwMode="auto">
          <a:xfrm>
            <a:off x="180000" y="180000"/>
            <a:ext cx="8640000" cy="504000"/>
          </a:xfrm>
          <a:prstGeom prst="rect">
            <a:avLst/>
          </a:prstGeom>
          <a:solidFill>
            <a:srgbClr val="000000"/>
          </a:solidFill>
          <a:ln>
            <a:solidFill>
              <a:srgbClr val="000000"/>
            </a:solidFill>
          </a:ln>
          <a:extLst/>
        </p:spPr>
        <p:txBody>
          <a:bodyPr wrap="square" anchor="ctr" anchorCtr="0">
            <a:noAutofit/>
          </a:bodyPr>
          <a:lstStyle/>
          <a:p>
            <a:pPr lvl="0">
              <a:spcBef>
                <a:spcPts val="0"/>
              </a:spcBef>
              <a:spcAft>
                <a:spcPts val="0"/>
              </a:spcAft>
            </a:pPr>
            <a:r>
              <a:rPr lang="en-US" altLang="en-US" sz="2400" b="0" dirty="0">
                <a:solidFill>
                  <a:srgbClr val="F8F8F8"/>
                </a:solidFill>
                <a:latin typeface="Arial" panose="020B0604020202020204" pitchFamily="34" charset="0"/>
                <a:ea typeface="ＭＳ Ｐゴシック" panose="020B0600070205080204" pitchFamily="34" charset="-128"/>
                <a:cs typeface="Arial" panose="020B0604020202020204" pitchFamily="34" charset="0"/>
              </a:rPr>
              <a:t>Example: Applying Risk Management</a:t>
            </a:r>
          </a:p>
        </p:txBody>
      </p:sp>
      <p:sp>
        <p:nvSpPr>
          <p:cNvPr id="2" name="Rectangle 1"/>
          <p:cNvSpPr/>
          <p:nvPr/>
        </p:nvSpPr>
        <p:spPr>
          <a:xfrm>
            <a:off x="180000" y="828000"/>
            <a:ext cx="8640000" cy="5328000"/>
          </a:xfrm>
          <a:prstGeom prst="rect">
            <a:avLst/>
          </a:prstGeom>
          <a:solidFill>
            <a:srgbClr val="000000"/>
          </a:solidFill>
          <a:ln>
            <a:solidFill>
              <a:srgbClr val="000000"/>
            </a:solidFill>
          </a:ln>
        </p:spPr>
        <p:txBody>
          <a:bodyPr wrap="square">
            <a:noAutofit/>
          </a:bodyPr>
          <a:lstStyle/>
          <a:p>
            <a:pPr lvl="0" eaLnBrk="0" hangingPunct="0">
              <a:lnSpc>
                <a:spcPct val="90000"/>
              </a:lnSpc>
              <a:defRPr/>
            </a:pPr>
            <a:r>
              <a:rPr lang="en-US" altLang="en-US" i="1" dirty="0">
                <a:solidFill>
                  <a:srgbClr val="FFFFFF"/>
                </a:solidFill>
                <a:latin typeface="Arial" panose="020B0604020202020204" pitchFamily="34" charset="0"/>
                <a:cs typeface="Arial" panose="020B0604020202020204" pitchFamily="34" charset="0"/>
              </a:rPr>
              <a:t>By applying risk management, one is doing what is “reasonably practicable”.</a:t>
            </a:r>
          </a:p>
          <a:p>
            <a:pPr marR="0" lvl="0" algn="l" defTabSz="914400" rtl="0" eaLnBrk="0" fontAlgn="base" latinLnBrk="0" hangingPunct="0">
              <a:lnSpc>
                <a:spcPct val="90000"/>
              </a:lnSpc>
              <a:spcBef>
                <a:spcPct val="0"/>
              </a:spcBef>
              <a:spcAft>
                <a:spcPct val="0"/>
              </a:spcAft>
              <a:buClrTx/>
              <a:buSzTx/>
              <a:tabLst/>
              <a:defRPr/>
            </a:pPr>
            <a:endParaRPr kumimoji="0" lang="en-US" altLang="en-US" i="1" strike="noStrike" kern="1200" cap="none" spc="0" normalizeH="0" baseline="0" noProof="0" dirty="0" smtClean="0">
              <a:ln>
                <a:noFill/>
              </a:ln>
              <a:solidFill>
                <a:srgbClr val="FFFFFF"/>
              </a:solidFill>
              <a:effectLst/>
              <a:uLnTx/>
              <a:uFillTx/>
              <a:latin typeface="Arial" panose="020B0604020202020204" pitchFamily="34" charset="0"/>
              <a:cs typeface="Arial" panose="020B0604020202020204" pitchFamily="34" charset="0"/>
            </a:endParaRPr>
          </a:p>
          <a:p>
            <a:pPr marR="0" lvl="0" algn="l" defTabSz="914400" rtl="0" eaLnBrk="0" fontAlgn="base" latinLnBrk="0" hangingPunct="0">
              <a:lnSpc>
                <a:spcPct val="90000"/>
              </a:lnSpc>
              <a:spcBef>
                <a:spcPct val="0"/>
              </a:spcBef>
              <a:spcAft>
                <a:spcPct val="0"/>
              </a:spcAft>
              <a:buClrTx/>
              <a:buSzTx/>
              <a:tabLst/>
              <a:defRPr/>
            </a:pPr>
            <a:endParaRPr lang="en-US" altLang="en-US" i="1" dirty="0">
              <a:solidFill>
                <a:srgbClr val="FFFFFF"/>
              </a:solidFill>
              <a:latin typeface="Arial" panose="020B0604020202020204" pitchFamily="34" charset="0"/>
              <a:cs typeface="Arial" panose="020B0604020202020204" pitchFamily="34" charset="0"/>
            </a:endParaRPr>
          </a:p>
          <a:p>
            <a:pPr marR="0" lvl="0" algn="l" defTabSz="914400" rtl="0" eaLnBrk="0" fontAlgn="base" latinLnBrk="0" hangingPunct="0">
              <a:lnSpc>
                <a:spcPct val="90000"/>
              </a:lnSpc>
              <a:spcBef>
                <a:spcPct val="0"/>
              </a:spcBef>
              <a:spcAft>
                <a:spcPct val="0"/>
              </a:spcAft>
              <a:buClrTx/>
              <a:buSzTx/>
              <a:tabLst/>
              <a:defRPr/>
            </a:pPr>
            <a:endParaRPr kumimoji="0" lang="en-US" altLang="en-US" i="1" strike="noStrike" kern="1200" cap="none" spc="0" normalizeH="0" baseline="0" noProof="0" dirty="0" smtClean="0">
              <a:ln>
                <a:noFill/>
              </a:ln>
              <a:solidFill>
                <a:srgbClr val="FFFFFF"/>
              </a:solidFill>
              <a:effectLst/>
              <a:uLnTx/>
              <a:uFillTx/>
              <a:latin typeface="Arial" panose="020B0604020202020204" pitchFamily="34" charset="0"/>
              <a:cs typeface="Arial" panose="020B0604020202020204" pitchFamily="34" charset="0"/>
            </a:endParaRPr>
          </a:p>
          <a:p>
            <a:pPr marR="0" lvl="0" algn="l" defTabSz="914400" rtl="0" eaLnBrk="0" fontAlgn="base" latinLnBrk="0" hangingPunct="0">
              <a:lnSpc>
                <a:spcPct val="90000"/>
              </a:lnSpc>
              <a:spcBef>
                <a:spcPct val="0"/>
              </a:spcBef>
              <a:spcAft>
                <a:spcPct val="0"/>
              </a:spcAft>
              <a:buClrTx/>
              <a:buSzTx/>
              <a:tabLst/>
              <a:defRPr/>
            </a:pPr>
            <a:r>
              <a:rPr kumimoji="0" lang="en-US" altLang="en-US" i="1" strike="noStrike" kern="1200" cap="none" spc="0" normalizeH="0" baseline="0" noProof="0" dirty="0" smtClean="0">
                <a:ln>
                  <a:noFill/>
                </a:ln>
                <a:solidFill>
                  <a:srgbClr val="FFFFFF"/>
                </a:solidFill>
                <a:effectLst/>
                <a:uLnTx/>
                <a:uFillTx/>
                <a:latin typeface="Arial" panose="020B0604020202020204" pitchFamily="34" charset="0"/>
                <a:cs typeface="Arial" panose="020B0604020202020204" pitchFamily="34" charset="0"/>
              </a:rPr>
              <a:t>Job </a:t>
            </a:r>
            <a:r>
              <a:rPr kumimoji="0" lang="en-US" altLang="en-US" i="1" strike="noStrike" kern="1200" cap="none" spc="0" normalizeH="0" baseline="0" noProof="0" dirty="0">
                <a:ln>
                  <a:noFill/>
                </a:ln>
                <a:solidFill>
                  <a:srgbClr val="FFFFFF"/>
                </a:solidFill>
                <a:effectLst/>
                <a:uLnTx/>
                <a:uFillTx/>
                <a:latin typeface="Arial" panose="020B0604020202020204" pitchFamily="34" charset="0"/>
                <a:cs typeface="Arial" panose="020B0604020202020204" pitchFamily="34" charset="0"/>
              </a:rPr>
              <a:t>Title: Truck-loading Operation at First Rate Propane</a:t>
            </a:r>
            <a:r>
              <a:rPr kumimoji="0" lang="en-US" altLang="en-US" i="1" strike="noStrike" kern="1200" cap="none" spc="0" normalizeH="0" baseline="0" noProof="0" dirty="0" smtClean="0">
                <a:ln>
                  <a:noFill/>
                </a:ln>
                <a:solidFill>
                  <a:srgbClr val="FFFFFF"/>
                </a:solidFill>
                <a:effectLst/>
                <a:uLnTx/>
                <a:uFillTx/>
                <a:latin typeface="Arial" panose="020B0604020202020204" pitchFamily="34" charset="0"/>
                <a:cs typeface="Arial" panose="020B0604020202020204" pitchFamily="34" charset="0"/>
              </a:rPr>
              <a:t>:</a:t>
            </a:r>
          </a:p>
          <a:p>
            <a:pPr marL="360000" marR="0" lvl="0" indent="-360000" algn="l" defTabSz="914400" rtl="0" eaLnBrk="0" fontAlgn="base" latinLnBrk="0" hangingPunct="0">
              <a:lnSpc>
                <a:spcPct val="90000"/>
              </a:lnSpc>
              <a:spcBef>
                <a:spcPct val="0"/>
              </a:spcBef>
              <a:spcAft>
                <a:spcPct val="0"/>
              </a:spcAft>
              <a:buClrTx/>
              <a:buSzTx/>
              <a:buFont typeface="Wingdings" panose="05000000000000000000" pitchFamily="2" charset="2"/>
              <a:buChar char="Ø"/>
              <a:tabLst/>
              <a:defRPr/>
            </a:pPr>
            <a:endParaRPr kumimoji="0" lang="en-US" altLang="en-US" b="0" i="1" u="none" strike="noStrike" kern="1200" cap="none" spc="0" normalizeH="0" baseline="0" noProof="0" dirty="0" smtClean="0">
              <a:ln>
                <a:noFill/>
              </a:ln>
              <a:solidFill>
                <a:srgbClr val="FFFFFF"/>
              </a:solidFill>
              <a:effectLst/>
              <a:uLnTx/>
              <a:uFillTx/>
              <a:latin typeface="Arial" panose="020B0604020202020204" pitchFamily="34" charset="0"/>
              <a:cs typeface="Arial" panose="020B0604020202020204" pitchFamily="34" charset="0"/>
            </a:endParaRPr>
          </a:p>
        </p:txBody>
      </p:sp>
      <p:sp>
        <p:nvSpPr>
          <p:cNvPr id="8"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8</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graphicFrame>
        <p:nvGraphicFramePr>
          <p:cNvPr id="6" name="Table 5"/>
          <p:cNvGraphicFramePr>
            <a:graphicFrameLocks noGrp="1"/>
          </p:cNvGraphicFramePr>
          <p:nvPr>
            <p:extLst>
              <p:ext uri="{D42A27DB-BD31-4B8C-83A1-F6EECF244321}">
                <p14:modId xmlns:p14="http://schemas.microsoft.com/office/powerpoint/2010/main" val="4030112017"/>
              </p:ext>
            </p:extLst>
          </p:nvPr>
        </p:nvGraphicFramePr>
        <p:xfrm>
          <a:off x="304800" y="2408936"/>
          <a:ext cx="8382000" cy="2620264"/>
        </p:xfrm>
        <a:graphic>
          <a:graphicData uri="http://schemas.openxmlformats.org/drawingml/2006/table">
            <a:tbl>
              <a:tblPr firstRow="1" bandRow="1"/>
              <a:tblGrid>
                <a:gridCol w="2751827">
                  <a:extLst>
                    <a:ext uri="{9D8B030D-6E8A-4147-A177-3AD203B41FA5}">
                      <a16:colId xmlns:a16="http://schemas.microsoft.com/office/drawing/2014/main" val="3443704447"/>
                    </a:ext>
                  </a:extLst>
                </a:gridCol>
                <a:gridCol w="2214113">
                  <a:extLst>
                    <a:ext uri="{9D8B030D-6E8A-4147-A177-3AD203B41FA5}">
                      <a16:colId xmlns:a16="http://schemas.microsoft.com/office/drawing/2014/main" val="3518489996"/>
                    </a:ext>
                  </a:extLst>
                </a:gridCol>
                <a:gridCol w="3416060">
                  <a:extLst>
                    <a:ext uri="{9D8B030D-6E8A-4147-A177-3AD203B41FA5}">
                      <a16:colId xmlns:a16="http://schemas.microsoft.com/office/drawing/2014/main" val="73636416"/>
                    </a:ext>
                  </a:extLst>
                </a:gridCol>
              </a:tblGrid>
              <a:tr h="370840">
                <a:tc>
                  <a:txBody>
                    <a:bodyPr/>
                    <a:lstStyle>
                      <a:lvl1pPr marL="0" algn="l" defTabSz="914400" rtl="0" eaLnBrk="1" latinLnBrk="0" hangingPunct="1">
                        <a:defRPr sz="1800" b="1" kern="1200">
                          <a:solidFill>
                            <a:schemeClr val="lt1"/>
                          </a:solidFill>
                          <a:latin typeface="Arial"/>
                        </a:defRPr>
                      </a:lvl1pPr>
                      <a:lvl2pPr marL="457200" algn="l" defTabSz="914400" rtl="0" eaLnBrk="1" latinLnBrk="0" hangingPunct="1">
                        <a:defRPr sz="1800" b="1" kern="1200">
                          <a:solidFill>
                            <a:schemeClr val="lt1"/>
                          </a:solidFill>
                          <a:latin typeface="Arial"/>
                        </a:defRPr>
                      </a:lvl2pPr>
                      <a:lvl3pPr marL="914400" algn="l" defTabSz="914400" rtl="0" eaLnBrk="1" latinLnBrk="0" hangingPunct="1">
                        <a:defRPr sz="1800" b="1" kern="1200">
                          <a:solidFill>
                            <a:schemeClr val="lt1"/>
                          </a:solidFill>
                          <a:latin typeface="Arial"/>
                        </a:defRPr>
                      </a:lvl3pPr>
                      <a:lvl4pPr marL="1371600" algn="l" defTabSz="914400" rtl="0" eaLnBrk="1" latinLnBrk="0" hangingPunct="1">
                        <a:defRPr sz="1800" b="1" kern="1200">
                          <a:solidFill>
                            <a:schemeClr val="lt1"/>
                          </a:solidFill>
                          <a:latin typeface="Arial"/>
                        </a:defRPr>
                      </a:lvl4pPr>
                      <a:lvl5pPr marL="1828800" algn="l" defTabSz="914400" rtl="0" eaLnBrk="1" latinLnBrk="0" hangingPunct="1">
                        <a:defRPr sz="1800" b="1" kern="1200">
                          <a:solidFill>
                            <a:schemeClr val="lt1"/>
                          </a:solidFill>
                          <a:latin typeface="Arial"/>
                        </a:defRPr>
                      </a:lvl5pPr>
                      <a:lvl6pPr marL="2286000" algn="l" defTabSz="914400" rtl="0" eaLnBrk="1" latinLnBrk="0" hangingPunct="1">
                        <a:defRPr sz="1800" b="1" kern="1200">
                          <a:solidFill>
                            <a:schemeClr val="lt1"/>
                          </a:solidFill>
                          <a:latin typeface="Arial"/>
                        </a:defRPr>
                      </a:lvl6pPr>
                      <a:lvl7pPr marL="2743200" algn="l" defTabSz="914400" rtl="0" eaLnBrk="1" latinLnBrk="0" hangingPunct="1">
                        <a:defRPr sz="1800" b="1" kern="1200">
                          <a:solidFill>
                            <a:schemeClr val="lt1"/>
                          </a:solidFill>
                          <a:latin typeface="Arial"/>
                        </a:defRPr>
                      </a:lvl7pPr>
                      <a:lvl8pPr marL="3200400" algn="l" defTabSz="914400" rtl="0" eaLnBrk="1" latinLnBrk="0" hangingPunct="1">
                        <a:defRPr sz="1800" b="1" kern="1200">
                          <a:solidFill>
                            <a:schemeClr val="lt1"/>
                          </a:solidFill>
                          <a:latin typeface="Arial"/>
                        </a:defRPr>
                      </a:lvl8pPr>
                      <a:lvl9pPr marL="3657600" algn="l" defTabSz="914400" rtl="0" eaLnBrk="1" latinLnBrk="0" hangingPunct="1">
                        <a:defRPr sz="1800" b="1" kern="1200">
                          <a:solidFill>
                            <a:schemeClr val="lt1"/>
                          </a:solidFill>
                          <a:latin typeface="Arial"/>
                        </a:defRPr>
                      </a:lvl9pPr>
                    </a:lstStyle>
                    <a:p>
                      <a:pPr>
                        <a:lnSpc>
                          <a:spcPct val="90000"/>
                        </a:lnSpc>
                      </a:pPr>
                      <a:r>
                        <a:rPr lang="en-US" b="1" dirty="0" smtClean="0"/>
                        <a:t>Detailed</a:t>
                      </a:r>
                      <a:r>
                        <a:rPr lang="en-US" b="1" baseline="0" dirty="0" smtClean="0"/>
                        <a:t> Activity</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9999FF"/>
                    </a:solidFill>
                  </a:tcPr>
                </a:tc>
                <a:tc>
                  <a:txBody>
                    <a:bodyPr/>
                    <a:lstStyle>
                      <a:lvl1pPr marL="0" algn="l" defTabSz="914400" rtl="0" eaLnBrk="1" latinLnBrk="0" hangingPunct="1">
                        <a:defRPr sz="1800" b="1" kern="1200">
                          <a:solidFill>
                            <a:schemeClr val="lt1"/>
                          </a:solidFill>
                          <a:latin typeface="Arial"/>
                        </a:defRPr>
                      </a:lvl1pPr>
                      <a:lvl2pPr marL="457200" algn="l" defTabSz="914400" rtl="0" eaLnBrk="1" latinLnBrk="0" hangingPunct="1">
                        <a:defRPr sz="1800" b="1" kern="1200">
                          <a:solidFill>
                            <a:schemeClr val="lt1"/>
                          </a:solidFill>
                          <a:latin typeface="Arial"/>
                        </a:defRPr>
                      </a:lvl2pPr>
                      <a:lvl3pPr marL="914400" algn="l" defTabSz="914400" rtl="0" eaLnBrk="1" latinLnBrk="0" hangingPunct="1">
                        <a:defRPr sz="1800" b="1" kern="1200">
                          <a:solidFill>
                            <a:schemeClr val="lt1"/>
                          </a:solidFill>
                          <a:latin typeface="Arial"/>
                        </a:defRPr>
                      </a:lvl3pPr>
                      <a:lvl4pPr marL="1371600" algn="l" defTabSz="914400" rtl="0" eaLnBrk="1" latinLnBrk="0" hangingPunct="1">
                        <a:defRPr sz="1800" b="1" kern="1200">
                          <a:solidFill>
                            <a:schemeClr val="lt1"/>
                          </a:solidFill>
                          <a:latin typeface="Arial"/>
                        </a:defRPr>
                      </a:lvl4pPr>
                      <a:lvl5pPr marL="1828800" algn="l" defTabSz="914400" rtl="0" eaLnBrk="1" latinLnBrk="0" hangingPunct="1">
                        <a:defRPr sz="1800" b="1" kern="1200">
                          <a:solidFill>
                            <a:schemeClr val="lt1"/>
                          </a:solidFill>
                          <a:latin typeface="Arial"/>
                        </a:defRPr>
                      </a:lvl5pPr>
                      <a:lvl6pPr marL="2286000" algn="l" defTabSz="914400" rtl="0" eaLnBrk="1" latinLnBrk="0" hangingPunct="1">
                        <a:defRPr sz="1800" b="1" kern="1200">
                          <a:solidFill>
                            <a:schemeClr val="lt1"/>
                          </a:solidFill>
                          <a:latin typeface="Arial"/>
                        </a:defRPr>
                      </a:lvl6pPr>
                      <a:lvl7pPr marL="2743200" algn="l" defTabSz="914400" rtl="0" eaLnBrk="1" latinLnBrk="0" hangingPunct="1">
                        <a:defRPr sz="1800" b="1" kern="1200">
                          <a:solidFill>
                            <a:schemeClr val="lt1"/>
                          </a:solidFill>
                          <a:latin typeface="Arial"/>
                        </a:defRPr>
                      </a:lvl7pPr>
                      <a:lvl8pPr marL="3200400" algn="l" defTabSz="914400" rtl="0" eaLnBrk="1" latinLnBrk="0" hangingPunct="1">
                        <a:defRPr sz="1800" b="1" kern="1200">
                          <a:solidFill>
                            <a:schemeClr val="lt1"/>
                          </a:solidFill>
                          <a:latin typeface="Arial"/>
                        </a:defRPr>
                      </a:lvl8pPr>
                      <a:lvl9pPr marL="3657600" algn="l" defTabSz="914400" rtl="0" eaLnBrk="1" latinLnBrk="0" hangingPunct="1">
                        <a:defRPr sz="1800" b="1" kern="1200">
                          <a:solidFill>
                            <a:schemeClr val="lt1"/>
                          </a:solidFill>
                          <a:latin typeface="Arial"/>
                        </a:defRPr>
                      </a:lvl9pPr>
                    </a:lstStyle>
                    <a:p>
                      <a:pPr>
                        <a:lnSpc>
                          <a:spcPct val="90000"/>
                        </a:lnSpc>
                      </a:pPr>
                      <a:r>
                        <a:rPr lang="en-US" b="1" dirty="0" smtClean="0"/>
                        <a:t>Hazard or What-If</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9999FF"/>
                    </a:solidFill>
                  </a:tcPr>
                </a:tc>
                <a:tc>
                  <a:txBody>
                    <a:bodyPr/>
                    <a:lstStyle>
                      <a:lvl1pPr marL="0" algn="l" defTabSz="914400" rtl="0" eaLnBrk="1" latinLnBrk="0" hangingPunct="1">
                        <a:defRPr sz="1800" b="1" kern="1200">
                          <a:solidFill>
                            <a:schemeClr val="lt1"/>
                          </a:solidFill>
                          <a:latin typeface="Arial"/>
                        </a:defRPr>
                      </a:lvl1pPr>
                      <a:lvl2pPr marL="457200" algn="l" defTabSz="914400" rtl="0" eaLnBrk="1" latinLnBrk="0" hangingPunct="1">
                        <a:defRPr sz="1800" b="1" kern="1200">
                          <a:solidFill>
                            <a:schemeClr val="lt1"/>
                          </a:solidFill>
                          <a:latin typeface="Arial"/>
                        </a:defRPr>
                      </a:lvl2pPr>
                      <a:lvl3pPr marL="914400" algn="l" defTabSz="914400" rtl="0" eaLnBrk="1" latinLnBrk="0" hangingPunct="1">
                        <a:defRPr sz="1800" b="1" kern="1200">
                          <a:solidFill>
                            <a:schemeClr val="lt1"/>
                          </a:solidFill>
                          <a:latin typeface="Arial"/>
                        </a:defRPr>
                      </a:lvl3pPr>
                      <a:lvl4pPr marL="1371600" algn="l" defTabSz="914400" rtl="0" eaLnBrk="1" latinLnBrk="0" hangingPunct="1">
                        <a:defRPr sz="1800" b="1" kern="1200">
                          <a:solidFill>
                            <a:schemeClr val="lt1"/>
                          </a:solidFill>
                          <a:latin typeface="Arial"/>
                        </a:defRPr>
                      </a:lvl4pPr>
                      <a:lvl5pPr marL="1828800" algn="l" defTabSz="914400" rtl="0" eaLnBrk="1" latinLnBrk="0" hangingPunct="1">
                        <a:defRPr sz="1800" b="1" kern="1200">
                          <a:solidFill>
                            <a:schemeClr val="lt1"/>
                          </a:solidFill>
                          <a:latin typeface="Arial"/>
                        </a:defRPr>
                      </a:lvl5pPr>
                      <a:lvl6pPr marL="2286000" algn="l" defTabSz="914400" rtl="0" eaLnBrk="1" latinLnBrk="0" hangingPunct="1">
                        <a:defRPr sz="1800" b="1" kern="1200">
                          <a:solidFill>
                            <a:schemeClr val="lt1"/>
                          </a:solidFill>
                          <a:latin typeface="Arial"/>
                        </a:defRPr>
                      </a:lvl6pPr>
                      <a:lvl7pPr marL="2743200" algn="l" defTabSz="914400" rtl="0" eaLnBrk="1" latinLnBrk="0" hangingPunct="1">
                        <a:defRPr sz="1800" b="1" kern="1200">
                          <a:solidFill>
                            <a:schemeClr val="lt1"/>
                          </a:solidFill>
                          <a:latin typeface="Arial"/>
                        </a:defRPr>
                      </a:lvl7pPr>
                      <a:lvl8pPr marL="3200400" algn="l" defTabSz="914400" rtl="0" eaLnBrk="1" latinLnBrk="0" hangingPunct="1">
                        <a:defRPr sz="1800" b="1" kern="1200">
                          <a:solidFill>
                            <a:schemeClr val="lt1"/>
                          </a:solidFill>
                          <a:latin typeface="Arial"/>
                        </a:defRPr>
                      </a:lvl8pPr>
                      <a:lvl9pPr marL="3657600" algn="l" defTabSz="914400" rtl="0" eaLnBrk="1" latinLnBrk="0" hangingPunct="1">
                        <a:defRPr sz="1800" b="1" kern="1200">
                          <a:solidFill>
                            <a:schemeClr val="lt1"/>
                          </a:solidFill>
                          <a:latin typeface="Arial"/>
                        </a:defRPr>
                      </a:lvl9pPr>
                    </a:lstStyle>
                    <a:p>
                      <a:pPr>
                        <a:lnSpc>
                          <a:spcPct val="90000"/>
                        </a:lnSpc>
                      </a:pPr>
                      <a:r>
                        <a:rPr lang="en-US" b="1" dirty="0" smtClean="0"/>
                        <a:t>Control Measure</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9999FF"/>
                    </a:solidFill>
                  </a:tcPr>
                </a:tc>
                <a:extLst>
                  <a:ext uri="{0D108BD9-81ED-4DB2-BD59-A6C34878D82A}">
                    <a16:rowId xmlns:a16="http://schemas.microsoft.com/office/drawing/2014/main" val="1006554743"/>
                  </a:ext>
                </a:extLst>
              </a:tr>
              <a:tr h="370840">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a:lnSpc>
                          <a:spcPct val="90000"/>
                        </a:lnSpc>
                      </a:pPr>
                      <a:r>
                        <a:rPr lang="en-US" b="0" dirty="0" smtClean="0"/>
                        <a:t>Secure area</a:t>
                      </a:r>
                      <a:r>
                        <a:rPr lang="en-US" b="0" baseline="0" dirty="0" smtClean="0"/>
                        <a:t> of ignition sources</a:t>
                      </a:r>
                      <a:endParaRPr lang="en-US" b="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9999FF">
                        <a:tint val="40000"/>
                      </a:srgbClr>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a:lnSpc>
                          <a:spcPct val="90000"/>
                        </a:lnSpc>
                      </a:pPr>
                      <a:r>
                        <a:rPr lang="en-US" b="0" dirty="0" smtClean="0"/>
                        <a:t>Ignites</a:t>
                      </a:r>
                      <a:r>
                        <a:rPr lang="en-US" b="0" baseline="0" dirty="0" smtClean="0"/>
                        <a:t> propane if there is a leak. </a:t>
                      </a:r>
                      <a:endParaRPr lang="en-US" b="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9999FF">
                        <a:tint val="40000"/>
                      </a:srgbClr>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a:lnSpc>
                          <a:spcPct val="90000"/>
                        </a:lnSpc>
                      </a:pPr>
                      <a:r>
                        <a:rPr lang="en-US" b="0" dirty="0" smtClean="0"/>
                        <a:t>Shut off truck.</a:t>
                      </a:r>
                    </a:p>
                    <a:p>
                      <a:pPr>
                        <a:lnSpc>
                          <a:spcPct val="90000"/>
                        </a:lnSpc>
                      </a:pPr>
                      <a:r>
                        <a:rPr lang="en-US" b="0" dirty="0" smtClean="0"/>
                        <a:t>Ensure</a:t>
                      </a:r>
                      <a:r>
                        <a:rPr lang="en-US" b="0" baseline="0" dirty="0" smtClean="0"/>
                        <a:t> no smoking.</a:t>
                      </a:r>
                      <a:endParaRPr lang="en-US" b="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9999FF">
                        <a:tint val="40000"/>
                      </a:srgbClr>
                    </a:solidFill>
                  </a:tcPr>
                </a:tc>
                <a:extLst>
                  <a:ext uri="{0D108BD9-81ED-4DB2-BD59-A6C34878D82A}">
                    <a16:rowId xmlns:a16="http://schemas.microsoft.com/office/drawing/2014/main" val="917593792"/>
                  </a:ext>
                </a:extLst>
              </a:tr>
              <a:tr h="370840">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a:lnSpc>
                          <a:spcPct val="90000"/>
                        </a:lnSpc>
                      </a:pPr>
                      <a:r>
                        <a:rPr lang="en-US" b="0" dirty="0" smtClean="0"/>
                        <a:t>Connect hose from storage tank to truck tank.</a:t>
                      </a:r>
                      <a:endParaRPr lang="en-US" b="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9999FF">
                        <a:tint val="20000"/>
                      </a:srgbClr>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a:lnSpc>
                          <a:spcPct val="90000"/>
                        </a:lnSpc>
                      </a:pPr>
                      <a:r>
                        <a:rPr lang="en-US" b="0" dirty="0" smtClean="0"/>
                        <a:t>Improper connection.</a:t>
                      </a:r>
                    </a:p>
                    <a:p>
                      <a:pPr>
                        <a:lnSpc>
                          <a:spcPct val="90000"/>
                        </a:lnSpc>
                      </a:pPr>
                      <a:r>
                        <a:rPr lang="en-US" b="0" dirty="0" smtClean="0"/>
                        <a:t>Truck</a:t>
                      </a:r>
                      <a:r>
                        <a:rPr lang="en-US" b="0" baseline="0" dirty="0" smtClean="0"/>
                        <a:t> rolls away.</a:t>
                      </a:r>
                      <a:endParaRPr lang="en-US" b="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9999FF">
                        <a:tint val="20000"/>
                      </a:srgbClr>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a:lnSpc>
                          <a:spcPct val="90000"/>
                        </a:lnSpc>
                      </a:pPr>
                      <a:r>
                        <a:rPr lang="en-US" b="0" dirty="0" smtClean="0"/>
                        <a:t>Trained</a:t>
                      </a:r>
                      <a:r>
                        <a:rPr lang="en-US" b="0" baseline="0" dirty="0" smtClean="0"/>
                        <a:t> worker uses approved JSA &amp; completes the check list</a:t>
                      </a:r>
                      <a:endParaRPr lang="en-US" b="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9999FF">
                        <a:tint val="20000"/>
                      </a:srgbClr>
                    </a:solidFill>
                  </a:tcPr>
                </a:tc>
                <a:extLst>
                  <a:ext uri="{0D108BD9-81ED-4DB2-BD59-A6C34878D82A}">
                    <a16:rowId xmlns:a16="http://schemas.microsoft.com/office/drawing/2014/main" val="619388345"/>
                  </a:ext>
                </a:extLst>
              </a:tr>
              <a:tr h="370840">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a:lnSpc>
                          <a:spcPct val="90000"/>
                        </a:lnSpc>
                      </a:pPr>
                      <a:r>
                        <a:rPr lang="en-US" b="0" dirty="0" smtClean="0"/>
                        <a:t>Pressurize</a:t>
                      </a:r>
                      <a:r>
                        <a:rPr lang="en-US" b="0" baseline="0" dirty="0" smtClean="0"/>
                        <a:t> hose</a:t>
                      </a:r>
                      <a:endParaRPr lang="en-US" b="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9999FF">
                        <a:tint val="40000"/>
                      </a:srgbClr>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a:lnSpc>
                          <a:spcPct val="90000"/>
                        </a:lnSpc>
                      </a:pPr>
                      <a:r>
                        <a:rPr lang="en-US" b="0" dirty="0" smtClean="0"/>
                        <a:t>Hose ruptures.</a:t>
                      </a:r>
                      <a:endParaRPr lang="en-US" b="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9999FF">
                        <a:tint val="40000"/>
                      </a:srgbClr>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a:lnSpc>
                          <a:spcPct val="90000"/>
                        </a:lnSpc>
                      </a:pPr>
                      <a:r>
                        <a:rPr lang="en-US" b="0" dirty="0" smtClean="0"/>
                        <a:t>Hoses rated for service.</a:t>
                      </a:r>
                    </a:p>
                    <a:p>
                      <a:pPr>
                        <a:lnSpc>
                          <a:spcPct val="90000"/>
                        </a:lnSpc>
                      </a:pPr>
                      <a:r>
                        <a:rPr lang="en-US" b="0" dirty="0" smtClean="0"/>
                        <a:t>Hoses periodically</a:t>
                      </a:r>
                      <a:r>
                        <a:rPr lang="en-US" b="0" baseline="0" dirty="0" smtClean="0"/>
                        <a:t> inspected. Damaged hoses discarded.</a:t>
                      </a:r>
                      <a:endParaRPr lang="en-US" b="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9999FF">
                        <a:tint val="40000"/>
                      </a:srgbClr>
                    </a:solidFill>
                  </a:tcPr>
                </a:tc>
                <a:extLst>
                  <a:ext uri="{0D108BD9-81ED-4DB2-BD59-A6C34878D82A}">
                    <a16:rowId xmlns:a16="http://schemas.microsoft.com/office/drawing/2014/main" val="1843961582"/>
                  </a:ext>
                </a:extLst>
              </a:tr>
            </a:tbl>
          </a:graphicData>
        </a:graphic>
      </p:graphicFrame>
      <p:sp>
        <p:nvSpPr>
          <p:cNvPr id="16" name="Google Shape;125;p2"/>
          <p:cNvSpPr/>
          <p:nvPr/>
        </p:nvSpPr>
        <p:spPr>
          <a:xfrm>
            <a:off x="2514600" y="6300000"/>
            <a:ext cx="558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US" sz="1200" b="1" i="1" u="none" strike="noStrike" kern="0" cap="none" spc="0" normalizeH="0" baseline="0" noProof="0" dirty="0" smtClean="0">
                <a:ln>
                  <a:noFill/>
                </a:ln>
                <a:solidFill>
                  <a:srgbClr val="000000"/>
                </a:solidFill>
                <a:effectLst/>
                <a:uLnTx/>
                <a:uFillTx/>
                <a:latin typeface="Arial" charset="0"/>
                <a:ea typeface="Times New Roman"/>
                <a:cs typeface="Arial" panose="020B0604020202020204" pitchFamily="34" charset="0"/>
                <a:sym typeface="Times New Roman"/>
              </a:rPr>
              <a:t>Chapter 6.4: “Reasonably Practicable” and The Importance of Documenting RM Activities</a:t>
            </a:r>
            <a:endParaRPr kumimoji="0" lang="en-US"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endParaRPr>
          </a:p>
        </p:txBody>
      </p:sp>
    </p:spTree>
    <p:extLst>
      <p:ext uri="{BB962C8B-B14F-4D97-AF65-F5344CB8AC3E}">
        <p14:creationId xmlns:p14="http://schemas.microsoft.com/office/powerpoint/2010/main" val="3591684170"/>
      </p:ext>
    </p:extLst>
  </p:cSld>
  <p:clrMapOvr>
    <a:masterClrMapping/>
  </p:clrMapOvr>
  <p:transition>
    <p:fade/>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lvl="1" indent="0">
              <a:lnSpc>
                <a:spcPct val="90000"/>
              </a:lnSpc>
              <a:spcBef>
                <a:spcPct val="0"/>
              </a:spcBef>
              <a:spcAft>
                <a:spcPts val="0"/>
              </a:spcAft>
              <a:buClrTx/>
              <a:buSzPct val="100000"/>
              <a:buNone/>
              <a:defRPr/>
            </a:pPr>
            <a:r>
              <a:rPr lang="en-US" altLang="en-US" sz="2000" b="0" kern="0" dirty="0" smtClean="0">
                <a:latin typeface="Arial"/>
              </a:rPr>
              <a:t> </a:t>
            </a:r>
            <a:endParaRPr lang="en-US" altLang="en-US" sz="2000" b="0" kern="0" dirty="0">
              <a:latin typeface="Arial"/>
            </a:endParaRPr>
          </a:p>
          <a:p>
            <a:pPr marL="360000" lvl="1" indent="-360000">
              <a:lnSpc>
                <a:spcPct val="90000"/>
              </a:lnSpc>
              <a:spcBef>
                <a:spcPct val="0"/>
              </a:spcBef>
              <a:spcAft>
                <a:spcPts val="0"/>
              </a:spcAft>
              <a:buClrTx/>
              <a:buSzPct val="100000"/>
              <a:buFont typeface="Wingdings" panose="05000000000000000000" pitchFamily="2" charset="2"/>
              <a:buChar char="Ø"/>
              <a:defRPr/>
            </a:pPr>
            <a:r>
              <a:rPr lang="en-US" altLang="en-US" sz="2000" b="0" kern="0" dirty="0" smtClean="0">
                <a:latin typeface="Arial"/>
              </a:rPr>
              <a:t>Risk management activities are implemented with good intentions but… </a:t>
            </a:r>
            <a:br>
              <a:rPr lang="en-US" altLang="en-US" sz="2000" b="0" kern="0" dirty="0" smtClean="0">
                <a:latin typeface="Arial"/>
              </a:rPr>
            </a:br>
            <a:r>
              <a:rPr lang="en-US" altLang="en-US" sz="2000" b="0" kern="0" dirty="0" smtClean="0">
                <a:latin typeface="Arial"/>
              </a:rPr>
              <a:t>loss incidents can and do happen!</a:t>
            </a:r>
          </a:p>
          <a:p>
            <a:pPr marL="360000" lvl="1" indent="-360000">
              <a:lnSpc>
                <a:spcPct val="90000"/>
              </a:lnSpc>
              <a:spcBef>
                <a:spcPct val="0"/>
              </a:spcBef>
              <a:spcAft>
                <a:spcPts val="0"/>
              </a:spcAft>
              <a:buClrTx/>
              <a:buSzPct val="100000"/>
              <a:buFont typeface="Wingdings" panose="05000000000000000000" pitchFamily="2" charset="2"/>
              <a:buChar char="Ø"/>
              <a:defRPr/>
            </a:pPr>
            <a:endParaRPr lang="en-US" altLang="en-US" sz="2000" b="0" kern="0" dirty="0" smtClean="0">
              <a:latin typeface="Arial"/>
            </a:endParaRPr>
          </a:p>
          <a:p>
            <a:pPr marL="360000" lvl="1" indent="-360000">
              <a:lnSpc>
                <a:spcPct val="90000"/>
              </a:lnSpc>
              <a:spcBef>
                <a:spcPct val="0"/>
              </a:spcBef>
              <a:spcAft>
                <a:spcPts val="0"/>
              </a:spcAft>
              <a:buClrTx/>
              <a:buSzPct val="100000"/>
              <a:buFont typeface="Wingdings" panose="05000000000000000000" pitchFamily="2" charset="2"/>
              <a:buChar char="Ø"/>
              <a:defRPr/>
            </a:pPr>
            <a:r>
              <a:rPr lang="en-US" altLang="en-US" sz="2000" b="0" kern="0" dirty="0" smtClean="0">
                <a:latin typeface="Arial"/>
              </a:rPr>
              <a:t>Consider the aftermath of a loss incident and the </a:t>
            </a:r>
            <a:r>
              <a:rPr lang="en-US" altLang="en-US" sz="2000" b="0" u="sng" kern="0" dirty="0" smtClean="0">
                <a:latin typeface="Arial"/>
              </a:rPr>
              <a:t>importance of documenting risk management activities</a:t>
            </a:r>
            <a:r>
              <a:rPr lang="en-US" altLang="en-US" sz="2000" b="0" kern="0" dirty="0" smtClean="0">
                <a:latin typeface="Arial"/>
              </a:rPr>
              <a:t> …</a:t>
            </a:r>
          </a:p>
          <a:p>
            <a:pPr marL="360000" lvl="1" indent="-360000">
              <a:lnSpc>
                <a:spcPct val="90000"/>
              </a:lnSpc>
              <a:spcBef>
                <a:spcPct val="0"/>
              </a:spcBef>
              <a:spcAft>
                <a:spcPts val="0"/>
              </a:spcAft>
              <a:buClrTx/>
              <a:buSzPct val="100000"/>
              <a:buFont typeface="Wingdings" panose="05000000000000000000" pitchFamily="2" charset="2"/>
              <a:buChar char="Ø"/>
              <a:defRPr/>
            </a:pPr>
            <a:endParaRPr lang="en-US" altLang="en-US" sz="2000" b="0" kern="0" dirty="0" smtClean="0">
              <a:latin typeface="Arial"/>
            </a:endParaRPr>
          </a:p>
          <a:p>
            <a:pPr marL="720000" lvl="1" indent="-360000">
              <a:lnSpc>
                <a:spcPct val="90000"/>
              </a:lnSpc>
              <a:spcBef>
                <a:spcPct val="0"/>
              </a:spcBef>
              <a:spcAft>
                <a:spcPts val="0"/>
              </a:spcAft>
              <a:buClrTx/>
              <a:buSzPct val="100000"/>
              <a:buFont typeface="+mj-lt"/>
              <a:buAutoNum type="alphaLcParenR"/>
              <a:defRPr/>
            </a:pPr>
            <a:r>
              <a:rPr lang="en-US" altLang="en-US" sz="2000" b="0" kern="0" dirty="0" smtClean="0">
                <a:latin typeface="Arial"/>
              </a:rPr>
              <a:t>your decisions may be questioned, even scrutinized, post loss incident, and</a:t>
            </a:r>
          </a:p>
          <a:p>
            <a:pPr marL="720000" lvl="1" indent="-360000">
              <a:lnSpc>
                <a:spcPct val="90000"/>
              </a:lnSpc>
              <a:spcBef>
                <a:spcPct val="0"/>
              </a:spcBef>
              <a:spcAft>
                <a:spcPts val="0"/>
              </a:spcAft>
              <a:buClrTx/>
              <a:buSzPct val="100000"/>
              <a:buFont typeface="+mj-lt"/>
              <a:buAutoNum type="alphaLcParenR"/>
              <a:defRPr/>
            </a:pPr>
            <a:endParaRPr lang="en-US" altLang="en-US" sz="2000" b="0" kern="0" dirty="0" smtClean="0">
              <a:latin typeface="Arial"/>
            </a:endParaRPr>
          </a:p>
          <a:p>
            <a:pPr marL="720000" lvl="1" indent="-360000">
              <a:lnSpc>
                <a:spcPct val="90000"/>
              </a:lnSpc>
              <a:spcBef>
                <a:spcPct val="0"/>
              </a:spcBef>
              <a:spcAft>
                <a:spcPts val="0"/>
              </a:spcAft>
              <a:buClrTx/>
              <a:buSzPct val="100000"/>
              <a:buFont typeface="+mj-lt"/>
              <a:buAutoNum type="alphaLcParenR"/>
              <a:defRPr/>
            </a:pPr>
            <a:r>
              <a:rPr lang="en-US" altLang="en-US" sz="2000" b="0" kern="0" dirty="0" smtClean="0">
                <a:latin typeface="Arial"/>
              </a:rPr>
              <a:t>what to do before the loss incident happens.</a:t>
            </a:r>
            <a:endParaRPr kumimoji="0" lang="en-CA" altLang="en-US" sz="2000" b="0" i="0" u="none" strike="noStrike" kern="0" cap="none" spc="0" normalizeH="0" baseline="0" noProof="0" dirty="0">
              <a:ln>
                <a:noFill/>
              </a:ln>
              <a:effectLst/>
              <a:uLnTx/>
              <a:uFillTx/>
              <a:latin typeface="Arial"/>
            </a:endParaRPr>
          </a:p>
        </p:txBody>
      </p:sp>
      <p:sp>
        <p:nvSpPr>
          <p:cNvPr id="9" name="Rectangle 2"/>
          <p:cNvSpPr>
            <a:spLocks noChangeArrowheads="1"/>
          </p:cNvSpPr>
          <p:nvPr/>
        </p:nvSpPr>
        <p:spPr bwMode="auto">
          <a:xfrm>
            <a:off x="180000" y="216000"/>
            <a:ext cx="8640000" cy="504000"/>
          </a:xfrm>
          <a:prstGeom prst="rect">
            <a:avLst/>
          </a:prstGeom>
          <a:solidFill>
            <a:srgbClr val="FFFFFF">
              <a:alpha val="69803"/>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lvl="0">
              <a:lnSpc>
                <a:spcPct val="100000"/>
              </a:lnSpc>
              <a:spcBef>
                <a:spcPct val="0"/>
              </a:spcBef>
              <a:buClrTx/>
              <a:buNone/>
              <a:defRPr/>
            </a:pPr>
            <a:r>
              <a:rPr lang="en-US" altLang="en-US" sz="2400" b="0" dirty="0" smtClean="0">
                <a:solidFill>
                  <a:srgbClr val="333399"/>
                </a:solidFill>
                <a:latin typeface="Arial" panose="020B0604020202020204" pitchFamily="34" charset="0"/>
                <a:cs typeface="Arial" panose="020B0604020202020204" pitchFamily="34" charset="0"/>
              </a:rPr>
              <a:t>The Importance of Document RM Activities:</a:t>
            </a:r>
            <a:endParaRPr lang="en-US" altLang="en-US" sz="2400" b="0" dirty="0">
              <a:solidFill>
                <a:srgbClr val="333399"/>
              </a:solidFill>
              <a:latin typeface="Arial" panose="020B0604020202020204" pitchFamily="34" charset="0"/>
              <a:cs typeface="Arial" panose="020B0604020202020204" pitchFamily="34" charset="0"/>
            </a:endParaRP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9</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6" name="Google Shape;125;p2"/>
          <p:cNvSpPr/>
          <p:nvPr/>
        </p:nvSpPr>
        <p:spPr>
          <a:xfrm>
            <a:off x="2514600" y="6300000"/>
            <a:ext cx="558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US" sz="1200" b="1" i="1" u="none" strike="noStrike" kern="0" cap="none" spc="0" normalizeH="0" baseline="0" noProof="0" dirty="0" smtClean="0">
                <a:ln>
                  <a:noFill/>
                </a:ln>
                <a:solidFill>
                  <a:srgbClr val="000000"/>
                </a:solidFill>
                <a:effectLst/>
                <a:uLnTx/>
                <a:uFillTx/>
                <a:latin typeface="Arial" charset="0"/>
                <a:ea typeface="Times New Roman"/>
                <a:cs typeface="Arial" panose="020B0604020202020204" pitchFamily="34" charset="0"/>
                <a:sym typeface="Times New Roman"/>
              </a:rPr>
              <a:t>Chapter 6.4: “Reasonably Practicable” and The Importance of Documenting RM Activities</a:t>
            </a:r>
            <a:endParaRPr kumimoji="0" lang="en-US"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endParaRPr>
          </a:p>
        </p:txBody>
      </p:sp>
    </p:spTree>
    <p:extLst>
      <p:ext uri="{BB962C8B-B14F-4D97-AF65-F5344CB8AC3E}">
        <p14:creationId xmlns:p14="http://schemas.microsoft.com/office/powerpoint/2010/main" val="1627947281"/>
      </p:ext>
    </p:extLst>
  </p:cSld>
  <p:clrMapOvr>
    <a:masterClrMapping/>
  </p:clrMapOvr>
  <p:transition>
    <p:fade/>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solidFill>
            <a:schemeClr val="tx1"/>
          </a:solidFill>
          <a:ln w="9525">
            <a:solidFill>
              <a:schemeClr val="tx1"/>
            </a:solid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0" fontAlgn="base" latinLnBrk="0" hangingPunct="0">
              <a:lnSpc>
                <a:spcPct val="90000"/>
              </a:lnSpc>
              <a:spcBef>
                <a:spcPts val="0"/>
              </a:spcBef>
              <a:spcAft>
                <a:spcPts val="0"/>
              </a:spcAft>
              <a:buClr>
                <a:srgbClr val="000000"/>
              </a:buClr>
              <a:buSzPct val="100000"/>
              <a:buFont typeface="Arial" panose="020B0604020202020204" pitchFamily="34" charset="0"/>
              <a:buNone/>
              <a:tabLst/>
              <a:defRPr/>
            </a:pPr>
            <a:r>
              <a:rPr kumimoji="0" lang="en-US" altLang="en-US" i="0" u="none" strike="noStrike" kern="1200" cap="none" spc="0" normalizeH="0" baseline="0" noProof="0" dirty="0" smtClean="0">
                <a:ln>
                  <a:noFill/>
                </a:ln>
                <a:solidFill>
                  <a:schemeClr val="bg1"/>
                </a:solidFill>
                <a:effectLst/>
                <a:uLnTx/>
                <a:uFillTx/>
                <a:latin typeface="Arial" panose="020B0604020202020204" pitchFamily="34" charset="0"/>
                <a:ea typeface="ＭＳ Ｐゴシック" panose="020B0600070205080204" pitchFamily="34" charset="-128"/>
                <a:cs typeface="Arial" panose="020B0604020202020204" pitchFamily="34" charset="0"/>
              </a:rPr>
              <a:t>Consider this scenario:</a:t>
            </a:r>
            <a:endParaRPr kumimoji="0" lang="en-US" altLang="en-US" sz="2000" i="0" u="none" strike="noStrike" kern="0" cap="none" spc="0" normalizeH="0" baseline="0" noProof="0" dirty="0" smtClean="0">
              <a:ln>
                <a:noFill/>
              </a:ln>
              <a:solidFill>
                <a:schemeClr val="bg1"/>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342900" marR="0" lvl="1" indent="-342900" algn="l" defTabSz="914400" rtl="0" eaLnBrk="1" fontAlgn="base" latinLnBrk="0" hangingPunct="1">
              <a:lnSpc>
                <a:spcPct val="90000"/>
              </a:lnSpc>
              <a:spcBef>
                <a:spcPts val="0"/>
              </a:spcBef>
              <a:spcAft>
                <a:spcPts val="0"/>
              </a:spcAft>
              <a:buClrTx/>
              <a:buSzPct val="100000"/>
              <a:buFont typeface="Wingdings" panose="05000000000000000000" pitchFamily="2" charset="2"/>
              <a:buChar char="Ø"/>
              <a:tabLst/>
              <a:defRPr/>
            </a:pPr>
            <a:endParaRPr kumimoji="0" lang="en-US" altLang="en-US" sz="2000" b="0" i="0" u="none" strike="noStrike" kern="0" cap="none" spc="0" normalizeH="0" baseline="0" noProof="0" dirty="0">
              <a:ln>
                <a:noFill/>
              </a:ln>
              <a:solidFill>
                <a:schemeClr val="bg1"/>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360000" marR="0" lvl="1" indent="-360000" defTabSz="914400" eaLnBrk="1" latinLnBrk="0" hangingPunct="1">
              <a:lnSpc>
                <a:spcPct val="90000"/>
              </a:lnSpc>
              <a:spcBef>
                <a:spcPts val="0"/>
              </a:spcBef>
              <a:spcAft>
                <a:spcPts val="0"/>
              </a:spcAft>
              <a:buClrTx/>
              <a:buSzPct val="100000"/>
              <a:buFont typeface="Wingdings" panose="05000000000000000000" pitchFamily="2" charset="2"/>
              <a:buChar char="Ø"/>
              <a:tabLst/>
              <a:defRPr/>
            </a:pPr>
            <a:r>
              <a:rPr lang="en-US" altLang="en-US" sz="2000" b="0" kern="0" dirty="0">
                <a:solidFill>
                  <a:schemeClr val="bg1"/>
                </a:solidFill>
                <a:latin typeface="Arial"/>
              </a:rPr>
              <a:t>A loss incident happened – someone was injured or killed, or there was a release of a harmful substance that caused or may have caused harm to the environment – and the evidence is </a:t>
            </a:r>
            <a:r>
              <a:rPr lang="en-US" altLang="en-US" sz="2000" b="0" kern="0" dirty="0" smtClean="0">
                <a:solidFill>
                  <a:schemeClr val="bg1"/>
                </a:solidFill>
                <a:latin typeface="Arial"/>
              </a:rPr>
              <a:t>clear and </a:t>
            </a:r>
            <a:r>
              <a:rPr lang="en-US" altLang="en-US" sz="2000" b="0" kern="0" dirty="0">
                <a:solidFill>
                  <a:schemeClr val="bg1"/>
                </a:solidFill>
                <a:latin typeface="Arial"/>
              </a:rPr>
              <a:t>undeniable. </a:t>
            </a:r>
          </a:p>
          <a:p>
            <a:pPr marL="342900" marR="0" lvl="1" indent="-342900" algn="l" defTabSz="914400" rtl="0" eaLnBrk="1" fontAlgn="base" latinLnBrk="0" hangingPunct="1">
              <a:lnSpc>
                <a:spcPct val="90000"/>
              </a:lnSpc>
              <a:spcBef>
                <a:spcPts val="0"/>
              </a:spcBef>
              <a:spcAft>
                <a:spcPts val="0"/>
              </a:spcAft>
              <a:buClrTx/>
              <a:buSzPct val="100000"/>
              <a:buFont typeface="Wingdings" panose="05000000000000000000" pitchFamily="2" charset="2"/>
              <a:buChar char="Ø"/>
              <a:tabLst/>
              <a:defRPr/>
            </a:pPr>
            <a:endParaRPr kumimoji="0" lang="en-US" altLang="en-US" sz="2000" b="0" i="0" u="none" strike="noStrike" kern="0" cap="none" spc="0" normalizeH="0" baseline="0" noProof="0" dirty="0" smtClean="0">
              <a:ln>
                <a:noFill/>
              </a:ln>
              <a:solidFill>
                <a:schemeClr val="bg1"/>
              </a:solidFill>
              <a:effectLst/>
              <a:uLnTx/>
              <a:uFillTx/>
              <a:latin typeface="Arial"/>
            </a:endParaRPr>
          </a:p>
          <a:p>
            <a:pPr marL="342900" marR="0" lvl="1" indent="-342900" algn="l" defTabSz="914400" rtl="0" eaLnBrk="1" fontAlgn="base" latinLnBrk="0" hangingPunct="1">
              <a:lnSpc>
                <a:spcPct val="90000"/>
              </a:lnSpc>
              <a:spcBef>
                <a:spcPts val="0"/>
              </a:spcBef>
              <a:spcAft>
                <a:spcPts val="0"/>
              </a:spcAft>
              <a:buClrTx/>
              <a:buSzPct val="100000"/>
              <a:buFont typeface="Wingdings" panose="05000000000000000000" pitchFamily="2" charset="2"/>
              <a:buChar char="Ø"/>
              <a:tabLst/>
              <a:defRPr/>
            </a:pPr>
            <a:r>
              <a:rPr lang="en-US" altLang="en-US" sz="2000" b="0" kern="0" dirty="0" smtClean="0">
                <a:solidFill>
                  <a:schemeClr val="bg1"/>
                </a:solidFill>
                <a:latin typeface="Arial"/>
              </a:rPr>
              <a:t>A government agency </a:t>
            </a:r>
            <a:r>
              <a:rPr lang="en-US" altLang="en-US" sz="2000" kern="0" dirty="0" smtClean="0">
                <a:solidFill>
                  <a:schemeClr val="bg1"/>
                </a:solidFill>
                <a:latin typeface="Arial"/>
              </a:rPr>
              <a:t>investigates</a:t>
            </a:r>
            <a:r>
              <a:rPr lang="en-US" altLang="en-US" sz="2000" b="0" kern="0" dirty="0" smtClean="0">
                <a:solidFill>
                  <a:schemeClr val="bg1"/>
                </a:solidFill>
                <a:latin typeface="Arial"/>
              </a:rPr>
              <a:t>. </a:t>
            </a:r>
            <a:endParaRPr lang="en-US" altLang="en-US" sz="2000" b="0" kern="0" dirty="0">
              <a:solidFill>
                <a:schemeClr val="bg1"/>
              </a:solidFill>
              <a:latin typeface="Arial"/>
            </a:endParaRPr>
          </a:p>
          <a:p>
            <a:pPr marL="342900" marR="0" lvl="1" indent="-342900" algn="l" defTabSz="914400" rtl="0" eaLnBrk="1" fontAlgn="base" latinLnBrk="0" hangingPunct="1">
              <a:lnSpc>
                <a:spcPct val="90000"/>
              </a:lnSpc>
              <a:spcBef>
                <a:spcPts val="0"/>
              </a:spcBef>
              <a:spcAft>
                <a:spcPts val="0"/>
              </a:spcAft>
              <a:buClrTx/>
              <a:buSzPct val="100000"/>
              <a:buFont typeface="Wingdings" panose="05000000000000000000" pitchFamily="2" charset="2"/>
              <a:buChar char="Ø"/>
              <a:tabLst/>
              <a:defRPr/>
            </a:pPr>
            <a:endParaRPr kumimoji="0" lang="en-US" altLang="en-US" sz="2000" b="0" i="0" u="none" strike="noStrike" kern="0" cap="none" spc="0" normalizeH="0" baseline="0" noProof="0" dirty="0">
              <a:ln>
                <a:noFill/>
              </a:ln>
              <a:solidFill>
                <a:schemeClr val="bg1"/>
              </a:solidFill>
              <a:effectLst/>
              <a:uLnTx/>
              <a:uFillTx/>
              <a:latin typeface="Arial"/>
            </a:endParaRPr>
          </a:p>
          <a:p>
            <a:pPr marL="360000" lvl="1" indent="-360000">
              <a:lnSpc>
                <a:spcPct val="90000"/>
              </a:lnSpc>
              <a:spcBef>
                <a:spcPts val="0"/>
              </a:spcBef>
              <a:spcAft>
                <a:spcPts val="0"/>
              </a:spcAft>
              <a:buClrTx/>
              <a:buSzPct val="100000"/>
              <a:buFont typeface="Wingdings" panose="05000000000000000000" pitchFamily="2" charset="2"/>
              <a:buChar char="Ø"/>
              <a:defRPr/>
            </a:pPr>
            <a:r>
              <a:rPr lang="en-US" altLang="en-US" sz="2000" b="0" kern="0" dirty="0" smtClean="0">
                <a:solidFill>
                  <a:schemeClr val="bg1"/>
                </a:solidFill>
                <a:latin typeface="Arial"/>
              </a:rPr>
              <a:t>Your organization (you) </a:t>
            </a:r>
            <a:r>
              <a:rPr lang="en-US" altLang="en-US" sz="2000" b="0" kern="0" dirty="0">
                <a:solidFill>
                  <a:schemeClr val="bg1"/>
                </a:solidFill>
                <a:latin typeface="Arial"/>
              </a:rPr>
              <a:t>intended to do the right </a:t>
            </a:r>
            <a:r>
              <a:rPr lang="en-US" altLang="en-US" sz="2000" b="0" kern="0" dirty="0" smtClean="0">
                <a:solidFill>
                  <a:schemeClr val="bg1"/>
                </a:solidFill>
                <a:latin typeface="Arial"/>
              </a:rPr>
              <a:t>thing:</a:t>
            </a:r>
            <a:endParaRPr lang="en-US" altLang="en-US" sz="2000" b="0" kern="0" dirty="0">
              <a:solidFill>
                <a:schemeClr val="bg1"/>
              </a:solidFill>
              <a:latin typeface="Arial"/>
            </a:endParaRPr>
          </a:p>
          <a:p>
            <a:pPr marL="720000" lvl="2" indent="-360000">
              <a:lnSpc>
                <a:spcPct val="90000"/>
              </a:lnSpc>
              <a:spcBef>
                <a:spcPts val="0"/>
              </a:spcBef>
              <a:spcAft>
                <a:spcPts val="0"/>
              </a:spcAft>
              <a:buClrTx/>
              <a:buSzPct val="100000"/>
              <a:buFont typeface="Wingdings" panose="05000000000000000000" pitchFamily="2" charset="2"/>
              <a:buChar char="Ø"/>
              <a:defRPr/>
            </a:pPr>
            <a:r>
              <a:rPr lang="en-US" altLang="en-US" sz="2000" b="0" kern="0" dirty="0" smtClean="0">
                <a:solidFill>
                  <a:schemeClr val="bg1"/>
                </a:solidFill>
                <a:latin typeface="Arial"/>
              </a:rPr>
              <a:t>You made well-meaning decisions i.e. you did </a:t>
            </a:r>
            <a:r>
              <a:rPr lang="en-US" altLang="en-US" sz="2000" b="0" kern="0" dirty="0">
                <a:solidFill>
                  <a:schemeClr val="bg1"/>
                </a:solidFill>
                <a:latin typeface="Arial"/>
              </a:rPr>
              <a:t>not intend to do harm, and you believe you were not </a:t>
            </a:r>
            <a:r>
              <a:rPr lang="en-US" altLang="en-US" sz="2000" b="0" kern="0" dirty="0" smtClean="0">
                <a:solidFill>
                  <a:schemeClr val="bg1"/>
                </a:solidFill>
                <a:latin typeface="Arial"/>
              </a:rPr>
              <a:t>negligent.</a:t>
            </a:r>
            <a:endParaRPr lang="en-US" altLang="en-US" sz="2000" b="0" kern="0" dirty="0">
              <a:solidFill>
                <a:schemeClr val="bg1"/>
              </a:solidFill>
              <a:latin typeface="Arial"/>
            </a:endParaRPr>
          </a:p>
          <a:p>
            <a:pPr marL="720000" lvl="2" indent="-360000">
              <a:lnSpc>
                <a:spcPct val="90000"/>
              </a:lnSpc>
              <a:spcBef>
                <a:spcPts val="0"/>
              </a:spcBef>
              <a:spcAft>
                <a:spcPts val="0"/>
              </a:spcAft>
              <a:buClrTx/>
              <a:buSzPct val="100000"/>
              <a:buFont typeface="Wingdings" panose="05000000000000000000" pitchFamily="2" charset="2"/>
              <a:buChar char="Ø"/>
              <a:defRPr/>
            </a:pPr>
            <a:r>
              <a:rPr lang="en-US" altLang="en-US" sz="2000" b="0" kern="0" dirty="0">
                <a:solidFill>
                  <a:schemeClr val="bg1"/>
                </a:solidFill>
                <a:latin typeface="Arial"/>
              </a:rPr>
              <a:t>You took appropriate action(s) under the circumstances (applied appropriate </a:t>
            </a:r>
            <a:r>
              <a:rPr lang="en-US" altLang="en-US" sz="2000" b="0" kern="0" dirty="0" smtClean="0">
                <a:solidFill>
                  <a:schemeClr val="bg1"/>
                </a:solidFill>
                <a:latin typeface="Arial"/>
              </a:rPr>
              <a:t>control </a:t>
            </a:r>
            <a:r>
              <a:rPr lang="en-US" altLang="en-US" sz="2000" b="0" kern="0" dirty="0">
                <a:solidFill>
                  <a:schemeClr val="bg1"/>
                </a:solidFill>
                <a:latin typeface="Arial"/>
              </a:rPr>
              <a:t>measures), </a:t>
            </a:r>
            <a:r>
              <a:rPr lang="en-US" altLang="en-US" sz="2000" b="0" kern="0" dirty="0" smtClean="0">
                <a:solidFill>
                  <a:schemeClr val="bg1"/>
                </a:solidFill>
                <a:latin typeface="Arial"/>
              </a:rPr>
              <a:t>yet </a:t>
            </a:r>
            <a:r>
              <a:rPr lang="en-US" altLang="en-US" sz="2000" b="0" kern="0" dirty="0">
                <a:solidFill>
                  <a:schemeClr val="bg1"/>
                </a:solidFill>
                <a:latin typeface="Arial"/>
              </a:rPr>
              <a:t>something went wrong that lead to the </a:t>
            </a:r>
            <a:r>
              <a:rPr lang="en-US" altLang="en-US" sz="2000" b="0" kern="0" dirty="0" smtClean="0">
                <a:solidFill>
                  <a:schemeClr val="bg1"/>
                </a:solidFill>
                <a:latin typeface="Arial"/>
              </a:rPr>
              <a:t>incident.</a:t>
            </a:r>
            <a:endParaRPr lang="en-US" altLang="en-US" sz="2000" b="0" kern="0" dirty="0">
              <a:solidFill>
                <a:schemeClr val="bg1"/>
              </a:solidFill>
              <a:latin typeface="Arial"/>
            </a:endParaRPr>
          </a:p>
          <a:p>
            <a:pPr marL="360000" lvl="1" indent="-360000">
              <a:lnSpc>
                <a:spcPct val="90000"/>
              </a:lnSpc>
              <a:spcBef>
                <a:spcPts val="0"/>
              </a:spcBef>
              <a:spcAft>
                <a:spcPts val="0"/>
              </a:spcAft>
              <a:buClrTx/>
              <a:buSzPct val="100000"/>
              <a:buFont typeface="Wingdings" panose="05000000000000000000" pitchFamily="2" charset="2"/>
              <a:buChar char="Ø"/>
              <a:defRPr/>
            </a:pPr>
            <a:endParaRPr lang="en-US" altLang="en-US" sz="2000" b="0" kern="0" dirty="0" smtClean="0">
              <a:solidFill>
                <a:schemeClr val="bg1"/>
              </a:solidFill>
              <a:latin typeface="Arial"/>
            </a:endParaRPr>
          </a:p>
          <a:p>
            <a:pPr marL="360000" lvl="1" indent="-360000">
              <a:lnSpc>
                <a:spcPct val="90000"/>
              </a:lnSpc>
              <a:spcBef>
                <a:spcPts val="0"/>
              </a:spcBef>
              <a:spcAft>
                <a:spcPts val="0"/>
              </a:spcAft>
              <a:buClrTx/>
              <a:buSzPct val="100000"/>
              <a:buFont typeface="Wingdings" panose="05000000000000000000" pitchFamily="2" charset="2"/>
              <a:buChar char="Ø"/>
              <a:defRPr/>
            </a:pPr>
            <a:r>
              <a:rPr lang="en-US" altLang="en-US" sz="2000" b="0" kern="0" dirty="0" smtClean="0">
                <a:solidFill>
                  <a:schemeClr val="bg1"/>
                </a:solidFill>
                <a:latin typeface="Arial"/>
              </a:rPr>
              <a:t>So</a:t>
            </a:r>
            <a:r>
              <a:rPr lang="en-US" altLang="en-US" sz="2000" b="0" kern="0" dirty="0">
                <a:solidFill>
                  <a:schemeClr val="bg1"/>
                </a:solidFill>
                <a:latin typeface="Arial"/>
              </a:rPr>
              <a:t>, how do you explain </a:t>
            </a:r>
            <a:r>
              <a:rPr lang="en-US" altLang="en-US" sz="2000" b="0" kern="0" dirty="0" smtClean="0">
                <a:solidFill>
                  <a:schemeClr val="bg1"/>
                </a:solidFill>
                <a:latin typeface="Arial"/>
              </a:rPr>
              <a:t>and </a:t>
            </a:r>
            <a:r>
              <a:rPr lang="en-US" altLang="en-US" sz="2000" b="0" kern="0" dirty="0">
                <a:solidFill>
                  <a:schemeClr val="bg1"/>
                </a:solidFill>
                <a:latin typeface="Arial"/>
              </a:rPr>
              <a:t>defend that your action(s) or inaction(s) were neither </a:t>
            </a:r>
            <a:r>
              <a:rPr lang="en-US" altLang="en-US" sz="2000" b="0" kern="0" dirty="0" smtClean="0">
                <a:solidFill>
                  <a:schemeClr val="bg1"/>
                </a:solidFill>
                <a:latin typeface="Arial"/>
              </a:rPr>
              <a:t>intentional nor negligent?</a:t>
            </a:r>
            <a:endParaRPr lang="en-US" altLang="en-US" sz="2000" b="0" kern="0" dirty="0">
              <a:solidFill>
                <a:schemeClr val="bg1"/>
              </a:solidFill>
              <a:latin typeface="Arial"/>
            </a:endParaRPr>
          </a:p>
          <a:p>
            <a:pPr marL="360000" lvl="1" indent="-360000">
              <a:lnSpc>
                <a:spcPct val="90000"/>
              </a:lnSpc>
              <a:spcBef>
                <a:spcPts val="0"/>
              </a:spcBef>
              <a:spcAft>
                <a:spcPts val="0"/>
              </a:spcAft>
              <a:buClrTx/>
              <a:buSzPct val="100000"/>
              <a:buFont typeface="Wingdings" panose="05000000000000000000" pitchFamily="2" charset="2"/>
              <a:buChar char="Ø"/>
              <a:defRPr/>
            </a:pPr>
            <a:endParaRPr lang="en-US" altLang="en-US" sz="2000" b="0" kern="0" dirty="0">
              <a:solidFill>
                <a:schemeClr val="bg1"/>
              </a:solidFill>
              <a:latin typeface="Arial"/>
            </a:endParaRPr>
          </a:p>
          <a:p>
            <a:pPr marL="360000" lvl="1" indent="-360000">
              <a:lnSpc>
                <a:spcPct val="90000"/>
              </a:lnSpc>
              <a:spcBef>
                <a:spcPts val="0"/>
              </a:spcBef>
              <a:spcAft>
                <a:spcPts val="0"/>
              </a:spcAft>
              <a:buClrTx/>
              <a:buSzPct val="100000"/>
              <a:buFont typeface="Wingdings" panose="05000000000000000000" pitchFamily="2" charset="2"/>
              <a:buChar char="Ø"/>
              <a:defRPr/>
            </a:pPr>
            <a:r>
              <a:rPr lang="en-US" altLang="en-US" sz="2000" b="0" kern="0" dirty="0">
                <a:solidFill>
                  <a:schemeClr val="bg1"/>
                </a:solidFill>
                <a:latin typeface="Arial"/>
              </a:rPr>
              <a:t>And here is where </a:t>
            </a:r>
            <a:r>
              <a:rPr lang="en-US" altLang="en-US" sz="2000" b="0" kern="0" dirty="0" smtClean="0">
                <a:solidFill>
                  <a:schemeClr val="bg1"/>
                </a:solidFill>
                <a:latin typeface="Arial"/>
              </a:rPr>
              <a:t>the </a:t>
            </a:r>
            <a:r>
              <a:rPr lang="en-US" altLang="en-US" sz="2000" u="sng" kern="0" dirty="0" smtClean="0">
                <a:solidFill>
                  <a:schemeClr val="bg1"/>
                </a:solidFill>
                <a:latin typeface="Arial"/>
              </a:rPr>
              <a:t>importance of documentation</a:t>
            </a:r>
            <a:r>
              <a:rPr lang="en-US" altLang="en-US" sz="2000" b="0" kern="0" dirty="0" smtClean="0">
                <a:solidFill>
                  <a:schemeClr val="bg1"/>
                </a:solidFill>
                <a:latin typeface="Arial"/>
              </a:rPr>
              <a:t> </a:t>
            </a:r>
            <a:r>
              <a:rPr lang="en-US" altLang="en-US" sz="2000" b="0" kern="0" dirty="0">
                <a:solidFill>
                  <a:schemeClr val="bg1"/>
                </a:solidFill>
                <a:latin typeface="Arial"/>
              </a:rPr>
              <a:t>comes into play.</a:t>
            </a:r>
          </a:p>
        </p:txBody>
      </p:sp>
      <p:sp>
        <p:nvSpPr>
          <p:cNvPr id="9" name="Rectangle 2"/>
          <p:cNvSpPr>
            <a:spLocks noChangeArrowheads="1"/>
          </p:cNvSpPr>
          <p:nvPr/>
        </p:nvSpPr>
        <p:spPr bwMode="auto">
          <a:xfrm>
            <a:off x="180000" y="152400"/>
            <a:ext cx="8640000" cy="504000"/>
          </a:xfrm>
          <a:prstGeom prst="rect">
            <a:avLst/>
          </a:prstGeom>
          <a:solidFill>
            <a:srgbClr val="000000"/>
          </a:solidFill>
          <a:ln>
            <a:solidFill>
              <a:srgbClr val="000000"/>
            </a:solidFill>
          </a:ln>
          <a:extLst/>
        </p:spPr>
        <p:txBody>
          <a:bodyPr wrap="square" anchor="ctr" anchorCtr="0">
            <a:noAutofit/>
          </a:bodyPr>
          <a:lstStyle/>
          <a:p>
            <a:pPr>
              <a:spcBef>
                <a:spcPts val="0"/>
              </a:spcBef>
              <a:spcAft>
                <a:spcPts val="0"/>
              </a:spcAft>
            </a:pPr>
            <a:r>
              <a:rPr lang="en-US" altLang="en-US" sz="2400" b="0" dirty="0">
                <a:solidFill>
                  <a:srgbClr val="F8F8F8"/>
                </a:solidFill>
                <a:latin typeface="Arial" panose="020B0604020202020204" pitchFamily="34" charset="0"/>
                <a:ea typeface="ＭＳ Ｐゴシック" panose="020B0600070205080204" pitchFamily="34" charset="-128"/>
                <a:cs typeface="Arial" panose="020B0604020202020204" pitchFamily="34" charset="0"/>
              </a:rPr>
              <a:t>The Aftermath of What Happens After a Loss Incident:</a:t>
            </a: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10</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7" name="Google Shape;125;p2"/>
          <p:cNvSpPr/>
          <p:nvPr/>
        </p:nvSpPr>
        <p:spPr>
          <a:xfrm>
            <a:off x="2514600" y="6300000"/>
            <a:ext cx="558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US" sz="1200" b="1" i="1" u="none" strike="noStrike" kern="0" cap="none" spc="0" normalizeH="0" baseline="0" noProof="0" dirty="0" smtClean="0">
                <a:ln>
                  <a:noFill/>
                </a:ln>
                <a:solidFill>
                  <a:srgbClr val="000000"/>
                </a:solidFill>
                <a:effectLst/>
                <a:uLnTx/>
                <a:uFillTx/>
                <a:latin typeface="Arial" charset="0"/>
                <a:ea typeface="Times New Roman"/>
                <a:cs typeface="Arial" panose="020B0604020202020204" pitchFamily="34" charset="0"/>
                <a:sym typeface="Times New Roman"/>
              </a:rPr>
              <a:t>Chapter 6.4: “Reasonably Practicable” and The Importance of Documenting RM Activities</a:t>
            </a:r>
            <a:endParaRPr kumimoji="0" lang="en-US"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endParaRPr>
          </a:p>
        </p:txBody>
      </p:sp>
    </p:spTree>
    <p:extLst>
      <p:ext uri="{BB962C8B-B14F-4D97-AF65-F5344CB8AC3E}">
        <p14:creationId xmlns:p14="http://schemas.microsoft.com/office/powerpoint/2010/main" val="2723069621"/>
      </p:ext>
    </p:extLst>
  </p:cSld>
  <p:clrMapOvr>
    <a:masterClrMapping/>
  </p:clrMapOvr>
  <p:transition>
    <p:fade/>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5" name="Rectangle 2"/>
          <p:cNvSpPr>
            <a:spLocks noChangeArrowheads="1"/>
          </p:cNvSpPr>
          <p:nvPr/>
        </p:nvSpPr>
        <p:spPr bwMode="auto">
          <a:xfrm>
            <a:off x="180000" y="180000"/>
            <a:ext cx="8640000" cy="504000"/>
          </a:xfrm>
          <a:prstGeom prst="rect">
            <a:avLst/>
          </a:prstGeom>
          <a:solidFill>
            <a:srgbClr val="000000"/>
          </a:solidFill>
          <a:ln>
            <a:solidFill>
              <a:srgbClr val="000000"/>
            </a:solidFill>
          </a:ln>
          <a:extLst/>
        </p:spPr>
        <p:txBody>
          <a:bodyPr wrap="square" anchor="ctr" anchorCtr="0">
            <a:noAutofit/>
          </a:bodyPr>
          <a:lstStyle/>
          <a:p>
            <a:pPr lvl="0">
              <a:spcBef>
                <a:spcPts val="0"/>
              </a:spcBef>
              <a:spcAft>
                <a:spcPts val="0"/>
              </a:spcAft>
            </a:pPr>
            <a:r>
              <a:rPr lang="en-US" altLang="en-US" sz="2400" b="0"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Example: Documenting the Application of </a:t>
            </a:r>
            <a:r>
              <a:rPr lang="en-US" altLang="en-US" sz="2400" b="0" dirty="0">
                <a:solidFill>
                  <a:srgbClr val="F8F8F8"/>
                </a:solidFill>
                <a:latin typeface="Arial" panose="020B0604020202020204" pitchFamily="34" charset="0"/>
                <a:ea typeface="ＭＳ Ｐゴシック" panose="020B0600070205080204" pitchFamily="34" charset="-128"/>
                <a:cs typeface="Arial" panose="020B0604020202020204" pitchFamily="34" charset="0"/>
              </a:rPr>
              <a:t>Risk </a:t>
            </a:r>
            <a:r>
              <a:rPr lang="en-US" altLang="en-US" sz="2400" b="0"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Management</a:t>
            </a:r>
            <a:endParaRPr lang="en-US" altLang="en-US" sz="2400" b="0" dirty="0">
              <a:solidFill>
                <a:srgbClr val="F8F8F8"/>
              </a:solidFill>
              <a:latin typeface="Arial" panose="020B0604020202020204" pitchFamily="34" charset="0"/>
              <a:ea typeface="ＭＳ Ｐゴシック" panose="020B0600070205080204" pitchFamily="34" charset="-128"/>
              <a:cs typeface="Arial" panose="020B0604020202020204" pitchFamily="34" charset="0"/>
            </a:endParaRPr>
          </a:p>
        </p:txBody>
      </p:sp>
      <p:sp>
        <p:nvSpPr>
          <p:cNvPr id="2" name="Rectangle 1"/>
          <p:cNvSpPr/>
          <p:nvPr/>
        </p:nvSpPr>
        <p:spPr>
          <a:xfrm>
            <a:off x="180000" y="828000"/>
            <a:ext cx="8640000" cy="5328000"/>
          </a:xfrm>
          <a:prstGeom prst="rect">
            <a:avLst/>
          </a:prstGeom>
          <a:solidFill>
            <a:srgbClr val="000000"/>
          </a:solidFill>
          <a:ln>
            <a:solidFill>
              <a:srgbClr val="000000"/>
            </a:solidFill>
          </a:ln>
        </p:spPr>
        <p:txBody>
          <a:bodyPr wrap="square">
            <a:noAutofit/>
          </a:bodyPr>
          <a:lstStyle/>
          <a:p>
            <a:pPr marR="0" lvl="0" algn="l" defTabSz="914400" rtl="0" eaLnBrk="0" fontAlgn="base" latinLnBrk="0" hangingPunct="0">
              <a:spcBef>
                <a:spcPct val="0"/>
              </a:spcBef>
              <a:spcAft>
                <a:spcPct val="0"/>
              </a:spcAft>
              <a:buClrTx/>
              <a:buSzTx/>
              <a:tabLst/>
              <a:defRPr/>
            </a:pPr>
            <a:r>
              <a:rPr kumimoji="0" lang="en-US" altLang="en-US" sz="2000" i="1"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rPr>
              <a:t>Job Title: Truck-loading Operation at First Rate Propane</a:t>
            </a:r>
            <a:r>
              <a:rPr kumimoji="0" lang="en-US" altLang="en-US" sz="2000" i="1" strike="noStrike" kern="1200" cap="none" spc="0" normalizeH="0" baseline="0" noProof="0" dirty="0" smtClean="0">
                <a:ln>
                  <a:noFill/>
                </a:ln>
                <a:solidFill>
                  <a:srgbClr val="FFFFFF"/>
                </a:solidFill>
                <a:effectLst/>
                <a:uLnTx/>
                <a:uFillTx/>
                <a:latin typeface="Arial" panose="020B0604020202020204" pitchFamily="34" charset="0"/>
                <a:ea typeface="+mn-ea"/>
                <a:cs typeface="Arial" panose="020B0604020202020204" pitchFamily="34" charset="0"/>
              </a:rPr>
              <a:t>:</a:t>
            </a:r>
          </a:p>
          <a:p>
            <a:pPr marL="360000" marR="0" lvl="0" indent="-360000" algn="l" defTabSz="914400" rtl="0" eaLnBrk="0" fontAlgn="base" latinLnBrk="0" hangingPunct="0">
              <a:spcBef>
                <a:spcPct val="0"/>
              </a:spcBef>
              <a:spcAft>
                <a:spcPct val="0"/>
              </a:spcAft>
              <a:buClrTx/>
              <a:buSzTx/>
              <a:buFont typeface="Wingdings" panose="05000000000000000000" pitchFamily="2" charset="2"/>
              <a:buChar char="Ø"/>
              <a:tabLst/>
              <a:defRPr/>
            </a:pPr>
            <a:endParaRPr lang="en-US" altLang="en-US" sz="2000" b="0" i="1" dirty="0" smtClean="0">
              <a:solidFill>
                <a:srgbClr val="FFFFFF"/>
              </a:solidFill>
              <a:latin typeface="Arial" panose="020B0604020202020204" pitchFamily="34" charset="0"/>
              <a:cs typeface="Arial" panose="020B0604020202020204" pitchFamily="34" charset="0"/>
            </a:endParaRPr>
          </a:p>
          <a:p>
            <a:pPr marL="360000" marR="0" lvl="0" indent="-360000" algn="l" defTabSz="914400" rtl="0" eaLnBrk="0" fontAlgn="base" latinLnBrk="0" hangingPunct="0">
              <a:spcBef>
                <a:spcPct val="0"/>
              </a:spcBef>
              <a:spcAft>
                <a:spcPct val="0"/>
              </a:spcAft>
              <a:buClrTx/>
              <a:buSzTx/>
              <a:buFont typeface="Wingdings" panose="05000000000000000000" pitchFamily="2" charset="2"/>
              <a:buChar char="Ø"/>
              <a:tabLst/>
              <a:defRPr/>
            </a:pPr>
            <a:endParaRPr lang="en-US" altLang="en-US" sz="2000" b="0" i="1" dirty="0">
              <a:solidFill>
                <a:srgbClr val="FFFFFF"/>
              </a:solidFill>
              <a:latin typeface="Arial" panose="020B0604020202020204" pitchFamily="34" charset="0"/>
              <a:cs typeface="Arial" panose="020B0604020202020204" pitchFamily="34" charset="0"/>
            </a:endParaRPr>
          </a:p>
          <a:p>
            <a:pPr marL="360000" marR="0" lvl="0" indent="-360000" algn="l" defTabSz="914400" rtl="0" eaLnBrk="0" fontAlgn="base" latinLnBrk="0" hangingPunct="0">
              <a:spcBef>
                <a:spcPct val="0"/>
              </a:spcBef>
              <a:spcAft>
                <a:spcPct val="0"/>
              </a:spcAft>
              <a:buClrTx/>
              <a:buSzTx/>
              <a:buFont typeface="Wingdings" panose="05000000000000000000" pitchFamily="2" charset="2"/>
              <a:buChar char="Ø"/>
              <a:tabLst/>
              <a:defRPr/>
            </a:pPr>
            <a:endParaRPr kumimoji="0" lang="en-US" altLang="en-US" sz="2000" b="0" i="1" u="none" strike="noStrike" kern="1200" cap="none" spc="0" normalizeH="0" baseline="0" noProof="0" dirty="0" smtClean="0">
              <a:ln>
                <a:noFill/>
              </a:ln>
              <a:solidFill>
                <a:srgbClr val="FFFFFF"/>
              </a:solidFill>
              <a:effectLst/>
              <a:uLnTx/>
              <a:uFillTx/>
              <a:latin typeface="Arial" panose="020B0604020202020204" pitchFamily="34" charset="0"/>
              <a:ea typeface="+mn-ea"/>
              <a:cs typeface="Arial" panose="020B0604020202020204" pitchFamily="34" charset="0"/>
            </a:endParaRPr>
          </a:p>
          <a:p>
            <a:pPr marL="360000" marR="0" lvl="0" indent="-360000" algn="l" defTabSz="914400" rtl="0" eaLnBrk="0" fontAlgn="base" latinLnBrk="0" hangingPunct="0">
              <a:spcBef>
                <a:spcPct val="0"/>
              </a:spcBef>
              <a:spcAft>
                <a:spcPct val="0"/>
              </a:spcAft>
              <a:buClrTx/>
              <a:buSzTx/>
              <a:buFont typeface="Wingdings" panose="05000000000000000000" pitchFamily="2" charset="2"/>
              <a:buChar char="Ø"/>
              <a:tabLst/>
              <a:defRPr/>
            </a:pPr>
            <a:endParaRPr lang="en-US" altLang="en-US" sz="2000" b="0" i="1" dirty="0">
              <a:solidFill>
                <a:srgbClr val="FFFFFF"/>
              </a:solidFill>
              <a:latin typeface="Arial" panose="020B0604020202020204" pitchFamily="34" charset="0"/>
              <a:cs typeface="Arial" panose="020B0604020202020204" pitchFamily="34" charset="0"/>
            </a:endParaRPr>
          </a:p>
          <a:p>
            <a:pPr marL="360000" marR="0" lvl="0" indent="-360000" algn="l" defTabSz="914400" rtl="0" eaLnBrk="0" fontAlgn="base" latinLnBrk="0" hangingPunct="0">
              <a:spcBef>
                <a:spcPct val="0"/>
              </a:spcBef>
              <a:spcAft>
                <a:spcPct val="0"/>
              </a:spcAft>
              <a:buClrTx/>
              <a:buSzTx/>
              <a:buFont typeface="Wingdings" panose="05000000000000000000" pitchFamily="2" charset="2"/>
              <a:buChar char="Ø"/>
              <a:tabLst/>
              <a:defRPr/>
            </a:pPr>
            <a:endParaRPr kumimoji="0" lang="en-US" altLang="en-US" sz="2000" b="0" i="1" u="none" strike="noStrike" kern="1200" cap="none" spc="0" normalizeH="0" baseline="0" noProof="0" dirty="0" smtClean="0">
              <a:ln>
                <a:noFill/>
              </a:ln>
              <a:solidFill>
                <a:srgbClr val="FFFFFF"/>
              </a:solidFill>
              <a:effectLst/>
              <a:uLnTx/>
              <a:uFillTx/>
              <a:latin typeface="Arial" panose="020B0604020202020204" pitchFamily="34" charset="0"/>
              <a:ea typeface="+mn-ea"/>
              <a:cs typeface="Arial" panose="020B0604020202020204" pitchFamily="34" charset="0"/>
            </a:endParaRPr>
          </a:p>
          <a:p>
            <a:pPr marL="360000" marR="0" lvl="0" indent="-360000" algn="l" defTabSz="914400" rtl="0" eaLnBrk="0" fontAlgn="base" latinLnBrk="0" hangingPunct="0">
              <a:spcBef>
                <a:spcPct val="0"/>
              </a:spcBef>
              <a:spcAft>
                <a:spcPct val="0"/>
              </a:spcAft>
              <a:buClrTx/>
              <a:buSzTx/>
              <a:buFont typeface="Wingdings" panose="05000000000000000000" pitchFamily="2" charset="2"/>
              <a:buChar char="Ø"/>
              <a:tabLst/>
              <a:defRPr/>
            </a:pPr>
            <a:endParaRPr lang="en-US" altLang="en-US" sz="2000" b="0" i="1" dirty="0">
              <a:solidFill>
                <a:srgbClr val="FFFFFF"/>
              </a:solidFill>
              <a:latin typeface="Arial" panose="020B0604020202020204" pitchFamily="34" charset="0"/>
              <a:cs typeface="Arial" panose="020B0604020202020204" pitchFamily="34" charset="0"/>
            </a:endParaRPr>
          </a:p>
          <a:p>
            <a:pPr marL="360000" marR="0" lvl="0" indent="-360000" algn="l" defTabSz="914400" rtl="0" eaLnBrk="0" fontAlgn="base" latinLnBrk="0" hangingPunct="0">
              <a:spcBef>
                <a:spcPct val="0"/>
              </a:spcBef>
              <a:spcAft>
                <a:spcPct val="0"/>
              </a:spcAft>
              <a:buClrTx/>
              <a:buSzTx/>
              <a:buFont typeface="Wingdings" panose="05000000000000000000" pitchFamily="2" charset="2"/>
              <a:buChar char="Ø"/>
              <a:tabLst/>
              <a:defRPr/>
            </a:pPr>
            <a:endParaRPr kumimoji="0" lang="en-US" altLang="en-US" sz="2000" b="0" i="1" u="none" strike="noStrike" kern="1200" cap="none" spc="0" normalizeH="0" baseline="0" noProof="0" dirty="0" smtClean="0">
              <a:ln>
                <a:noFill/>
              </a:ln>
              <a:solidFill>
                <a:srgbClr val="FFFFFF"/>
              </a:solidFill>
              <a:effectLst/>
              <a:uLnTx/>
              <a:uFillTx/>
              <a:latin typeface="Arial" panose="020B0604020202020204" pitchFamily="34" charset="0"/>
              <a:ea typeface="+mn-ea"/>
              <a:cs typeface="Arial" panose="020B0604020202020204" pitchFamily="34" charset="0"/>
            </a:endParaRPr>
          </a:p>
          <a:p>
            <a:pPr marL="360000" marR="0" lvl="0" indent="-360000" algn="l" defTabSz="914400" rtl="0" eaLnBrk="0" fontAlgn="base" latinLnBrk="0" hangingPunct="0">
              <a:spcBef>
                <a:spcPct val="0"/>
              </a:spcBef>
              <a:spcAft>
                <a:spcPct val="0"/>
              </a:spcAft>
              <a:buClrTx/>
              <a:buSzTx/>
              <a:buFont typeface="Wingdings" panose="05000000000000000000" pitchFamily="2" charset="2"/>
              <a:buChar char="Ø"/>
              <a:tabLst/>
              <a:defRPr/>
            </a:pPr>
            <a:endParaRPr lang="en-US" altLang="en-US" sz="2000" b="0" i="1" dirty="0">
              <a:solidFill>
                <a:srgbClr val="FFFFFF"/>
              </a:solidFill>
              <a:latin typeface="Arial" panose="020B0604020202020204" pitchFamily="34" charset="0"/>
              <a:cs typeface="Arial" panose="020B0604020202020204" pitchFamily="34" charset="0"/>
            </a:endParaRPr>
          </a:p>
          <a:p>
            <a:pPr marL="360000" marR="0" lvl="0" indent="-360000" algn="l" defTabSz="914400" rtl="0" eaLnBrk="0" fontAlgn="base" latinLnBrk="0" hangingPunct="0">
              <a:spcBef>
                <a:spcPct val="0"/>
              </a:spcBef>
              <a:spcAft>
                <a:spcPct val="0"/>
              </a:spcAft>
              <a:buClrTx/>
              <a:buSzTx/>
              <a:buFont typeface="Wingdings" panose="05000000000000000000" pitchFamily="2" charset="2"/>
              <a:buChar char="Ø"/>
              <a:tabLst/>
              <a:defRPr/>
            </a:pPr>
            <a:endParaRPr kumimoji="0" lang="en-US" altLang="en-US" sz="2000" b="0" i="1" u="none" strike="noStrike" kern="1200" cap="none" spc="0" normalizeH="0" baseline="0" noProof="0" dirty="0" smtClean="0">
              <a:ln>
                <a:noFill/>
              </a:ln>
              <a:solidFill>
                <a:srgbClr val="FFFFFF"/>
              </a:solidFill>
              <a:effectLst/>
              <a:uLnTx/>
              <a:uFillTx/>
              <a:latin typeface="Arial" panose="020B0604020202020204" pitchFamily="34" charset="0"/>
              <a:ea typeface="+mn-ea"/>
              <a:cs typeface="Arial" panose="020B0604020202020204" pitchFamily="34" charset="0"/>
            </a:endParaRPr>
          </a:p>
          <a:p>
            <a:pPr marL="360000" lvl="0" indent="-360000" eaLnBrk="0" hangingPunct="0">
              <a:buFont typeface="Wingdings" panose="05000000000000000000" pitchFamily="2" charset="2"/>
              <a:buChar char="Ø"/>
              <a:defRPr/>
            </a:pPr>
            <a:r>
              <a:rPr lang="en-US" altLang="en-US" sz="2000" b="0" i="1" dirty="0" smtClean="0">
                <a:solidFill>
                  <a:srgbClr val="FFFFFF"/>
                </a:solidFill>
                <a:latin typeface="Arial" panose="020B0604020202020204" pitchFamily="34" charset="0"/>
                <a:cs typeface="Arial" panose="020B0604020202020204" pitchFamily="34" charset="0"/>
              </a:rPr>
              <a:t>After </a:t>
            </a:r>
            <a:r>
              <a:rPr lang="en-US" altLang="en-US" sz="2000" b="0" i="1" dirty="0">
                <a:solidFill>
                  <a:srgbClr val="FFFFFF"/>
                </a:solidFill>
                <a:latin typeface="Arial" panose="020B0604020202020204" pitchFamily="34" charset="0"/>
                <a:cs typeface="Arial" panose="020B0604020202020204" pitchFamily="34" charset="0"/>
              </a:rPr>
              <a:t>these control measures have been implemented, what kinds of records or documents can </a:t>
            </a:r>
            <a:r>
              <a:rPr lang="en-US" altLang="en-US" sz="2000" b="0" i="1" dirty="0" smtClean="0">
                <a:solidFill>
                  <a:srgbClr val="FFFFFF"/>
                </a:solidFill>
                <a:latin typeface="Arial" panose="020B0604020202020204" pitchFamily="34" charset="0"/>
                <a:cs typeface="Arial" panose="020B0604020202020204" pitchFamily="34" charset="0"/>
              </a:rPr>
              <a:t>be produced </a:t>
            </a:r>
            <a:r>
              <a:rPr lang="en-US" altLang="en-US" sz="2000" b="0" i="1" dirty="0">
                <a:solidFill>
                  <a:srgbClr val="FFFFFF"/>
                </a:solidFill>
                <a:latin typeface="Arial" panose="020B0604020202020204" pitchFamily="34" charset="0"/>
                <a:cs typeface="Arial" panose="020B0604020202020204" pitchFamily="34" charset="0"/>
              </a:rPr>
              <a:t>to demonstrate that these control measures were, in fact, carried out and completed? </a:t>
            </a:r>
            <a:endParaRPr lang="en-US" altLang="en-US" sz="2000" b="0" i="1" dirty="0" smtClean="0">
              <a:solidFill>
                <a:srgbClr val="FFFFFF"/>
              </a:solidFill>
              <a:latin typeface="Arial" panose="020B0604020202020204" pitchFamily="34" charset="0"/>
              <a:cs typeface="Arial" panose="020B0604020202020204" pitchFamily="34" charset="0"/>
            </a:endParaRPr>
          </a:p>
          <a:p>
            <a:pPr marL="360000" lvl="0" indent="-360000" eaLnBrk="0" hangingPunct="0">
              <a:buFont typeface="Wingdings" panose="05000000000000000000" pitchFamily="2" charset="2"/>
              <a:buChar char="Ø"/>
              <a:defRPr/>
            </a:pPr>
            <a:r>
              <a:rPr lang="en-US" altLang="en-US" sz="2000" b="0" i="1" dirty="0" smtClean="0">
                <a:solidFill>
                  <a:srgbClr val="FFFFFF"/>
                </a:solidFill>
                <a:latin typeface="Arial" panose="020B0604020202020204" pitchFamily="34" charset="0"/>
                <a:cs typeface="Arial" panose="020B0604020202020204" pitchFamily="34" charset="0"/>
              </a:rPr>
              <a:t>Select one and consider. For example, how can one demonstrate that:</a:t>
            </a:r>
          </a:p>
          <a:p>
            <a:pPr marL="720000" lvl="0" indent="-360000" eaLnBrk="0" hangingPunct="0">
              <a:buFont typeface="Wingdings" panose="05000000000000000000" pitchFamily="2" charset="2"/>
              <a:buChar char="Ø"/>
              <a:defRPr/>
            </a:pPr>
            <a:r>
              <a:rPr lang="en-US" altLang="en-US" sz="2000" b="0" i="1" dirty="0" smtClean="0">
                <a:solidFill>
                  <a:srgbClr val="FFFFFF"/>
                </a:solidFill>
                <a:latin typeface="Arial" panose="020B0604020202020204" pitchFamily="34" charset="0"/>
                <a:cs typeface="Arial" panose="020B0604020202020204" pitchFamily="34" charset="0"/>
              </a:rPr>
              <a:t>Workers were not smoking in the area? </a:t>
            </a:r>
          </a:p>
          <a:p>
            <a:pPr marL="720000" lvl="0" indent="-360000" eaLnBrk="0" hangingPunct="0">
              <a:buFont typeface="Wingdings" panose="05000000000000000000" pitchFamily="2" charset="2"/>
              <a:buChar char="Ø"/>
              <a:defRPr/>
            </a:pPr>
            <a:r>
              <a:rPr lang="en-US" altLang="en-US" sz="2000" b="0" i="1" dirty="0" smtClean="0">
                <a:solidFill>
                  <a:srgbClr val="FFFFFF"/>
                </a:solidFill>
                <a:latin typeface="Arial" panose="020B0604020202020204" pitchFamily="34" charset="0"/>
                <a:cs typeface="Arial" panose="020B0604020202020204" pitchFamily="34" charset="0"/>
              </a:rPr>
              <a:t>Trained worker used an approved JSA and completed the checklist?</a:t>
            </a:r>
          </a:p>
          <a:p>
            <a:pPr marL="720000" lvl="0" indent="-360000" eaLnBrk="0" hangingPunct="0">
              <a:buFont typeface="Wingdings" panose="05000000000000000000" pitchFamily="2" charset="2"/>
              <a:buChar char="Ø"/>
              <a:defRPr/>
            </a:pPr>
            <a:r>
              <a:rPr lang="en-US" altLang="en-US" sz="2000" b="0" i="1" dirty="0" smtClean="0">
                <a:solidFill>
                  <a:srgbClr val="FFFFFF"/>
                </a:solidFill>
                <a:latin typeface="Arial" panose="020B0604020202020204" pitchFamily="34" charset="0"/>
                <a:cs typeface="Arial" panose="020B0604020202020204" pitchFamily="34" charset="0"/>
              </a:rPr>
              <a:t>The hoses were inspected periodically?</a:t>
            </a:r>
            <a:endParaRPr lang="en-US" altLang="en-US" sz="2000" b="0" i="1" dirty="0">
              <a:solidFill>
                <a:srgbClr val="FFFFFF"/>
              </a:solidFill>
              <a:latin typeface="Arial" panose="020B0604020202020204" pitchFamily="34" charset="0"/>
              <a:cs typeface="Arial" panose="020B0604020202020204" pitchFamily="34" charset="0"/>
            </a:endParaRPr>
          </a:p>
        </p:txBody>
      </p:sp>
      <p:sp>
        <p:nvSpPr>
          <p:cNvPr id="8"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11</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graphicFrame>
        <p:nvGraphicFramePr>
          <p:cNvPr id="6" name="Table 5"/>
          <p:cNvGraphicFramePr>
            <a:graphicFrameLocks noGrp="1"/>
          </p:cNvGraphicFramePr>
          <p:nvPr>
            <p:extLst>
              <p:ext uri="{D42A27DB-BD31-4B8C-83A1-F6EECF244321}">
                <p14:modId xmlns:p14="http://schemas.microsoft.com/office/powerpoint/2010/main" val="397126610"/>
              </p:ext>
            </p:extLst>
          </p:nvPr>
        </p:nvGraphicFramePr>
        <p:xfrm>
          <a:off x="304800" y="1219200"/>
          <a:ext cx="8382000" cy="2620264"/>
        </p:xfrm>
        <a:graphic>
          <a:graphicData uri="http://schemas.openxmlformats.org/drawingml/2006/table">
            <a:tbl>
              <a:tblPr firstRow="1" bandRow="1"/>
              <a:tblGrid>
                <a:gridCol w="2751827">
                  <a:extLst>
                    <a:ext uri="{9D8B030D-6E8A-4147-A177-3AD203B41FA5}">
                      <a16:colId xmlns:a16="http://schemas.microsoft.com/office/drawing/2014/main" val="3443704447"/>
                    </a:ext>
                  </a:extLst>
                </a:gridCol>
                <a:gridCol w="2214113">
                  <a:extLst>
                    <a:ext uri="{9D8B030D-6E8A-4147-A177-3AD203B41FA5}">
                      <a16:colId xmlns:a16="http://schemas.microsoft.com/office/drawing/2014/main" val="3518489996"/>
                    </a:ext>
                  </a:extLst>
                </a:gridCol>
                <a:gridCol w="3416060">
                  <a:extLst>
                    <a:ext uri="{9D8B030D-6E8A-4147-A177-3AD203B41FA5}">
                      <a16:colId xmlns:a16="http://schemas.microsoft.com/office/drawing/2014/main" val="73636416"/>
                    </a:ext>
                  </a:extLst>
                </a:gridCol>
              </a:tblGrid>
              <a:tr h="370840">
                <a:tc>
                  <a:txBody>
                    <a:bodyPr/>
                    <a:lstStyle>
                      <a:lvl1pPr marL="0" algn="l" defTabSz="914400" rtl="0" eaLnBrk="1" latinLnBrk="0" hangingPunct="1">
                        <a:defRPr sz="1800" b="1" kern="1200">
                          <a:solidFill>
                            <a:schemeClr val="lt1"/>
                          </a:solidFill>
                          <a:latin typeface="Arial"/>
                        </a:defRPr>
                      </a:lvl1pPr>
                      <a:lvl2pPr marL="457200" algn="l" defTabSz="914400" rtl="0" eaLnBrk="1" latinLnBrk="0" hangingPunct="1">
                        <a:defRPr sz="1800" b="1" kern="1200">
                          <a:solidFill>
                            <a:schemeClr val="lt1"/>
                          </a:solidFill>
                          <a:latin typeface="Arial"/>
                        </a:defRPr>
                      </a:lvl2pPr>
                      <a:lvl3pPr marL="914400" algn="l" defTabSz="914400" rtl="0" eaLnBrk="1" latinLnBrk="0" hangingPunct="1">
                        <a:defRPr sz="1800" b="1" kern="1200">
                          <a:solidFill>
                            <a:schemeClr val="lt1"/>
                          </a:solidFill>
                          <a:latin typeface="Arial"/>
                        </a:defRPr>
                      </a:lvl3pPr>
                      <a:lvl4pPr marL="1371600" algn="l" defTabSz="914400" rtl="0" eaLnBrk="1" latinLnBrk="0" hangingPunct="1">
                        <a:defRPr sz="1800" b="1" kern="1200">
                          <a:solidFill>
                            <a:schemeClr val="lt1"/>
                          </a:solidFill>
                          <a:latin typeface="Arial"/>
                        </a:defRPr>
                      </a:lvl4pPr>
                      <a:lvl5pPr marL="1828800" algn="l" defTabSz="914400" rtl="0" eaLnBrk="1" latinLnBrk="0" hangingPunct="1">
                        <a:defRPr sz="1800" b="1" kern="1200">
                          <a:solidFill>
                            <a:schemeClr val="lt1"/>
                          </a:solidFill>
                          <a:latin typeface="Arial"/>
                        </a:defRPr>
                      </a:lvl5pPr>
                      <a:lvl6pPr marL="2286000" algn="l" defTabSz="914400" rtl="0" eaLnBrk="1" latinLnBrk="0" hangingPunct="1">
                        <a:defRPr sz="1800" b="1" kern="1200">
                          <a:solidFill>
                            <a:schemeClr val="lt1"/>
                          </a:solidFill>
                          <a:latin typeface="Arial"/>
                        </a:defRPr>
                      </a:lvl6pPr>
                      <a:lvl7pPr marL="2743200" algn="l" defTabSz="914400" rtl="0" eaLnBrk="1" latinLnBrk="0" hangingPunct="1">
                        <a:defRPr sz="1800" b="1" kern="1200">
                          <a:solidFill>
                            <a:schemeClr val="lt1"/>
                          </a:solidFill>
                          <a:latin typeface="Arial"/>
                        </a:defRPr>
                      </a:lvl7pPr>
                      <a:lvl8pPr marL="3200400" algn="l" defTabSz="914400" rtl="0" eaLnBrk="1" latinLnBrk="0" hangingPunct="1">
                        <a:defRPr sz="1800" b="1" kern="1200">
                          <a:solidFill>
                            <a:schemeClr val="lt1"/>
                          </a:solidFill>
                          <a:latin typeface="Arial"/>
                        </a:defRPr>
                      </a:lvl8pPr>
                      <a:lvl9pPr marL="3657600" algn="l" defTabSz="914400" rtl="0" eaLnBrk="1" latinLnBrk="0" hangingPunct="1">
                        <a:defRPr sz="1800" b="1" kern="1200">
                          <a:solidFill>
                            <a:schemeClr val="lt1"/>
                          </a:solidFill>
                          <a:latin typeface="Arial"/>
                        </a:defRPr>
                      </a:lvl9pPr>
                    </a:lstStyle>
                    <a:p>
                      <a:pPr>
                        <a:lnSpc>
                          <a:spcPct val="90000"/>
                        </a:lnSpc>
                      </a:pPr>
                      <a:r>
                        <a:rPr lang="en-US" b="1" dirty="0" smtClean="0"/>
                        <a:t>Detailed</a:t>
                      </a:r>
                      <a:r>
                        <a:rPr lang="en-US" b="1" baseline="0" dirty="0" smtClean="0"/>
                        <a:t> Activity</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9999FF"/>
                    </a:solidFill>
                  </a:tcPr>
                </a:tc>
                <a:tc>
                  <a:txBody>
                    <a:bodyPr/>
                    <a:lstStyle>
                      <a:lvl1pPr marL="0" algn="l" defTabSz="914400" rtl="0" eaLnBrk="1" latinLnBrk="0" hangingPunct="1">
                        <a:defRPr sz="1800" b="1" kern="1200">
                          <a:solidFill>
                            <a:schemeClr val="lt1"/>
                          </a:solidFill>
                          <a:latin typeface="Arial"/>
                        </a:defRPr>
                      </a:lvl1pPr>
                      <a:lvl2pPr marL="457200" algn="l" defTabSz="914400" rtl="0" eaLnBrk="1" latinLnBrk="0" hangingPunct="1">
                        <a:defRPr sz="1800" b="1" kern="1200">
                          <a:solidFill>
                            <a:schemeClr val="lt1"/>
                          </a:solidFill>
                          <a:latin typeface="Arial"/>
                        </a:defRPr>
                      </a:lvl2pPr>
                      <a:lvl3pPr marL="914400" algn="l" defTabSz="914400" rtl="0" eaLnBrk="1" latinLnBrk="0" hangingPunct="1">
                        <a:defRPr sz="1800" b="1" kern="1200">
                          <a:solidFill>
                            <a:schemeClr val="lt1"/>
                          </a:solidFill>
                          <a:latin typeface="Arial"/>
                        </a:defRPr>
                      </a:lvl3pPr>
                      <a:lvl4pPr marL="1371600" algn="l" defTabSz="914400" rtl="0" eaLnBrk="1" latinLnBrk="0" hangingPunct="1">
                        <a:defRPr sz="1800" b="1" kern="1200">
                          <a:solidFill>
                            <a:schemeClr val="lt1"/>
                          </a:solidFill>
                          <a:latin typeface="Arial"/>
                        </a:defRPr>
                      </a:lvl4pPr>
                      <a:lvl5pPr marL="1828800" algn="l" defTabSz="914400" rtl="0" eaLnBrk="1" latinLnBrk="0" hangingPunct="1">
                        <a:defRPr sz="1800" b="1" kern="1200">
                          <a:solidFill>
                            <a:schemeClr val="lt1"/>
                          </a:solidFill>
                          <a:latin typeface="Arial"/>
                        </a:defRPr>
                      </a:lvl5pPr>
                      <a:lvl6pPr marL="2286000" algn="l" defTabSz="914400" rtl="0" eaLnBrk="1" latinLnBrk="0" hangingPunct="1">
                        <a:defRPr sz="1800" b="1" kern="1200">
                          <a:solidFill>
                            <a:schemeClr val="lt1"/>
                          </a:solidFill>
                          <a:latin typeface="Arial"/>
                        </a:defRPr>
                      </a:lvl6pPr>
                      <a:lvl7pPr marL="2743200" algn="l" defTabSz="914400" rtl="0" eaLnBrk="1" latinLnBrk="0" hangingPunct="1">
                        <a:defRPr sz="1800" b="1" kern="1200">
                          <a:solidFill>
                            <a:schemeClr val="lt1"/>
                          </a:solidFill>
                          <a:latin typeface="Arial"/>
                        </a:defRPr>
                      </a:lvl7pPr>
                      <a:lvl8pPr marL="3200400" algn="l" defTabSz="914400" rtl="0" eaLnBrk="1" latinLnBrk="0" hangingPunct="1">
                        <a:defRPr sz="1800" b="1" kern="1200">
                          <a:solidFill>
                            <a:schemeClr val="lt1"/>
                          </a:solidFill>
                          <a:latin typeface="Arial"/>
                        </a:defRPr>
                      </a:lvl8pPr>
                      <a:lvl9pPr marL="3657600" algn="l" defTabSz="914400" rtl="0" eaLnBrk="1" latinLnBrk="0" hangingPunct="1">
                        <a:defRPr sz="1800" b="1" kern="1200">
                          <a:solidFill>
                            <a:schemeClr val="lt1"/>
                          </a:solidFill>
                          <a:latin typeface="Arial"/>
                        </a:defRPr>
                      </a:lvl9pPr>
                    </a:lstStyle>
                    <a:p>
                      <a:pPr>
                        <a:lnSpc>
                          <a:spcPct val="90000"/>
                        </a:lnSpc>
                      </a:pPr>
                      <a:r>
                        <a:rPr lang="en-US" b="1" dirty="0" smtClean="0"/>
                        <a:t>Hazard or What-If</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9999FF"/>
                    </a:solidFill>
                  </a:tcPr>
                </a:tc>
                <a:tc>
                  <a:txBody>
                    <a:bodyPr/>
                    <a:lstStyle>
                      <a:lvl1pPr marL="0" algn="l" defTabSz="914400" rtl="0" eaLnBrk="1" latinLnBrk="0" hangingPunct="1">
                        <a:defRPr sz="1800" b="1" kern="1200">
                          <a:solidFill>
                            <a:schemeClr val="lt1"/>
                          </a:solidFill>
                          <a:latin typeface="Arial"/>
                        </a:defRPr>
                      </a:lvl1pPr>
                      <a:lvl2pPr marL="457200" algn="l" defTabSz="914400" rtl="0" eaLnBrk="1" latinLnBrk="0" hangingPunct="1">
                        <a:defRPr sz="1800" b="1" kern="1200">
                          <a:solidFill>
                            <a:schemeClr val="lt1"/>
                          </a:solidFill>
                          <a:latin typeface="Arial"/>
                        </a:defRPr>
                      </a:lvl2pPr>
                      <a:lvl3pPr marL="914400" algn="l" defTabSz="914400" rtl="0" eaLnBrk="1" latinLnBrk="0" hangingPunct="1">
                        <a:defRPr sz="1800" b="1" kern="1200">
                          <a:solidFill>
                            <a:schemeClr val="lt1"/>
                          </a:solidFill>
                          <a:latin typeface="Arial"/>
                        </a:defRPr>
                      </a:lvl3pPr>
                      <a:lvl4pPr marL="1371600" algn="l" defTabSz="914400" rtl="0" eaLnBrk="1" latinLnBrk="0" hangingPunct="1">
                        <a:defRPr sz="1800" b="1" kern="1200">
                          <a:solidFill>
                            <a:schemeClr val="lt1"/>
                          </a:solidFill>
                          <a:latin typeface="Arial"/>
                        </a:defRPr>
                      </a:lvl4pPr>
                      <a:lvl5pPr marL="1828800" algn="l" defTabSz="914400" rtl="0" eaLnBrk="1" latinLnBrk="0" hangingPunct="1">
                        <a:defRPr sz="1800" b="1" kern="1200">
                          <a:solidFill>
                            <a:schemeClr val="lt1"/>
                          </a:solidFill>
                          <a:latin typeface="Arial"/>
                        </a:defRPr>
                      </a:lvl5pPr>
                      <a:lvl6pPr marL="2286000" algn="l" defTabSz="914400" rtl="0" eaLnBrk="1" latinLnBrk="0" hangingPunct="1">
                        <a:defRPr sz="1800" b="1" kern="1200">
                          <a:solidFill>
                            <a:schemeClr val="lt1"/>
                          </a:solidFill>
                          <a:latin typeface="Arial"/>
                        </a:defRPr>
                      </a:lvl6pPr>
                      <a:lvl7pPr marL="2743200" algn="l" defTabSz="914400" rtl="0" eaLnBrk="1" latinLnBrk="0" hangingPunct="1">
                        <a:defRPr sz="1800" b="1" kern="1200">
                          <a:solidFill>
                            <a:schemeClr val="lt1"/>
                          </a:solidFill>
                          <a:latin typeface="Arial"/>
                        </a:defRPr>
                      </a:lvl7pPr>
                      <a:lvl8pPr marL="3200400" algn="l" defTabSz="914400" rtl="0" eaLnBrk="1" latinLnBrk="0" hangingPunct="1">
                        <a:defRPr sz="1800" b="1" kern="1200">
                          <a:solidFill>
                            <a:schemeClr val="lt1"/>
                          </a:solidFill>
                          <a:latin typeface="Arial"/>
                        </a:defRPr>
                      </a:lvl8pPr>
                      <a:lvl9pPr marL="3657600" algn="l" defTabSz="914400" rtl="0" eaLnBrk="1" latinLnBrk="0" hangingPunct="1">
                        <a:defRPr sz="1800" b="1" kern="1200">
                          <a:solidFill>
                            <a:schemeClr val="lt1"/>
                          </a:solidFill>
                          <a:latin typeface="Arial"/>
                        </a:defRPr>
                      </a:lvl9pPr>
                    </a:lstStyle>
                    <a:p>
                      <a:pPr>
                        <a:lnSpc>
                          <a:spcPct val="90000"/>
                        </a:lnSpc>
                      </a:pPr>
                      <a:r>
                        <a:rPr lang="en-US" b="1" dirty="0" smtClean="0"/>
                        <a:t>Control Measure</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9999FF"/>
                    </a:solidFill>
                  </a:tcPr>
                </a:tc>
                <a:extLst>
                  <a:ext uri="{0D108BD9-81ED-4DB2-BD59-A6C34878D82A}">
                    <a16:rowId xmlns:a16="http://schemas.microsoft.com/office/drawing/2014/main" val="1006554743"/>
                  </a:ext>
                </a:extLst>
              </a:tr>
              <a:tr h="370840">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a:lnSpc>
                          <a:spcPct val="90000"/>
                        </a:lnSpc>
                      </a:pPr>
                      <a:r>
                        <a:rPr lang="en-US" b="0" dirty="0" smtClean="0"/>
                        <a:t>Secure area</a:t>
                      </a:r>
                      <a:r>
                        <a:rPr lang="en-US" b="0" baseline="0" dirty="0" smtClean="0"/>
                        <a:t> of ignition sources</a:t>
                      </a:r>
                      <a:endParaRPr lang="en-US" b="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9999FF">
                        <a:tint val="40000"/>
                      </a:srgbClr>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a:lnSpc>
                          <a:spcPct val="90000"/>
                        </a:lnSpc>
                      </a:pPr>
                      <a:r>
                        <a:rPr lang="en-US" b="0" dirty="0" smtClean="0"/>
                        <a:t>Ignites</a:t>
                      </a:r>
                      <a:r>
                        <a:rPr lang="en-US" b="0" baseline="0" dirty="0" smtClean="0"/>
                        <a:t> propane if there is a leak. </a:t>
                      </a:r>
                      <a:endParaRPr lang="en-US" b="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9999FF">
                        <a:tint val="40000"/>
                      </a:srgbClr>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a:lnSpc>
                          <a:spcPct val="90000"/>
                        </a:lnSpc>
                      </a:pPr>
                      <a:r>
                        <a:rPr lang="en-US" b="0" dirty="0" smtClean="0"/>
                        <a:t>Shut off truck.</a:t>
                      </a:r>
                    </a:p>
                    <a:p>
                      <a:pPr>
                        <a:lnSpc>
                          <a:spcPct val="90000"/>
                        </a:lnSpc>
                      </a:pPr>
                      <a:r>
                        <a:rPr lang="en-US" b="0" dirty="0" smtClean="0"/>
                        <a:t>Ensure</a:t>
                      </a:r>
                      <a:r>
                        <a:rPr lang="en-US" b="0" baseline="0" dirty="0" smtClean="0"/>
                        <a:t> no smoking.</a:t>
                      </a:r>
                      <a:endParaRPr lang="en-US" b="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9999FF">
                        <a:tint val="40000"/>
                      </a:srgbClr>
                    </a:solidFill>
                  </a:tcPr>
                </a:tc>
                <a:extLst>
                  <a:ext uri="{0D108BD9-81ED-4DB2-BD59-A6C34878D82A}">
                    <a16:rowId xmlns:a16="http://schemas.microsoft.com/office/drawing/2014/main" val="917593792"/>
                  </a:ext>
                </a:extLst>
              </a:tr>
              <a:tr h="370840">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a:lnSpc>
                          <a:spcPct val="90000"/>
                        </a:lnSpc>
                      </a:pPr>
                      <a:r>
                        <a:rPr lang="en-US" b="0" dirty="0" smtClean="0"/>
                        <a:t>Connect hose from storage tank to truck tank.</a:t>
                      </a:r>
                      <a:endParaRPr lang="en-US" b="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9999FF">
                        <a:tint val="20000"/>
                      </a:srgbClr>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a:lnSpc>
                          <a:spcPct val="90000"/>
                        </a:lnSpc>
                      </a:pPr>
                      <a:r>
                        <a:rPr lang="en-US" b="0" dirty="0" smtClean="0"/>
                        <a:t>Improper connection.</a:t>
                      </a:r>
                    </a:p>
                    <a:p>
                      <a:pPr>
                        <a:lnSpc>
                          <a:spcPct val="90000"/>
                        </a:lnSpc>
                      </a:pPr>
                      <a:r>
                        <a:rPr lang="en-US" b="0" dirty="0" smtClean="0"/>
                        <a:t>Truck</a:t>
                      </a:r>
                      <a:r>
                        <a:rPr lang="en-US" b="0" baseline="0" dirty="0" smtClean="0"/>
                        <a:t> rolls away.</a:t>
                      </a:r>
                      <a:endParaRPr lang="en-US" b="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9999FF">
                        <a:tint val="20000"/>
                      </a:srgbClr>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a:lnSpc>
                          <a:spcPct val="90000"/>
                        </a:lnSpc>
                      </a:pPr>
                      <a:r>
                        <a:rPr lang="en-US" b="0" dirty="0" smtClean="0"/>
                        <a:t>Trained</a:t>
                      </a:r>
                      <a:r>
                        <a:rPr lang="en-US" b="0" baseline="0" dirty="0" smtClean="0"/>
                        <a:t> worker uses approved JSA &amp; completes the check list</a:t>
                      </a:r>
                      <a:endParaRPr lang="en-US" b="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9999FF">
                        <a:tint val="20000"/>
                      </a:srgbClr>
                    </a:solidFill>
                  </a:tcPr>
                </a:tc>
                <a:extLst>
                  <a:ext uri="{0D108BD9-81ED-4DB2-BD59-A6C34878D82A}">
                    <a16:rowId xmlns:a16="http://schemas.microsoft.com/office/drawing/2014/main" val="619388345"/>
                  </a:ext>
                </a:extLst>
              </a:tr>
              <a:tr h="370840">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a:lnSpc>
                          <a:spcPct val="90000"/>
                        </a:lnSpc>
                      </a:pPr>
                      <a:r>
                        <a:rPr lang="en-US" b="0" dirty="0" smtClean="0"/>
                        <a:t>Pressurize</a:t>
                      </a:r>
                      <a:r>
                        <a:rPr lang="en-US" b="0" baseline="0" dirty="0" smtClean="0"/>
                        <a:t> hose</a:t>
                      </a:r>
                      <a:endParaRPr lang="en-US" b="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9999FF">
                        <a:tint val="40000"/>
                      </a:srgbClr>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a:lnSpc>
                          <a:spcPct val="90000"/>
                        </a:lnSpc>
                      </a:pPr>
                      <a:r>
                        <a:rPr lang="en-US" b="0" dirty="0" smtClean="0"/>
                        <a:t>Hose ruptures.</a:t>
                      </a:r>
                      <a:endParaRPr lang="en-US" b="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9999FF">
                        <a:tint val="40000"/>
                      </a:srgbClr>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a:lnSpc>
                          <a:spcPct val="90000"/>
                        </a:lnSpc>
                      </a:pPr>
                      <a:r>
                        <a:rPr lang="en-US" b="0" dirty="0" smtClean="0"/>
                        <a:t>Hoses rated for service.</a:t>
                      </a:r>
                    </a:p>
                    <a:p>
                      <a:pPr>
                        <a:lnSpc>
                          <a:spcPct val="90000"/>
                        </a:lnSpc>
                      </a:pPr>
                      <a:r>
                        <a:rPr lang="en-US" b="0" dirty="0" smtClean="0"/>
                        <a:t>Hoses periodically</a:t>
                      </a:r>
                      <a:r>
                        <a:rPr lang="en-US" b="0" baseline="0" dirty="0" smtClean="0"/>
                        <a:t> inspected. Damaged hoses discarded.</a:t>
                      </a:r>
                      <a:endParaRPr lang="en-US" b="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9999FF">
                        <a:tint val="40000"/>
                      </a:srgbClr>
                    </a:solidFill>
                  </a:tcPr>
                </a:tc>
                <a:extLst>
                  <a:ext uri="{0D108BD9-81ED-4DB2-BD59-A6C34878D82A}">
                    <a16:rowId xmlns:a16="http://schemas.microsoft.com/office/drawing/2014/main" val="1843961582"/>
                  </a:ext>
                </a:extLst>
              </a:tr>
            </a:tbl>
          </a:graphicData>
        </a:graphic>
      </p:graphicFrame>
      <p:sp>
        <p:nvSpPr>
          <p:cNvPr id="16" name="Google Shape;125;p2"/>
          <p:cNvSpPr/>
          <p:nvPr/>
        </p:nvSpPr>
        <p:spPr>
          <a:xfrm>
            <a:off x="2514600" y="6300000"/>
            <a:ext cx="558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US" sz="1200" b="1" i="1" u="none" strike="noStrike" kern="0" cap="none" spc="0" normalizeH="0" baseline="0" noProof="0" dirty="0" smtClean="0">
                <a:ln>
                  <a:noFill/>
                </a:ln>
                <a:solidFill>
                  <a:srgbClr val="000000"/>
                </a:solidFill>
                <a:effectLst/>
                <a:uLnTx/>
                <a:uFillTx/>
                <a:latin typeface="Arial" charset="0"/>
                <a:ea typeface="Times New Roman"/>
                <a:cs typeface="Arial" panose="020B0604020202020204" pitchFamily="34" charset="0"/>
                <a:sym typeface="Times New Roman"/>
              </a:rPr>
              <a:t>Chapter 6.4: “Reasonably Practicable” and The Importance of Documenting RM Activities</a:t>
            </a:r>
            <a:endParaRPr kumimoji="0" lang="en-US"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endParaRPr>
          </a:p>
        </p:txBody>
      </p:sp>
    </p:spTree>
    <p:extLst>
      <p:ext uri="{BB962C8B-B14F-4D97-AF65-F5344CB8AC3E}">
        <p14:creationId xmlns:p14="http://schemas.microsoft.com/office/powerpoint/2010/main" val="1727729051"/>
      </p:ext>
    </p:extLst>
  </p:cSld>
  <p:clrMapOvr>
    <a:masterClrMapping/>
  </p:clrMapOvr>
  <p:transition>
    <p:fade/>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5" name="Rectangle 2"/>
          <p:cNvSpPr>
            <a:spLocks noChangeArrowheads="1"/>
          </p:cNvSpPr>
          <p:nvPr/>
        </p:nvSpPr>
        <p:spPr bwMode="auto">
          <a:xfrm>
            <a:off x="180000" y="180000"/>
            <a:ext cx="8640000" cy="504000"/>
          </a:xfrm>
          <a:prstGeom prst="rect">
            <a:avLst/>
          </a:prstGeom>
          <a:solidFill>
            <a:srgbClr val="000000"/>
          </a:solidFill>
          <a:ln>
            <a:solidFill>
              <a:srgbClr val="000000"/>
            </a:solidFill>
          </a:ln>
          <a:extLst/>
        </p:spPr>
        <p:txBody>
          <a:bodyPr wrap="square" anchor="ctr" anchorCtr="0">
            <a:noAutofit/>
          </a:bodyPr>
          <a:lstStyle/>
          <a:p>
            <a:pPr lvl="0">
              <a:spcBef>
                <a:spcPts val="0"/>
              </a:spcBef>
              <a:spcAft>
                <a:spcPts val="0"/>
              </a:spcAft>
            </a:pPr>
            <a:r>
              <a:rPr lang="en-US" altLang="en-US" sz="2400" b="0"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Example: Documenting the Application of </a:t>
            </a:r>
            <a:r>
              <a:rPr lang="en-US" altLang="en-US" sz="2400" b="0" dirty="0">
                <a:solidFill>
                  <a:srgbClr val="F8F8F8"/>
                </a:solidFill>
                <a:latin typeface="Arial" panose="020B0604020202020204" pitchFamily="34" charset="0"/>
                <a:ea typeface="ＭＳ Ｐゴシック" panose="020B0600070205080204" pitchFamily="34" charset="-128"/>
                <a:cs typeface="Arial" panose="020B0604020202020204" pitchFamily="34" charset="0"/>
              </a:rPr>
              <a:t>Risk </a:t>
            </a:r>
            <a:r>
              <a:rPr lang="en-US" altLang="en-US" sz="2400" b="0"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Management</a:t>
            </a:r>
            <a:endParaRPr lang="en-US" altLang="en-US" sz="2400" b="0" dirty="0">
              <a:solidFill>
                <a:srgbClr val="F8F8F8"/>
              </a:solidFill>
              <a:latin typeface="Arial" panose="020B0604020202020204" pitchFamily="34" charset="0"/>
              <a:ea typeface="ＭＳ Ｐゴシック" panose="020B0600070205080204" pitchFamily="34" charset="-128"/>
              <a:cs typeface="Arial" panose="020B0604020202020204" pitchFamily="34" charset="0"/>
            </a:endParaRPr>
          </a:p>
        </p:txBody>
      </p:sp>
      <p:sp>
        <p:nvSpPr>
          <p:cNvPr id="2" name="Rectangle 1"/>
          <p:cNvSpPr/>
          <p:nvPr/>
        </p:nvSpPr>
        <p:spPr>
          <a:xfrm>
            <a:off x="180000" y="828000"/>
            <a:ext cx="8640000" cy="5328000"/>
          </a:xfrm>
          <a:prstGeom prst="rect">
            <a:avLst/>
          </a:prstGeom>
          <a:solidFill>
            <a:srgbClr val="000000"/>
          </a:solidFill>
          <a:ln>
            <a:solidFill>
              <a:srgbClr val="000000"/>
            </a:solidFill>
          </a:ln>
        </p:spPr>
        <p:txBody>
          <a:bodyPr wrap="square">
            <a:noAutofit/>
          </a:bodyPr>
          <a:lstStyle/>
          <a:p>
            <a:pPr marR="0" lvl="0" algn="l" defTabSz="914400" rtl="0" eaLnBrk="0" fontAlgn="base" latinLnBrk="0" hangingPunct="0">
              <a:spcBef>
                <a:spcPct val="0"/>
              </a:spcBef>
              <a:spcAft>
                <a:spcPct val="0"/>
              </a:spcAft>
              <a:buClrTx/>
              <a:buSzTx/>
              <a:tabLst/>
              <a:defRPr/>
            </a:pPr>
            <a:r>
              <a:rPr kumimoji="0" lang="en-US" altLang="en-US" sz="2000" i="1"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rPr>
              <a:t>Job Title: Truck-loading Operation at First Rate Propane</a:t>
            </a:r>
            <a:r>
              <a:rPr kumimoji="0" lang="en-US" altLang="en-US" sz="2000" i="1" strike="noStrike" kern="1200" cap="none" spc="0" normalizeH="0" baseline="0" noProof="0" dirty="0" smtClean="0">
                <a:ln>
                  <a:noFill/>
                </a:ln>
                <a:solidFill>
                  <a:srgbClr val="FFFFFF"/>
                </a:solidFill>
                <a:effectLst/>
                <a:uLnTx/>
                <a:uFillTx/>
                <a:latin typeface="Arial" panose="020B0604020202020204" pitchFamily="34" charset="0"/>
                <a:ea typeface="+mn-ea"/>
                <a:cs typeface="Arial" panose="020B0604020202020204" pitchFamily="34" charset="0"/>
              </a:rPr>
              <a:t>:</a:t>
            </a:r>
          </a:p>
          <a:p>
            <a:pPr marL="342900" marR="0" lvl="0" indent="-342900" algn="l" defTabSz="914400" rtl="0" eaLnBrk="0" fontAlgn="base" latinLnBrk="0" hangingPunct="0">
              <a:spcBef>
                <a:spcPct val="0"/>
              </a:spcBef>
              <a:spcAft>
                <a:spcPct val="0"/>
              </a:spcAft>
              <a:buClrTx/>
              <a:buSzTx/>
              <a:buFont typeface="Wingdings" panose="05000000000000000000" pitchFamily="2" charset="2"/>
              <a:buChar char="Ø"/>
              <a:tabLst/>
              <a:defRPr/>
            </a:pPr>
            <a:endParaRPr lang="en-US" altLang="en-US" sz="2000" b="0" i="1" dirty="0">
              <a:solidFill>
                <a:srgbClr val="FFFFFF"/>
              </a:solidFill>
              <a:latin typeface="Arial" panose="020B0604020202020204" pitchFamily="34" charset="0"/>
              <a:cs typeface="Arial" panose="020B0604020202020204" pitchFamily="34" charset="0"/>
            </a:endParaRPr>
          </a:p>
          <a:p>
            <a:pPr marL="342900" marR="0" lvl="0" indent="-342900" algn="l" defTabSz="914400" rtl="0" eaLnBrk="0" fontAlgn="base" latinLnBrk="0" hangingPunct="0">
              <a:spcBef>
                <a:spcPct val="0"/>
              </a:spcBef>
              <a:spcAft>
                <a:spcPct val="0"/>
              </a:spcAft>
              <a:buClrTx/>
              <a:buSzTx/>
              <a:buFont typeface="Wingdings" panose="05000000000000000000" pitchFamily="2" charset="2"/>
              <a:buChar char="Ø"/>
              <a:tabLst/>
              <a:defRPr/>
            </a:pPr>
            <a:endParaRPr kumimoji="0" lang="en-US" altLang="en-US" sz="2000" b="0" i="1" u="none" strike="noStrike" kern="1200" cap="none" spc="0" normalizeH="0" baseline="0" noProof="0" dirty="0" smtClean="0">
              <a:ln>
                <a:noFill/>
              </a:ln>
              <a:solidFill>
                <a:srgbClr val="FFFFFF"/>
              </a:solidFill>
              <a:effectLst/>
              <a:uLnTx/>
              <a:uFillTx/>
              <a:latin typeface="Arial" panose="020B0604020202020204" pitchFamily="34" charset="0"/>
              <a:ea typeface="+mn-ea"/>
              <a:cs typeface="Arial" panose="020B0604020202020204" pitchFamily="34" charset="0"/>
            </a:endParaRPr>
          </a:p>
          <a:p>
            <a:pPr marL="342900" marR="0" lvl="0" indent="-342900" algn="l" defTabSz="914400" rtl="0" eaLnBrk="0" fontAlgn="base" latinLnBrk="0" hangingPunct="0">
              <a:spcBef>
                <a:spcPct val="0"/>
              </a:spcBef>
              <a:spcAft>
                <a:spcPct val="0"/>
              </a:spcAft>
              <a:buClrTx/>
              <a:buSzTx/>
              <a:buFont typeface="Wingdings" panose="05000000000000000000" pitchFamily="2" charset="2"/>
              <a:buChar char="Ø"/>
              <a:tabLst/>
              <a:defRPr/>
            </a:pPr>
            <a:endParaRPr lang="en-US" altLang="en-US" sz="2000" b="0" i="1" dirty="0">
              <a:solidFill>
                <a:srgbClr val="FFFFFF"/>
              </a:solidFill>
              <a:latin typeface="Arial" panose="020B0604020202020204" pitchFamily="34" charset="0"/>
              <a:cs typeface="Arial" panose="020B0604020202020204" pitchFamily="34" charset="0"/>
            </a:endParaRPr>
          </a:p>
          <a:p>
            <a:pPr marL="342900" marR="0" lvl="0" indent="-342900" algn="l" defTabSz="914400" rtl="0" eaLnBrk="0" fontAlgn="base" latinLnBrk="0" hangingPunct="0">
              <a:spcBef>
                <a:spcPct val="0"/>
              </a:spcBef>
              <a:spcAft>
                <a:spcPct val="0"/>
              </a:spcAft>
              <a:buClrTx/>
              <a:buSzTx/>
              <a:buFont typeface="Wingdings" panose="05000000000000000000" pitchFamily="2" charset="2"/>
              <a:buChar char="Ø"/>
              <a:tabLst/>
              <a:defRPr/>
            </a:pPr>
            <a:endParaRPr kumimoji="0" lang="en-US" altLang="en-US" sz="2000" b="0" i="1" u="none" strike="noStrike" kern="1200" cap="none" spc="0" normalizeH="0" baseline="0" noProof="0" dirty="0" smtClean="0">
              <a:ln>
                <a:noFill/>
              </a:ln>
              <a:solidFill>
                <a:srgbClr val="FFFFFF"/>
              </a:solidFill>
              <a:effectLst/>
              <a:uLnTx/>
              <a:uFillTx/>
              <a:latin typeface="Arial" panose="020B0604020202020204" pitchFamily="34" charset="0"/>
              <a:ea typeface="+mn-ea"/>
              <a:cs typeface="Arial" panose="020B0604020202020204" pitchFamily="34" charset="0"/>
            </a:endParaRPr>
          </a:p>
          <a:p>
            <a:pPr marL="342900" marR="0" lvl="0" indent="-342900" algn="l" defTabSz="914400" rtl="0" eaLnBrk="0" fontAlgn="base" latinLnBrk="0" hangingPunct="0">
              <a:spcBef>
                <a:spcPct val="0"/>
              </a:spcBef>
              <a:spcAft>
                <a:spcPct val="0"/>
              </a:spcAft>
              <a:buClrTx/>
              <a:buSzTx/>
              <a:buFont typeface="Wingdings" panose="05000000000000000000" pitchFamily="2" charset="2"/>
              <a:buChar char="Ø"/>
              <a:tabLst/>
              <a:defRPr/>
            </a:pPr>
            <a:endParaRPr lang="en-US" altLang="en-US" sz="2000" b="0" i="1" dirty="0">
              <a:solidFill>
                <a:srgbClr val="FFFFFF"/>
              </a:solidFill>
              <a:latin typeface="Arial" panose="020B0604020202020204" pitchFamily="34" charset="0"/>
              <a:cs typeface="Arial" panose="020B0604020202020204" pitchFamily="34" charset="0"/>
            </a:endParaRPr>
          </a:p>
          <a:p>
            <a:pPr marL="342900" marR="0" lvl="0" indent="-342900" algn="l" defTabSz="914400" rtl="0" eaLnBrk="0" fontAlgn="base" latinLnBrk="0" hangingPunct="0">
              <a:spcBef>
                <a:spcPct val="0"/>
              </a:spcBef>
              <a:spcAft>
                <a:spcPct val="0"/>
              </a:spcAft>
              <a:buClrTx/>
              <a:buSzTx/>
              <a:buFont typeface="Wingdings" panose="05000000000000000000" pitchFamily="2" charset="2"/>
              <a:buChar char="Ø"/>
              <a:tabLst/>
              <a:defRPr/>
            </a:pPr>
            <a:endParaRPr kumimoji="0" lang="en-US" altLang="en-US" sz="2000" b="0" i="1" u="none" strike="noStrike" kern="1200" cap="none" spc="0" normalizeH="0" baseline="0" noProof="0" dirty="0" smtClean="0">
              <a:ln>
                <a:noFill/>
              </a:ln>
              <a:solidFill>
                <a:srgbClr val="FFFFFF"/>
              </a:solidFill>
              <a:effectLst/>
              <a:uLnTx/>
              <a:uFillTx/>
              <a:latin typeface="Arial" panose="020B0604020202020204" pitchFamily="34" charset="0"/>
              <a:ea typeface="+mn-ea"/>
              <a:cs typeface="Arial" panose="020B0604020202020204" pitchFamily="34" charset="0"/>
            </a:endParaRPr>
          </a:p>
          <a:p>
            <a:pPr marL="342900" marR="0" lvl="0" indent="-342900" algn="l" defTabSz="914400" rtl="0" eaLnBrk="0" fontAlgn="base" latinLnBrk="0" hangingPunct="0">
              <a:spcBef>
                <a:spcPct val="0"/>
              </a:spcBef>
              <a:spcAft>
                <a:spcPct val="0"/>
              </a:spcAft>
              <a:buClrTx/>
              <a:buSzTx/>
              <a:buFont typeface="Wingdings" panose="05000000000000000000" pitchFamily="2" charset="2"/>
              <a:buChar char="Ø"/>
              <a:tabLst/>
              <a:defRPr/>
            </a:pPr>
            <a:endParaRPr lang="en-US" altLang="en-US" sz="2000" b="0" i="1" dirty="0">
              <a:solidFill>
                <a:srgbClr val="FFFFFF"/>
              </a:solidFill>
              <a:latin typeface="Arial" panose="020B0604020202020204" pitchFamily="34" charset="0"/>
              <a:cs typeface="Arial" panose="020B0604020202020204" pitchFamily="34" charset="0"/>
            </a:endParaRPr>
          </a:p>
          <a:p>
            <a:pPr marL="342900" marR="0" lvl="0" indent="-342900" algn="l" defTabSz="914400" rtl="0" eaLnBrk="0" fontAlgn="base" latinLnBrk="0" hangingPunct="0">
              <a:spcBef>
                <a:spcPct val="0"/>
              </a:spcBef>
              <a:spcAft>
                <a:spcPct val="0"/>
              </a:spcAft>
              <a:buClrTx/>
              <a:buSzTx/>
              <a:buFont typeface="Wingdings" panose="05000000000000000000" pitchFamily="2" charset="2"/>
              <a:buChar char="Ø"/>
              <a:tabLst/>
              <a:defRPr/>
            </a:pPr>
            <a:endParaRPr kumimoji="0" lang="en-US" altLang="en-US" sz="2000" b="0" i="1" u="none" strike="noStrike" kern="1200" cap="none" spc="0" normalizeH="0" baseline="0" noProof="0" dirty="0" smtClean="0">
              <a:ln>
                <a:noFill/>
              </a:ln>
              <a:solidFill>
                <a:srgbClr val="FFFFFF"/>
              </a:solidFill>
              <a:effectLst/>
              <a:uLnTx/>
              <a:uFillTx/>
              <a:latin typeface="Arial" panose="020B0604020202020204" pitchFamily="34" charset="0"/>
              <a:ea typeface="+mn-ea"/>
              <a:cs typeface="Arial" panose="020B0604020202020204" pitchFamily="34" charset="0"/>
            </a:endParaRPr>
          </a:p>
          <a:p>
            <a:pPr marL="342900" marR="0" lvl="0" indent="-342900" algn="l" defTabSz="914400" rtl="0" eaLnBrk="0" fontAlgn="base" latinLnBrk="0" hangingPunct="0">
              <a:spcBef>
                <a:spcPct val="0"/>
              </a:spcBef>
              <a:spcAft>
                <a:spcPct val="0"/>
              </a:spcAft>
              <a:buClrTx/>
              <a:buSzTx/>
              <a:buFont typeface="Wingdings" panose="05000000000000000000" pitchFamily="2" charset="2"/>
              <a:buChar char="Ø"/>
              <a:tabLst/>
              <a:defRPr/>
            </a:pPr>
            <a:endParaRPr lang="en-US" altLang="en-US" sz="2000" b="0" i="1" dirty="0">
              <a:solidFill>
                <a:srgbClr val="FFFFFF"/>
              </a:solidFill>
              <a:latin typeface="Arial" panose="020B0604020202020204" pitchFamily="34" charset="0"/>
              <a:cs typeface="Arial" panose="020B0604020202020204" pitchFamily="34" charset="0"/>
            </a:endParaRPr>
          </a:p>
          <a:p>
            <a:pPr marL="342900" marR="0" lvl="0" indent="-342900" algn="l" defTabSz="914400" rtl="0" eaLnBrk="0" fontAlgn="base" latinLnBrk="0" hangingPunct="0">
              <a:spcBef>
                <a:spcPct val="0"/>
              </a:spcBef>
              <a:spcAft>
                <a:spcPct val="0"/>
              </a:spcAft>
              <a:buClrTx/>
              <a:buSzTx/>
              <a:buFont typeface="Wingdings" panose="05000000000000000000" pitchFamily="2" charset="2"/>
              <a:buChar char="Ø"/>
              <a:tabLst/>
              <a:defRPr/>
            </a:pPr>
            <a:endParaRPr kumimoji="0" lang="en-US" altLang="en-US" sz="2000" b="0" i="1" u="none" strike="noStrike" kern="1200" cap="none" spc="0" normalizeH="0" baseline="0" noProof="0" dirty="0" smtClean="0">
              <a:ln>
                <a:noFill/>
              </a:ln>
              <a:solidFill>
                <a:srgbClr val="FFFFFF"/>
              </a:solidFill>
              <a:effectLst/>
              <a:uLnTx/>
              <a:uFillTx/>
              <a:latin typeface="Arial" panose="020B0604020202020204" pitchFamily="34" charset="0"/>
              <a:ea typeface="+mn-ea"/>
              <a:cs typeface="Arial" panose="020B0604020202020204" pitchFamily="34" charset="0"/>
            </a:endParaRPr>
          </a:p>
          <a:p>
            <a:pPr marL="342900" lvl="0" indent="-342900" eaLnBrk="0" hangingPunct="0">
              <a:buFont typeface="Wingdings" panose="05000000000000000000" pitchFamily="2" charset="2"/>
              <a:buChar char="Ø"/>
              <a:defRPr/>
            </a:pPr>
            <a:r>
              <a:rPr lang="en-US" altLang="en-US" sz="2000" b="0" i="1" u="sng" dirty="0">
                <a:solidFill>
                  <a:srgbClr val="FFFFFF"/>
                </a:solidFill>
                <a:latin typeface="Arial" panose="020B0604020202020204" pitchFamily="34" charset="0"/>
                <a:cs typeface="Arial" panose="020B0604020202020204" pitchFamily="34" charset="0"/>
              </a:rPr>
              <a:t>Examples of </a:t>
            </a:r>
            <a:r>
              <a:rPr lang="en-US" altLang="en-US" sz="2000" b="0" i="1" u="sng" dirty="0" smtClean="0">
                <a:solidFill>
                  <a:srgbClr val="FFFFFF"/>
                </a:solidFill>
                <a:latin typeface="Arial" panose="020B0604020202020204" pitchFamily="34" charset="0"/>
                <a:cs typeface="Arial" panose="020B0604020202020204" pitchFamily="34" charset="0"/>
              </a:rPr>
              <a:t>records for “Trained worker uses …” </a:t>
            </a:r>
            <a:r>
              <a:rPr lang="en-US" altLang="en-US" sz="2000" b="0" i="1" dirty="0" smtClean="0">
                <a:solidFill>
                  <a:srgbClr val="FFFFFF"/>
                </a:solidFill>
                <a:latin typeface="Arial" panose="020B0604020202020204" pitchFamily="34" charset="0"/>
                <a:cs typeface="Arial" panose="020B0604020202020204" pitchFamily="34" charset="0"/>
              </a:rPr>
              <a:t>: SQRA, FLRA, JSA, </a:t>
            </a:r>
            <a:r>
              <a:rPr lang="en-US" altLang="en-US" sz="2000" b="0" i="1" dirty="0">
                <a:solidFill>
                  <a:srgbClr val="FFFFFF"/>
                </a:solidFill>
                <a:latin typeface="Arial" panose="020B0604020202020204" pitchFamily="34" charset="0"/>
                <a:cs typeface="Arial" panose="020B0604020202020204" pitchFamily="34" charset="0"/>
              </a:rPr>
              <a:t>or </a:t>
            </a:r>
            <a:r>
              <a:rPr lang="en-US" altLang="en-US" sz="2000" b="0" i="1" dirty="0" smtClean="0">
                <a:solidFill>
                  <a:srgbClr val="FFFFFF"/>
                </a:solidFill>
                <a:latin typeface="Arial" panose="020B0604020202020204" pitchFamily="34" charset="0"/>
                <a:cs typeface="Arial" panose="020B0604020202020204" pitchFamily="34" charset="0"/>
              </a:rPr>
              <a:t>Procedure, Check-list </a:t>
            </a:r>
            <a:r>
              <a:rPr lang="en-US" altLang="en-US" sz="2000" b="0" i="1" dirty="0">
                <a:solidFill>
                  <a:srgbClr val="FFFFFF"/>
                </a:solidFill>
                <a:latin typeface="Arial" panose="020B0604020202020204" pitchFamily="34" charset="0"/>
                <a:cs typeface="Arial" panose="020B0604020202020204" pitchFamily="34" charset="0"/>
              </a:rPr>
              <a:t>signed and dated by the </a:t>
            </a:r>
            <a:r>
              <a:rPr lang="en-US" altLang="en-US" sz="2000" b="0" i="1" dirty="0" smtClean="0">
                <a:solidFill>
                  <a:srgbClr val="FFFFFF"/>
                </a:solidFill>
                <a:latin typeface="Arial" panose="020B0604020202020204" pitchFamily="34" charset="0"/>
                <a:cs typeface="Arial" panose="020B0604020202020204" pitchFamily="34" charset="0"/>
              </a:rPr>
              <a:t>worker; </a:t>
            </a:r>
            <a:r>
              <a:rPr lang="en-US" altLang="en-US" sz="2000" b="0" i="1" dirty="0">
                <a:solidFill>
                  <a:srgbClr val="FFFFFF"/>
                </a:solidFill>
                <a:latin typeface="Arial" panose="020B0604020202020204" pitchFamily="34" charset="0"/>
                <a:cs typeface="Arial" panose="020B0604020202020204" pitchFamily="34" charset="0"/>
              </a:rPr>
              <a:t>training certification / qualification of the </a:t>
            </a:r>
            <a:r>
              <a:rPr lang="en-US" altLang="en-US" sz="2000" b="0" i="1" dirty="0" smtClean="0">
                <a:solidFill>
                  <a:srgbClr val="FFFFFF"/>
                </a:solidFill>
                <a:latin typeface="Arial" panose="020B0604020202020204" pitchFamily="34" charset="0"/>
                <a:cs typeface="Arial" panose="020B0604020202020204" pitchFamily="34" charset="0"/>
              </a:rPr>
              <a:t>worker; </a:t>
            </a:r>
            <a:r>
              <a:rPr lang="en-US" altLang="en-US" sz="2000" b="0" i="1" dirty="0">
                <a:solidFill>
                  <a:srgbClr val="FFFFFF"/>
                </a:solidFill>
                <a:latin typeface="Arial" panose="020B0604020202020204" pitchFamily="34" charset="0"/>
                <a:cs typeface="Arial" panose="020B0604020202020204" pitchFamily="34" charset="0"/>
              </a:rPr>
              <a:t>audits / inspections of work-in-progress and checks on the </a:t>
            </a:r>
            <a:r>
              <a:rPr lang="en-US" altLang="en-US" sz="2000" b="0" i="1" dirty="0" smtClean="0">
                <a:solidFill>
                  <a:srgbClr val="FFFFFF"/>
                </a:solidFill>
                <a:latin typeface="Arial" panose="020B0604020202020204" pitchFamily="34" charset="0"/>
                <a:cs typeface="Arial" panose="020B0604020202020204" pitchFamily="34" charset="0"/>
              </a:rPr>
              <a:t>records of completed administrative controls. </a:t>
            </a:r>
            <a:endParaRPr kumimoji="0" lang="en-US" altLang="en-US" sz="2000" b="0" i="1"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endParaRPr>
          </a:p>
        </p:txBody>
      </p:sp>
      <p:sp>
        <p:nvSpPr>
          <p:cNvPr id="8"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12</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graphicFrame>
        <p:nvGraphicFramePr>
          <p:cNvPr id="6" name="Table 5"/>
          <p:cNvGraphicFramePr>
            <a:graphicFrameLocks noGrp="1"/>
          </p:cNvGraphicFramePr>
          <p:nvPr>
            <p:extLst>
              <p:ext uri="{D42A27DB-BD31-4B8C-83A1-F6EECF244321}">
                <p14:modId xmlns:p14="http://schemas.microsoft.com/office/powerpoint/2010/main" val="4002431955"/>
              </p:ext>
            </p:extLst>
          </p:nvPr>
        </p:nvGraphicFramePr>
        <p:xfrm>
          <a:off x="304800" y="1219200"/>
          <a:ext cx="8382000" cy="2620264"/>
        </p:xfrm>
        <a:graphic>
          <a:graphicData uri="http://schemas.openxmlformats.org/drawingml/2006/table">
            <a:tbl>
              <a:tblPr firstRow="1" bandRow="1"/>
              <a:tblGrid>
                <a:gridCol w="2751827">
                  <a:extLst>
                    <a:ext uri="{9D8B030D-6E8A-4147-A177-3AD203B41FA5}">
                      <a16:colId xmlns:a16="http://schemas.microsoft.com/office/drawing/2014/main" val="3443704447"/>
                    </a:ext>
                  </a:extLst>
                </a:gridCol>
                <a:gridCol w="2214113">
                  <a:extLst>
                    <a:ext uri="{9D8B030D-6E8A-4147-A177-3AD203B41FA5}">
                      <a16:colId xmlns:a16="http://schemas.microsoft.com/office/drawing/2014/main" val="3518489996"/>
                    </a:ext>
                  </a:extLst>
                </a:gridCol>
                <a:gridCol w="3416060">
                  <a:extLst>
                    <a:ext uri="{9D8B030D-6E8A-4147-A177-3AD203B41FA5}">
                      <a16:colId xmlns:a16="http://schemas.microsoft.com/office/drawing/2014/main" val="73636416"/>
                    </a:ext>
                  </a:extLst>
                </a:gridCol>
              </a:tblGrid>
              <a:tr h="370840">
                <a:tc>
                  <a:txBody>
                    <a:bodyPr/>
                    <a:lstStyle>
                      <a:lvl1pPr marL="0" algn="l" defTabSz="914400" rtl="0" eaLnBrk="1" latinLnBrk="0" hangingPunct="1">
                        <a:defRPr sz="1800" b="1" kern="1200">
                          <a:solidFill>
                            <a:schemeClr val="lt1"/>
                          </a:solidFill>
                          <a:latin typeface="Arial"/>
                        </a:defRPr>
                      </a:lvl1pPr>
                      <a:lvl2pPr marL="457200" algn="l" defTabSz="914400" rtl="0" eaLnBrk="1" latinLnBrk="0" hangingPunct="1">
                        <a:defRPr sz="1800" b="1" kern="1200">
                          <a:solidFill>
                            <a:schemeClr val="lt1"/>
                          </a:solidFill>
                          <a:latin typeface="Arial"/>
                        </a:defRPr>
                      </a:lvl2pPr>
                      <a:lvl3pPr marL="914400" algn="l" defTabSz="914400" rtl="0" eaLnBrk="1" latinLnBrk="0" hangingPunct="1">
                        <a:defRPr sz="1800" b="1" kern="1200">
                          <a:solidFill>
                            <a:schemeClr val="lt1"/>
                          </a:solidFill>
                          <a:latin typeface="Arial"/>
                        </a:defRPr>
                      </a:lvl3pPr>
                      <a:lvl4pPr marL="1371600" algn="l" defTabSz="914400" rtl="0" eaLnBrk="1" latinLnBrk="0" hangingPunct="1">
                        <a:defRPr sz="1800" b="1" kern="1200">
                          <a:solidFill>
                            <a:schemeClr val="lt1"/>
                          </a:solidFill>
                          <a:latin typeface="Arial"/>
                        </a:defRPr>
                      </a:lvl4pPr>
                      <a:lvl5pPr marL="1828800" algn="l" defTabSz="914400" rtl="0" eaLnBrk="1" latinLnBrk="0" hangingPunct="1">
                        <a:defRPr sz="1800" b="1" kern="1200">
                          <a:solidFill>
                            <a:schemeClr val="lt1"/>
                          </a:solidFill>
                          <a:latin typeface="Arial"/>
                        </a:defRPr>
                      </a:lvl5pPr>
                      <a:lvl6pPr marL="2286000" algn="l" defTabSz="914400" rtl="0" eaLnBrk="1" latinLnBrk="0" hangingPunct="1">
                        <a:defRPr sz="1800" b="1" kern="1200">
                          <a:solidFill>
                            <a:schemeClr val="lt1"/>
                          </a:solidFill>
                          <a:latin typeface="Arial"/>
                        </a:defRPr>
                      </a:lvl6pPr>
                      <a:lvl7pPr marL="2743200" algn="l" defTabSz="914400" rtl="0" eaLnBrk="1" latinLnBrk="0" hangingPunct="1">
                        <a:defRPr sz="1800" b="1" kern="1200">
                          <a:solidFill>
                            <a:schemeClr val="lt1"/>
                          </a:solidFill>
                          <a:latin typeface="Arial"/>
                        </a:defRPr>
                      </a:lvl7pPr>
                      <a:lvl8pPr marL="3200400" algn="l" defTabSz="914400" rtl="0" eaLnBrk="1" latinLnBrk="0" hangingPunct="1">
                        <a:defRPr sz="1800" b="1" kern="1200">
                          <a:solidFill>
                            <a:schemeClr val="lt1"/>
                          </a:solidFill>
                          <a:latin typeface="Arial"/>
                        </a:defRPr>
                      </a:lvl8pPr>
                      <a:lvl9pPr marL="3657600" algn="l" defTabSz="914400" rtl="0" eaLnBrk="1" latinLnBrk="0" hangingPunct="1">
                        <a:defRPr sz="1800" b="1" kern="1200">
                          <a:solidFill>
                            <a:schemeClr val="lt1"/>
                          </a:solidFill>
                          <a:latin typeface="Arial"/>
                        </a:defRPr>
                      </a:lvl9pPr>
                    </a:lstStyle>
                    <a:p>
                      <a:pPr>
                        <a:lnSpc>
                          <a:spcPct val="90000"/>
                        </a:lnSpc>
                      </a:pPr>
                      <a:r>
                        <a:rPr lang="en-US" dirty="0" smtClean="0"/>
                        <a:t>Detailed</a:t>
                      </a:r>
                      <a:r>
                        <a:rPr lang="en-US" baseline="0" dirty="0" smtClean="0"/>
                        <a:t> Activity</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9999FF"/>
                    </a:solidFill>
                  </a:tcPr>
                </a:tc>
                <a:tc>
                  <a:txBody>
                    <a:bodyPr/>
                    <a:lstStyle>
                      <a:lvl1pPr marL="0" algn="l" defTabSz="914400" rtl="0" eaLnBrk="1" latinLnBrk="0" hangingPunct="1">
                        <a:defRPr sz="1800" b="1" kern="1200">
                          <a:solidFill>
                            <a:schemeClr val="lt1"/>
                          </a:solidFill>
                          <a:latin typeface="Arial"/>
                        </a:defRPr>
                      </a:lvl1pPr>
                      <a:lvl2pPr marL="457200" algn="l" defTabSz="914400" rtl="0" eaLnBrk="1" latinLnBrk="0" hangingPunct="1">
                        <a:defRPr sz="1800" b="1" kern="1200">
                          <a:solidFill>
                            <a:schemeClr val="lt1"/>
                          </a:solidFill>
                          <a:latin typeface="Arial"/>
                        </a:defRPr>
                      </a:lvl2pPr>
                      <a:lvl3pPr marL="914400" algn="l" defTabSz="914400" rtl="0" eaLnBrk="1" latinLnBrk="0" hangingPunct="1">
                        <a:defRPr sz="1800" b="1" kern="1200">
                          <a:solidFill>
                            <a:schemeClr val="lt1"/>
                          </a:solidFill>
                          <a:latin typeface="Arial"/>
                        </a:defRPr>
                      </a:lvl3pPr>
                      <a:lvl4pPr marL="1371600" algn="l" defTabSz="914400" rtl="0" eaLnBrk="1" latinLnBrk="0" hangingPunct="1">
                        <a:defRPr sz="1800" b="1" kern="1200">
                          <a:solidFill>
                            <a:schemeClr val="lt1"/>
                          </a:solidFill>
                          <a:latin typeface="Arial"/>
                        </a:defRPr>
                      </a:lvl4pPr>
                      <a:lvl5pPr marL="1828800" algn="l" defTabSz="914400" rtl="0" eaLnBrk="1" latinLnBrk="0" hangingPunct="1">
                        <a:defRPr sz="1800" b="1" kern="1200">
                          <a:solidFill>
                            <a:schemeClr val="lt1"/>
                          </a:solidFill>
                          <a:latin typeface="Arial"/>
                        </a:defRPr>
                      </a:lvl5pPr>
                      <a:lvl6pPr marL="2286000" algn="l" defTabSz="914400" rtl="0" eaLnBrk="1" latinLnBrk="0" hangingPunct="1">
                        <a:defRPr sz="1800" b="1" kern="1200">
                          <a:solidFill>
                            <a:schemeClr val="lt1"/>
                          </a:solidFill>
                          <a:latin typeface="Arial"/>
                        </a:defRPr>
                      </a:lvl6pPr>
                      <a:lvl7pPr marL="2743200" algn="l" defTabSz="914400" rtl="0" eaLnBrk="1" latinLnBrk="0" hangingPunct="1">
                        <a:defRPr sz="1800" b="1" kern="1200">
                          <a:solidFill>
                            <a:schemeClr val="lt1"/>
                          </a:solidFill>
                          <a:latin typeface="Arial"/>
                        </a:defRPr>
                      </a:lvl7pPr>
                      <a:lvl8pPr marL="3200400" algn="l" defTabSz="914400" rtl="0" eaLnBrk="1" latinLnBrk="0" hangingPunct="1">
                        <a:defRPr sz="1800" b="1" kern="1200">
                          <a:solidFill>
                            <a:schemeClr val="lt1"/>
                          </a:solidFill>
                          <a:latin typeface="Arial"/>
                        </a:defRPr>
                      </a:lvl8pPr>
                      <a:lvl9pPr marL="3657600" algn="l" defTabSz="914400" rtl="0" eaLnBrk="1" latinLnBrk="0" hangingPunct="1">
                        <a:defRPr sz="1800" b="1" kern="1200">
                          <a:solidFill>
                            <a:schemeClr val="lt1"/>
                          </a:solidFill>
                          <a:latin typeface="Arial"/>
                        </a:defRPr>
                      </a:lvl9pPr>
                    </a:lstStyle>
                    <a:p>
                      <a:pPr>
                        <a:lnSpc>
                          <a:spcPct val="90000"/>
                        </a:lnSpc>
                      </a:pPr>
                      <a:r>
                        <a:rPr lang="en-US" dirty="0" smtClean="0"/>
                        <a:t>Hazard or What-If</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9999FF"/>
                    </a:solidFill>
                  </a:tcPr>
                </a:tc>
                <a:tc>
                  <a:txBody>
                    <a:bodyPr/>
                    <a:lstStyle>
                      <a:lvl1pPr marL="0" algn="l" defTabSz="914400" rtl="0" eaLnBrk="1" latinLnBrk="0" hangingPunct="1">
                        <a:defRPr sz="1800" b="1" kern="1200">
                          <a:solidFill>
                            <a:schemeClr val="lt1"/>
                          </a:solidFill>
                          <a:latin typeface="Arial"/>
                        </a:defRPr>
                      </a:lvl1pPr>
                      <a:lvl2pPr marL="457200" algn="l" defTabSz="914400" rtl="0" eaLnBrk="1" latinLnBrk="0" hangingPunct="1">
                        <a:defRPr sz="1800" b="1" kern="1200">
                          <a:solidFill>
                            <a:schemeClr val="lt1"/>
                          </a:solidFill>
                          <a:latin typeface="Arial"/>
                        </a:defRPr>
                      </a:lvl2pPr>
                      <a:lvl3pPr marL="914400" algn="l" defTabSz="914400" rtl="0" eaLnBrk="1" latinLnBrk="0" hangingPunct="1">
                        <a:defRPr sz="1800" b="1" kern="1200">
                          <a:solidFill>
                            <a:schemeClr val="lt1"/>
                          </a:solidFill>
                          <a:latin typeface="Arial"/>
                        </a:defRPr>
                      </a:lvl3pPr>
                      <a:lvl4pPr marL="1371600" algn="l" defTabSz="914400" rtl="0" eaLnBrk="1" latinLnBrk="0" hangingPunct="1">
                        <a:defRPr sz="1800" b="1" kern="1200">
                          <a:solidFill>
                            <a:schemeClr val="lt1"/>
                          </a:solidFill>
                          <a:latin typeface="Arial"/>
                        </a:defRPr>
                      </a:lvl4pPr>
                      <a:lvl5pPr marL="1828800" algn="l" defTabSz="914400" rtl="0" eaLnBrk="1" latinLnBrk="0" hangingPunct="1">
                        <a:defRPr sz="1800" b="1" kern="1200">
                          <a:solidFill>
                            <a:schemeClr val="lt1"/>
                          </a:solidFill>
                          <a:latin typeface="Arial"/>
                        </a:defRPr>
                      </a:lvl5pPr>
                      <a:lvl6pPr marL="2286000" algn="l" defTabSz="914400" rtl="0" eaLnBrk="1" latinLnBrk="0" hangingPunct="1">
                        <a:defRPr sz="1800" b="1" kern="1200">
                          <a:solidFill>
                            <a:schemeClr val="lt1"/>
                          </a:solidFill>
                          <a:latin typeface="Arial"/>
                        </a:defRPr>
                      </a:lvl6pPr>
                      <a:lvl7pPr marL="2743200" algn="l" defTabSz="914400" rtl="0" eaLnBrk="1" latinLnBrk="0" hangingPunct="1">
                        <a:defRPr sz="1800" b="1" kern="1200">
                          <a:solidFill>
                            <a:schemeClr val="lt1"/>
                          </a:solidFill>
                          <a:latin typeface="Arial"/>
                        </a:defRPr>
                      </a:lvl7pPr>
                      <a:lvl8pPr marL="3200400" algn="l" defTabSz="914400" rtl="0" eaLnBrk="1" latinLnBrk="0" hangingPunct="1">
                        <a:defRPr sz="1800" b="1" kern="1200">
                          <a:solidFill>
                            <a:schemeClr val="lt1"/>
                          </a:solidFill>
                          <a:latin typeface="Arial"/>
                        </a:defRPr>
                      </a:lvl8pPr>
                      <a:lvl9pPr marL="3657600" algn="l" defTabSz="914400" rtl="0" eaLnBrk="1" latinLnBrk="0" hangingPunct="1">
                        <a:defRPr sz="1800" b="1" kern="1200">
                          <a:solidFill>
                            <a:schemeClr val="lt1"/>
                          </a:solidFill>
                          <a:latin typeface="Arial"/>
                        </a:defRPr>
                      </a:lvl9pPr>
                    </a:lstStyle>
                    <a:p>
                      <a:pPr>
                        <a:lnSpc>
                          <a:spcPct val="90000"/>
                        </a:lnSpc>
                      </a:pPr>
                      <a:r>
                        <a:rPr lang="en-US" dirty="0" smtClean="0"/>
                        <a:t>Control Measure</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9999FF"/>
                    </a:solidFill>
                  </a:tcPr>
                </a:tc>
                <a:extLst>
                  <a:ext uri="{0D108BD9-81ED-4DB2-BD59-A6C34878D82A}">
                    <a16:rowId xmlns:a16="http://schemas.microsoft.com/office/drawing/2014/main" val="1006554743"/>
                  </a:ext>
                </a:extLst>
              </a:tr>
              <a:tr h="370840">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a:lnSpc>
                          <a:spcPct val="90000"/>
                        </a:lnSpc>
                      </a:pPr>
                      <a:r>
                        <a:rPr lang="en-US" dirty="0" smtClean="0"/>
                        <a:t>Secure area</a:t>
                      </a:r>
                      <a:r>
                        <a:rPr lang="en-US" baseline="0" dirty="0" smtClean="0"/>
                        <a:t> of ignition sources</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9999FF">
                        <a:tint val="40000"/>
                      </a:srgbClr>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a:lnSpc>
                          <a:spcPct val="90000"/>
                        </a:lnSpc>
                      </a:pPr>
                      <a:r>
                        <a:rPr lang="en-US" dirty="0" smtClean="0"/>
                        <a:t>Ignites</a:t>
                      </a:r>
                      <a:r>
                        <a:rPr lang="en-US" baseline="0" dirty="0" smtClean="0"/>
                        <a:t> propane if there is a leak. </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9999FF">
                        <a:tint val="40000"/>
                      </a:srgbClr>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a:lnSpc>
                          <a:spcPct val="90000"/>
                        </a:lnSpc>
                      </a:pPr>
                      <a:r>
                        <a:rPr lang="en-US" dirty="0" smtClean="0"/>
                        <a:t>Shut off truck.</a:t>
                      </a:r>
                    </a:p>
                    <a:p>
                      <a:pPr>
                        <a:lnSpc>
                          <a:spcPct val="90000"/>
                        </a:lnSpc>
                      </a:pPr>
                      <a:r>
                        <a:rPr lang="en-US" dirty="0" smtClean="0"/>
                        <a:t>Ensure</a:t>
                      </a:r>
                      <a:r>
                        <a:rPr lang="en-US" baseline="0" dirty="0" smtClean="0"/>
                        <a:t> no smoking.</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9999FF">
                        <a:tint val="40000"/>
                      </a:srgbClr>
                    </a:solidFill>
                  </a:tcPr>
                </a:tc>
                <a:extLst>
                  <a:ext uri="{0D108BD9-81ED-4DB2-BD59-A6C34878D82A}">
                    <a16:rowId xmlns:a16="http://schemas.microsoft.com/office/drawing/2014/main" val="917593792"/>
                  </a:ext>
                </a:extLst>
              </a:tr>
              <a:tr h="370840">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a:lnSpc>
                          <a:spcPct val="90000"/>
                        </a:lnSpc>
                      </a:pPr>
                      <a:r>
                        <a:rPr lang="en-US" dirty="0" smtClean="0"/>
                        <a:t>Connect hose from storage tank to truck tank.</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9999FF">
                        <a:tint val="20000"/>
                      </a:srgbClr>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a:lnSpc>
                          <a:spcPct val="90000"/>
                        </a:lnSpc>
                      </a:pPr>
                      <a:r>
                        <a:rPr lang="en-US" dirty="0" smtClean="0"/>
                        <a:t>Improper connection.</a:t>
                      </a:r>
                    </a:p>
                    <a:p>
                      <a:pPr>
                        <a:lnSpc>
                          <a:spcPct val="90000"/>
                        </a:lnSpc>
                      </a:pPr>
                      <a:r>
                        <a:rPr lang="en-US" dirty="0" smtClean="0"/>
                        <a:t>Truck</a:t>
                      </a:r>
                      <a:r>
                        <a:rPr lang="en-US" baseline="0" dirty="0" smtClean="0"/>
                        <a:t> rolls away.</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9999FF">
                        <a:tint val="20000"/>
                      </a:srgbClr>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a:lnSpc>
                          <a:spcPct val="90000"/>
                        </a:lnSpc>
                      </a:pPr>
                      <a:r>
                        <a:rPr lang="en-US" b="1" dirty="0" smtClean="0"/>
                        <a:t>Trained</a:t>
                      </a:r>
                      <a:r>
                        <a:rPr lang="en-US" b="1" baseline="0" dirty="0" smtClean="0"/>
                        <a:t> worker uses approved JSA &amp; completes the check list</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9999FF">
                        <a:tint val="20000"/>
                      </a:srgbClr>
                    </a:solidFill>
                  </a:tcPr>
                </a:tc>
                <a:extLst>
                  <a:ext uri="{0D108BD9-81ED-4DB2-BD59-A6C34878D82A}">
                    <a16:rowId xmlns:a16="http://schemas.microsoft.com/office/drawing/2014/main" val="619388345"/>
                  </a:ext>
                </a:extLst>
              </a:tr>
              <a:tr h="370840">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a:lnSpc>
                          <a:spcPct val="90000"/>
                        </a:lnSpc>
                      </a:pPr>
                      <a:r>
                        <a:rPr lang="en-US" dirty="0" smtClean="0"/>
                        <a:t>Pressurize</a:t>
                      </a:r>
                      <a:r>
                        <a:rPr lang="en-US" baseline="0" dirty="0" smtClean="0"/>
                        <a:t> hose</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9999FF">
                        <a:tint val="40000"/>
                      </a:srgbClr>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a:lnSpc>
                          <a:spcPct val="90000"/>
                        </a:lnSpc>
                      </a:pPr>
                      <a:r>
                        <a:rPr lang="en-US" dirty="0" smtClean="0"/>
                        <a:t>Hose ruptures.</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9999FF">
                        <a:tint val="40000"/>
                      </a:srgbClr>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a:lnSpc>
                          <a:spcPct val="90000"/>
                        </a:lnSpc>
                      </a:pPr>
                      <a:r>
                        <a:rPr lang="en-US" dirty="0" smtClean="0"/>
                        <a:t>Hoses rated for service.</a:t>
                      </a:r>
                    </a:p>
                    <a:p>
                      <a:pPr>
                        <a:lnSpc>
                          <a:spcPct val="90000"/>
                        </a:lnSpc>
                      </a:pPr>
                      <a:r>
                        <a:rPr lang="en-US" dirty="0" smtClean="0"/>
                        <a:t>Hoses periodically</a:t>
                      </a:r>
                      <a:r>
                        <a:rPr lang="en-US" baseline="0" dirty="0" smtClean="0"/>
                        <a:t> inspected. Damaged hoses discarded.</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9999FF">
                        <a:tint val="40000"/>
                      </a:srgbClr>
                    </a:solidFill>
                  </a:tcPr>
                </a:tc>
                <a:extLst>
                  <a:ext uri="{0D108BD9-81ED-4DB2-BD59-A6C34878D82A}">
                    <a16:rowId xmlns:a16="http://schemas.microsoft.com/office/drawing/2014/main" val="1843961582"/>
                  </a:ext>
                </a:extLst>
              </a:tr>
            </a:tbl>
          </a:graphicData>
        </a:graphic>
      </p:graphicFrame>
      <p:sp>
        <p:nvSpPr>
          <p:cNvPr id="3" name="Rounded Rectangle 2"/>
          <p:cNvSpPr/>
          <p:nvPr/>
        </p:nvSpPr>
        <p:spPr>
          <a:xfrm>
            <a:off x="5257800" y="2133600"/>
            <a:ext cx="3200400" cy="838200"/>
          </a:xfrm>
          <a:prstGeom prst="round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ounded Rectangle 11"/>
          <p:cNvSpPr/>
          <p:nvPr/>
        </p:nvSpPr>
        <p:spPr>
          <a:xfrm>
            <a:off x="180000" y="4215424"/>
            <a:ext cx="8506800" cy="1575776"/>
          </a:xfrm>
          <a:prstGeom prst="round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 name="Straight Connector 4"/>
          <p:cNvCxnSpPr>
            <a:stCxn id="3" idx="2"/>
            <a:endCxn id="12" idx="0"/>
          </p:cNvCxnSpPr>
          <p:nvPr/>
        </p:nvCxnSpPr>
        <p:spPr>
          <a:xfrm flipH="1">
            <a:off x="4433400" y="2971800"/>
            <a:ext cx="2424600" cy="1243624"/>
          </a:xfrm>
          <a:prstGeom prst="line">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cxnSp>
      <p:sp>
        <p:nvSpPr>
          <p:cNvPr id="10" name="Google Shape;125;p2"/>
          <p:cNvSpPr/>
          <p:nvPr/>
        </p:nvSpPr>
        <p:spPr>
          <a:xfrm>
            <a:off x="2514600" y="6300000"/>
            <a:ext cx="558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US" sz="1200" b="1" i="1" u="none" strike="noStrike" kern="0" cap="none" spc="0" normalizeH="0" baseline="0" noProof="0" dirty="0" smtClean="0">
                <a:ln>
                  <a:noFill/>
                </a:ln>
                <a:solidFill>
                  <a:srgbClr val="000000"/>
                </a:solidFill>
                <a:effectLst/>
                <a:uLnTx/>
                <a:uFillTx/>
                <a:latin typeface="Arial" charset="0"/>
                <a:ea typeface="Times New Roman"/>
                <a:cs typeface="Arial" panose="020B0604020202020204" pitchFamily="34" charset="0"/>
                <a:sym typeface="Times New Roman"/>
              </a:rPr>
              <a:t>Chapter 6.4: “Reasonably Practicable” and The Importance of Documenting RM Activities</a:t>
            </a:r>
            <a:endParaRPr kumimoji="0" lang="en-US"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endParaRPr>
          </a:p>
        </p:txBody>
      </p:sp>
    </p:spTree>
    <p:extLst>
      <p:ext uri="{BB962C8B-B14F-4D97-AF65-F5344CB8AC3E}">
        <p14:creationId xmlns:p14="http://schemas.microsoft.com/office/powerpoint/2010/main" val="3716704246"/>
      </p:ext>
    </p:extLst>
  </p:cSld>
  <p:clrMapOvr>
    <a:masterClrMapping/>
  </p:clrMapOvr>
  <p:transition>
    <p:fade/>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5" name="Rectangle 2"/>
          <p:cNvSpPr>
            <a:spLocks noChangeArrowheads="1"/>
          </p:cNvSpPr>
          <p:nvPr/>
        </p:nvSpPr>
        <p:spPr bwMode="auto">
          <a:xfrm>
            <a:off x="180000" y="180000"/>
            <a:ext cx="8640000" cy="504000"/>
          </a:xfrm>
          <a:prstGeom prst="rect">
            <a:avLst/>
          </a:prstGeom>
          <a:solidFill>
            <a:srgbClr val="0000CC"/>
          </a:solidFill>
          <a:ln>
            <a:solidFill>
              <a:srgbClr val="0000CC"/>
            </a:solidFill>
          </a:ln>
          <a:extLst/>
        </p:spPr>
        <p:txBody>
          <a:bodyPr wrap="square" anchor="ctr" anchorCtr="0">
            <a:noAutofit/>
          </a:bodyPr>
          <a:lstStyle/>
          <a:p>
            <a:pPr lvl="0">
              <a:spcBef>
                <a:spcPts val="0"/>
              </a:spcBef>
              <a:spcAft>
                <a:spcPts val="0"/>
              </a:spcAft>
            </a:pPr>
            <a:r>
              <a:rPr kumimoji="0" lang="en-US" altLang="en-US" sz="2400" b="0" i="0" u="none" strike="noStrike" kern="1200" cap="none" spc="0" normalizeH="0" baseline="0" noProof="0" dirty="0" smtClean="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rPr>
              <a:t>ALE #1: Demonstrate</a:t>
            </a:r>
            <a:r>
              <a:rPr lang="en-US" altLang="en-US" sz="2400" b="0"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 </a:t>
            </a:r>
            <a:r>
              <a:rPr lang="en-US" altLang="en-US" sz="2400" b="0" dirty="0">
                <a:solidFill>
                  <a:srgbClr val="F8F8F8"/>
                </a:solidFill>
                <a:latin typeface="Arial" panose="020B0604020202020204" pitchFamily="34" charset="0"/>
                <a:ea typeface="ＭＳ Ｐゴシック" panose="020B0600070205080204" pitchFamily="34" charset="-128"/>
                <a:cs typeface="Arial" panose="020B0604020202020204" pitchFamily="34" charset="0"/>
              </a:rPr>
              <a:t>that Risk Management </a:t>
            </a:r>
            <a:r>
              <a:rPr lang="en-US" altLang="en-US" sz="2400" b="0"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Was Applied</a:t>
            </a:r>
            <a:endParaRPr kumimoji="0" lang="en-US" altLang="en-US" sz="2400" b="0" i="0" u="none" strike="noStrike" kern="1200" cap="none" spc="0" normalizeH="0" baseline="0" noProof="0" dirty="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2" name="Rectangle 1"/>
          <p:cNvSpPr/>
          <p:nvPr/>
        </p:nvSpPr>
        <p:spPr>
          <a:xfrm>
            <a:off x="180000" y="828000"/>
            <a:ext cx="8640000" cy="5328000"/>
          </a:xfrm>
          <a:prstGeom prst="rect">
            <a:avLst/>
          </a:prstGeom>
          <a:solidFill>
            <a:srgbClr val="0000CC"/>
          </a:solidFill>
          <a:ln>
            <a:solidFill>
              <a:srgbClr val="0000CC"/>
            </a:solidFill>
          </a:ln>
        </p:spPr>
        <p:txBody>
          <a:bodyPr wrap="square">
            <a:noAutofit/>
          </a:bodyPr>
          <a:lstStyle/>
          <a:p>
            <a:pPr lvl="0" eaLnBrk="0" hangingPunct="0">
              <a:defRPr/>
            </a:pPr>
            <a:r>
              <a:rPr lang="en-CA" altLang="en-US" b="0" i="1" u="sng" dirty="0">
                <a:solidFill>
                  <a:srgbClr val="FFFFFF"/>
                </a:solidFill>
                <a:latin typeface="Arial" panose="020B0604020202020204" pitchFamily="34" charset="0"/>
                <a:cs typeface="Arial" panose="020B0604020202020204" pitchFamily="34" charset="0"/>
              </a:rPr>
              <a:t>Case Study:</a:t>
            </a:r>
            <a:r>
              <a:rPr lang="en-CA" altLang="en-US" b="0" i="1" dirty="0">
                <a:solidFill>
                  <a:srgbClr val="FFFFFF"/>
                </a:solidFill>
                <a:latin typeface="Arial" panose="020B0604020202020204" pitchFamily="34" charset="0"/>
                <a:cs typeface="Arial" panose="020B0604020202020204" pitchFamily="34" charset="0"/>
              </a:rPr>
              <a:t> </a:t>
            </a:r>
            <a:r>
              <a:rPr lang="en-CA" altLang="en-US" i="1" dirty="0">
                <a:solidFill>
                  <a:srgbClr val="FFFFFF"/>
                </a:solidFill>
                <a:latin typeface="Arial" panose="020B0604020202020204" pitchFamily="34" charset="0"/>
                <a:cs typeface="Arial" panose="020B0604020202020204" pitchFamily="34" charset="0"/>
              </a:rPr>
              <a:t>First Rate Propane</a:t>
            </a:r>
            <a:r>
              <a:rPr lang="en-CA" altLang="en-US" b="0" i="1" dirty="0">
                <a:solidFill>
                  <a:srgbClr val="FFFFFF"/>
                </a:solidFill>
                <a:latin typeface="Arial" panose="020B0604020202020204" pitchFamily="34" charset="0"/>
                <a:cs typeface="Arial" panose="020B0604020202020204" pitchFamily="34" charset="0"/>
              </a:rPr>
              <a:t> has a </a:t>
            </a:r>
            <a:r>
              <a:rPr lang="en-CA" altLang="en-US" b="0" i="1" u="sng" dirty="0">
                <a:solidFill>
                  <a:srgbClr val="FFFFFF"/>
                </a:solidFill>
                <a:latin typeface="Arial" panose="020B0604020202020204" pitchFamily="34" charset="0"/>
                <a:cs typeface="Arial" panose="020B0604020202020204" pitchFamily="34" charset="0"/>
              </a:rPr>
              <a:t>great risk management program</a:t>
            </a:r>
            <a:r>
              <a:rPr lang="en-CA" altLang="en-US" b="0" i="1" dirty="0">
                <a:solidFill>
                  <a:srgbClr val="FFFFFF"/>
                </a:solidFill>
                <a:latin typeface="Arial" panose="020B0604020202020204" pitchFamily="34" charset="0"/>
                <a:cs typeface="Arial" panose="020B0604020202020204" pitchFamily="34" charset="0"/>
              </a:rPr>
              <a:t> in all respects, yet there was a significant injury </a:t>
            </a:r>
            <a:r>
              <a:rPr lang="en-CA" altLang="en-US" b="0" i="1" dirty="0" smtClean="0">
                <a:solidFill>
                  <a:srgbClr val="FFFFFF"/>
                </a:solidFill>
                <a:latin typeface="Arial" panose="020B0604020202020204" pitchFamily="34" charset="0"/>
                <a:cs typeface="Arial" panose="020B0604020202020204" pitchFamily="34" charset="0"/>
              </a:rPr>
              <a:t>and it is being investigated. </a:t>
            </a:r>
            <a:endParaRPr lang="en-CA" altLang="en-US" b="0" i="1" dirty="0">
              <a:solidFill>
                <a:srgbClr val="FFFFFF"/>
              </a:solidFill>
              <a:latin typeface="Arial" panose="020B0604020202020204" pitchFamily="34" charset="0"/>
              <a:cs typeface="Arial" panose="020B0604020202020204" pitchFamily="34" charset="0"/>
            </a:endParaRPr>
          </a:p>
          <a:p>
            <a:pPr lvl="0" eaLnBrk="0" hangingPunct="0">
              <a:defRPr/>
            </a:pPr>
            <a:endParaRPr lang="en-CA" altLang="en-US" b="0" i="1" dirty="0">
              <a:solidFill>
                <a:srgbClr val="FFFFFF"/>
              </a:solidFill>
              <a:latin typeface="Arial" panose="020B0604020202020204" pitchFamily="34" charset="0"/>
              <a:cs typeface="Arial" panose="020B0604020202020204" pitchFamily="34" charset="0"/>
            </a:endParaRPr>
          </a:p>
          <a:p>
            <a:pPr lvl="0" eaLnBrk="0" hangingPunct="0">
              <a:defRPr/>
            </a:pPr>
            <a:r>
              <a:rPr lang="en-CA" altLang="en-US" b="0" i="1" u="sng" dirty="0" smtClean="0">
                <a:solidFill>
                  <a:srgbClr val="FFFFFF"/>
                </a:solidFill>
                <a:latin typeface="Arial" panose="020B0604020202020204" pitchFamily="34" charset="0"/>
                <a:cs typeface="Arial" panose="020B0604020202020204" pitchFamily="34" charset="0"/>
              </a:rPr>
              <a:t>Loss incident</a:t>
            </a:r>
            <a:r>
              <a:rPr lang="en-CA" altLang="en-US" b="0" i="1" dirty="0" smtClean="0">
                <a:solidFill>
                  <a:srgbClr val="FFFFFF"/>
                </a:solidFill>
                <a:latin typeface="Arial" panose="020B0604020202020204" pitchFamily="34" charset="0"/>
                <a:cs typeface="Arial" panose="020B0604020202020204" pitchFamily="34" charset="0"/>
              </a:rPr>
              <a:t>: </a:t>
            </a:r>
            <a:r>
              <a:rPr lang="en-CA" altLang="en-US" b="0" i="1" dirty="0">
                <a:solidFill>
                  <a:srgbClr val="FFFFFF"/>
                </a:solidFill>
                <a:latin typeface="Arial" panose="020B0604020202020204" pitchFamily="34" charset="0"/>
                <a:cs typeface="Arial" panose="020B0604020202020204" pitchFamily="34" charset="0"/>
              </a:rPr>
              <a:t>Our Employee was loading a truck from the storage tank per the JSA when the transfer hose failed and sprayed our Employee. Our Employee activated the emergency alarm, </a:t>
            </a:r>
            <a:r>
              <a:rPr lang="en-US" altLang="en-US" b="0" i="1" dirty="0">
                <a:solidFill>
                  <a:srgbClr val="FFFFFF"/>
                </a:solidFill>
                <a:latin typeface="Arial" panose="020B0604020202020204" pitchFamily="34" charset="0"/>
                <a:cs typeface="Arial" panose="020B0604020202020204" pitchFamily="34" charset="0"/>
              </a:rPr>
              <a:t>was attended to by first responders, and ultimately rushed to hospital having </a:t>
            </a:r>
            <a:r>
              <a:rPr lang="en-CA" altLang="en-US" b="0" i="1" dirty="0">
                <a:solidFill>
                  <a:srgbClr val="FFFFFF"/>
                </a:solidFill>
                <a:latin typeface="Arial" panose="020B0604020202020204" pitchFamily="34" charset="0"/>
                <a:cs typeface="Arial" panose="020B0604020202020204" pitchFamily="34" charset="0"/>
              </a:rPr>
              <a:t>suffered severe “freeze burns”. </a:t>
            </a:r>
            <a:r>
              <a:rPr lang="en-CA" altLang="en-US" b="0" i="1" dirty="0" smtClean="0">
                <a:solidFill>
                  <a:srgbClr val="FFFFFF"/>
                </a:solidFill>
                <a:latin typeface="Arial" panose="020B0604020202020204" pitchFamily="34" charset="0"/>
                <a:cs typeface="Arial" panose="020B0604020202020204" pitchFamily="34" charset="0"/>
              </a:rPr>
              <a:t>An investigation by a government agency followed.</a:t>
            </a:r>
            <a:endParaRPr lang="en-CA" altLang="en-US" b="0" i="1" dirty="0">
              <a:solidFill>
                <a:srgbClr val="FFFFFF"/>
              </a:solidFill>
              <a:latin typeface="Arial" panose="020B0604020202020204" pitchFamily="34" charset="0"/>
              <a:cs typeface="Arial" panose="020B0604020202020204" pitchFamily="34" charset="0"/>
            </a:endParaRPr>
          </a:p>
          <a:p>
            <a:pPr lvl="0" eaLnBrk="0" hangingPunct="0">
              <a:defRPr/>
            </a:pPr>
            <a:endParaRPr lang="en-CA" altLang="en-US" b="0" i="1" dirty="0">
              <a:solidFill>
                <a:srgbClr val="FFFFFF"/>
              </a:solidFill>
              <a:latin typeface="Arial" panose="020B0604020202020204" pitchFamily="34" charset="0"/>
              <a:cs typeface="Arial" panose="020B0604020202020204" pitchFamily="34" charset="0"/>
            </a:endParaRPr>
          </a:p>
          <a:p>
            <a:pPr lvl="0" eaLnBrk="0" hangingPunct="0">
              <a:defRPr/>
            </a:pPr>
            <a:r>
              <a:rPr lang="en-CA" altLang="en-US" b="0" i="1" u="sng" dirty="0">
                <a:solidFill>
                  <a:srgbClr val="FFFFFF"/>
                </a:solidFill>
                <a:latin typeface="Arial" panose="020B0604020202020204" pitchFamily="34" charset="0"/>
                <a:cs typeface="Arial" panose="020B0604020202020204" pitchFamily="34" charset="0"/>
              </a:rPr>
              <a:t>Key information</a:t>
            </a:r>
            <a:r>
              <a:rPr lang="en-CA" altLang="en-US" b="0" i="1" dirty="0">
                <a:solidFill>
                  <a:srgbClr val="FFFFFF"/>
                </a:solidFill>
                <a:latin typeface="Arial" panose="020B0604020202020204" pitchFamily="34" charset="0"/>
                <a:cs typeface="Arial" panose="020B0604020202020204" pitchFamily="34" charset="0"/>
              </a:rPr>
              <a:t>: </a:t>
            </a:r>
            <a:endParaRPr lang="en-CA" altLang="en-US" b="0" i="1" dirty="0" smtClean="0">
              <a:solidFill>
                <a:srgbClr val="FFFFFF"/>
              </a:solidFill>
              <a:latin typeface="Arial" panose="020B0604020202020204" pitchFamily="34" charset="0"/>
              <a:cs typeface="Arial" panose="020B0604020202020204" pitchFamily="34" charset="0"/>
            </a:endParaRPr>
          </a:p>
          <a:p>
            <a:pPr marL="360000" indent="-360000" eaLnBrk="0" hangingPunct="0">
              <a:buFont typeface="Wingdings" panose="05000000000000000000" pitchFamily="2" charset="2"/>
              <a:buChar char="Ø"/>
              <a:defRPr/>
            </a:pPr>
            <a:r>
              <a:rPr lang="en-CA" altLang="en-US" b="0" i="1" dirty="0">
                <a:solidFill>
                  <a:srgbClr val="FFFFFF"/>
                </a:solidFill>
                <a:latin typeface="Arial" panose="020B0604020202020204" pitchFamily="34" charset="0"/>
                <a:cs typeface="Arial" panose="020B0604020202020204" pitchFamily="34" charset="0"/>
              </a:rPr>
              <a:t>Our Employee was trained, qualified, and </a:t>
            </a:r>
            <a:r>
              <a:rPr lang="en-CA" altLang="en-US" b="0" i="1" dirty="0" smtClean="0">
                <a:solidFill>
                  <a:srgbClr val="FFFFFF"/>
                </a:solidFill>
                <a:latin typeface="Arial" panose="020B0604020202020204" pitchFamily="34" charset="0"/>
                <a:cs typeface="Arial" panose="020B0604020202020204" pitchFamily="34" charset="0"/>
              </a:rPr>
              <a:t>authorized. </a:t>
            </a:r>
          </a:p>
          <a:p>
            <a:pPr marL="360000" indent="-360000" eaLnBrk="0" hangingPunct="0">
              <a:buFont typeface="Wingdings" panose="05000000000000000000" pitchFamily="2" charset="2"/>
              <a:buChar char="Ø"/>
              <a:defRPr/>
            </a:pPr>
            <a:r>
              <a:rPr lang="en-CA" altLang="en-US" b="0" i="1" dirty="0" smtClean="0">
                <a:solidFill>
                  <a:srgbClr val="FFFFFF"/>
                </a:solidFill>
                <a:latin typeface="Arial" panose="020B0604020202020204" pitchFamily="34" charset="0"/>
                <a:cs typeface="Arial" panose="020B0604020202020204" pitchFamily="34" charset="0"/>
              </a:rPr>
              <a:t>A </a:t>
            </a:r>
            <a:r>
              <a:rPr lang="en-CA" altLang="en-US" b="0" i="1" dirty="0">
                <a:solidFill>
                  <a:srgbClr val="FFFFFF"/>
                </a:solidFill>
                <a:latin typeface="Arial" panose="020B0604020202020204" pitchFamily="34" charset="0"/>
                <a:cs typeface="Arial" panose="020B0604020202020204" pitchFamily="34" charset="0"/>
              </a:rPr>
              <a:t>failure analysis of the hose found it had an undetected manufacturing defect. </a:t>
            </a:r>
          </a:p>
          <a:p>
            <a:pPr lvl="0" eaLnBrk="0" hangingPunct="0">
              <a:defRPr/>
            </a:pPr>
            <a:endParaRPr lang="en-CA" altLang="en-US" b="0" i="1" dirty="0" smtClean="0">
              <a:solidFill>
                <a:srgbClr val="FFFFFF"/>
              </a:solidFill>
              <a:latin typeface="Arial" panose="020B0604020202020204" pitchFamily="34" charset="0"/>
              <a:cs typeface="Arial" panose="020B0604020202020204" pitchFamily="34" charset="0"/>
            </a:endParaRPr>
          </a:p>
          <a:p>
            <a:pPr lvl="0" eaLnBrk="0" hangingPunct="0">
              <a:defRPr/>
            </a:pPr>
            <a:r>
              <a:rPr lang="en-CA" altLang="en-US" b="0" i="1" dirty="0" smtClean="0">
                <a:solidFill>
                  <a:srgbClr val="FFFFFF"/>
                </a:solidFill>
                <a:latin typeface="Arial" panose="020B0604020202020204" pitchFamily="34" charset="0"/>
                <a:cs typeface="Arial" panose="020B0604020202020204" pitchFamily="34" charset="0"/>
              </a:rPr>
              <a:t>How do we demonstrate that Risk Management was applied?</a:t>
            </a:r>
            <a:endParaRPr lang="en-CA" altLang="en-US" b="0" i="1" dirty="0">
              <a:solidFill>
                <a:srgbClr val="FFFFFF"/>
              </a:solidFill>
              <a:latin typeface="Arial" panose="020B0604020202020204" pitchFamily="34" charset="0"/>
              <a:cs typeface="Arial" panose="020B0604020202020204" pitchFamily="34" charset="0"/>
            </a:endParaRPr>
          </a:p>
          <a:p>
            <a:pPr marL="360000" lvl="0" indent="-360000" eaLnBrk="0" hangingPunct="0">
              <a:buFont typeface="Wingdings" panose="05000000000000000000" pitchFamily="2" charset="2"/>
              <a:buChar char="Ø"/>
              <a:defRPr/>
            </a:pPr>
            <a:r>
              <a:rPr lang="en-CA" altLang="en-US" b="0" i="1" dirty="0">
                <a:solidFill>
                  <a:srgbClr val="FFFFFF"/>
                </a:solidFill>
                <a:latin typeface="Arial" panose="020B0604020202020204" pitchFamily="34" charset="0"/>
                <a:cs typeface="Arial" panose="020B0604020202020204" pitchFamily="34" charset="0"/>
              </a:rPr>
              <a:t>How can we (leaders within an organization i.e. a leader in Risk Management) </a:t>
            </a:r>
            <a:r>
              <a:rPr lang="en-CA" altLang="en-US" b="0" i="1" u="sng" dirty="0">
                <a:solidFill>
                  <a:srgbClr val="FFFFFF"/>
                </a:solidFill>
                <a:latin typeface="Arial" panose="020B0604020202020204" pitchFamily="34" charset="0"/>
                <a:cs typeface="Arial" panose="020B0604020202020204" pitchFamily="34" charset="0"/>
              </a:rPr>
              <a:t>demonstrate</a:t>
            </a:r>
            <a:r>
              <a:rPr lang="en-CA" altLang="en-US" b="0" i="1" dirty="0">
                <a:solidFill>
                  <a:srgbClr val="FFFFFF"/>
                </a:solidFill>
                <a:latin typeface="Arial" panose="020B0604020202020204" pitchFamily="34" charset="0"/>
                <a:cs typeface="Arial" panose="020B0604020202020204" pitchFamily="34" charset="0"/>
              </a:rPr>
              <a:t> our </a:t>
            </a:r>
            <a:r>
              <a:rPr lang="en-CA" altLang="en-US" b="0" i="1" dirty="0" smtClean="0">
                <a:solidFill>
                  <a:srgbClr val="FFFFFF"/>
                </a:solidFill>
                <a:latin typeface="Arial" panose="020B0604020202020204" pitchFamily="34" charset="0"/>
                <a:cs typeface="Arial" panose="020B0604020202020204" pitchFamily="34" charset="0"/>
              </a:rPr>
              <a:t>application of risk management? </a:t>
            </a:r>
            <a:r>
              <a:rPr lang="en-CA" altLang="en-US" b="0" i="1" dirty="0">
                <a:solidFill>
                  <a:srgbClr val="FFFFFF"/>
                </a:solidFill>
                <a:latin typeface="Arial" panose="020B0604020202020204" pitchFamily="34" charset="0"/>
                <a:cs typeface="Arial" panose="020B0604020202020204" pitchFamily="34" charset="0"/>
              </a:rPr>
              <a:t>In other words, what </a:t>
            </a:r>
            <a:r>
              <a:rPr lang="en-CA" altLang="en-US" b="0" i="1" u="sng" dirty="0">
                <a:solidFill>
                  <a:srgbClr val="FFFFFF"/>
                </a:solidFill>
                <a:latin typeface="Arial" panose="020B0604020202020204" pitchFamily="34" charset="0"/>
                <a:cs typeface="Arial" panose="020B0604020202020204" pitchFamily="34" charset="0"/>
              </a:rPr>
              <a:t>documentation and records</a:t>
            </a:r>
            <a:r>
              <a:rPr lang="en-CA" altLang="en-US" b="0" i="1" dirty="0">
                <a:solidFill>
                  <a:srgbClr val="FFFFFF"/>
                </a:solidFill>
                <a:latin typeface="Arial" panose="020B0604020202020204" pitchFamily="34" charset="0"/>
                <a:cs typeface="Arial" panose="020B0604020202020204" pitchFamily="34" charset="0"/>
              </a:rPr>
              <a:t> should and can we produce that</a:t>
            </a:r>
            <a:r>
              <a:rPr lang="en-US" altLang="en-US" b="0" i="1" dirty="0">
                <a:solidFill>
                  <a:srgbClr val="FFFFFF"/>
                </a:solidFill>
                <a:latin typeface="Arial" panose="020B0604020202020204" pitchFamily="34" charset="0"/>
                <a:cs typeface="Arial" panose="020B0604020202020204" pitchFamily="34" charset="0"/>
              </a:rPr>
              <a:t> </a:t>
            </a:r>
            <a:r>
              <a:rPr lang="en-US" altLang="en-US" b="0" i="1" dirty="0" smtClean="0">
                <a:solidFill>
                  <a:srgbClr val="FFFFFF"/>
                </a:solidFill>
                <a:latin typeface="Arial" panose="020B0604020202020204" pitchFamily="34" charset="0"/>
                <a:cs typeface="Arial" panose="020B0604020202020204" pitchFamily="34" charset="0"/>
              </a:rPr>
              <a:t>demonstrate </a:t>
            </a:r>
            <a:r>
              <a:rPr lang="en-US" altLang="en-US" b="0" i="1" dirty="0">
                <a:solidFill>
                  <a:srgbClr val="FFFFFF"/>
                </a:solidFill>
                <a:latin typeface="Arial" panose="020B0604020202020204" pitchFamily="34" charset="0"/>
                <a:cs typeface="Arial" panose="020B0604020202020204" pitchFamily="34" charset="0"/>
              </a:rPr>
              <a:t>that </a:t>
            </a:r>
            <a:r>
              <a:rPr lang="en-US" altLang="en-US" b="0" i="1" u="sng" dirty="0">
                <a:solidFill>
                  <a:srgbClr val="FFFFFF"/>
                </a:solidFill>
                <a:latin typeface="Arial" panose="020B0604020202020204" pitchFamily="34" charset="0"/>
                <a:cs typeface="Arial" panose="020B0604020202020204" pitchFamily="34" charset="0"/>
              </a:rPr>
              <a:t>control </a:t>
            </a:r>
            <a:r>
              <a:rPr lang="en-US" altLang="en-US" b="0" i="1" u="sng" dirty="0" smtClean="0">
                <a:solidFill>
                  <a:srgbClr val="FFFFFF"/>
                </a:solidFill>
                <a:latin typeface="Arial" panose="020B0604020202020204" pitchFamily="34" charset="0"/>
                <a:cs typeface="Arial" panose="020B0604020202020204" pitchFamily="34" charset="0"/>
              </a:rPr>
              <a:t>measures</a:t>
            </a:r>
            <a:r>
              <a:rPr lang="en-US" altLang="en-US" b="0" i="1" dirty="0" smtClean="0">
                <a:solidFill>
                  <a:srgbClr val="FFFFFF"/>
                </a:solidFill>
                <a:latin typeface="Arial" panose="020B0604020202020204" pitchFamily="34" charset="0"/>
                <a:cs typeface="Arial" panose="020B0604020202020204" pitchFamily="34" charset="0"/>
              </a:rPr>
              <a:t> </a:t>
            </a:r>
            <a:r>
              <a:rPr lang="en-US" altLang="en-US" b="0" i="1" dirty="0">
                <a:solidFill>
                  <a:srgbClr val="FFFFFF"/>
                </a:solidFill>
                <a:latin typeface="Arial" panose="020B0604020202020204" pitchFamily="34" charset="0"/>
                <a:cs typeface="Arial" panose="020B0604020202020204" pitchFamily="34" charset="0"/>
              </a:rPr>
              <a:t>were presumed effective</a:t>
            </a:r>
            <a:r>
              <a:rPr lang="en-US" altLang="en-US" b="0" i="1" dirty="0" smtClean="0">
                <a:solidFill>
                  <a:srgbClr val="FFFFFF"/>
                </a:solidFill>
                <a:latin typeface="Arial" panose="020B0604020202020204" pitchFamily="34" charset="0"/>
                <a:cs typeface="Arial" panose="020B0604020202020204" pitchFamily="34" charset="0"/>
              </a:rPr>
              <a:t>?</a:t>
            </a:r>
          </a:p>
          <a:p>
            <a:pPr lvl="0" eaLnBrk="0" hangingPunct="0">
              <a:defRPr/>
            </a:pPr>
            <a:r>
              <a:rPr lang="en-US" altLang="en-US" b="0" i="1" dirty="0" smtClean="0">
                <a:solidFill>
                  <a:srgbClr val="FFFFFF"/>
                </a:solidFill>
                <a:latin typeface="Arial" panose="020B0604020202020204" pitchFamily="34" charset="0"/>
                <a:cs typeface="Arial" panose="020B0604020202020204" pitchFamily="34" charset="0"/>
              </a:rPr>
              <a:t>(Continued on next page …)</a:t>
            </a:r>
            <a:endParaRPr lang="en-CA" altLang="en-US" b="0" i="1" dirty="0">
              <a:solidFill>
                <a:srgbClr val="FFFFFF"/>
              </a:solidFill>
              <a:latin typeface="Arial" panose="020B0604020202020204" pitchFamily="34" charset="0"/>
              <a:cs typeface="Arial" panose="020B0604020202020204" pitchFamily="34" charset="0"/>
            </a:endParaRPr>
          </a:p>
        </p:txBody>
      </p:sp>
      <p:sp>
        <p:nvSpPr>
          <p:cNvPr id="8"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13</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6" name="Google Shape;125;p2"/>
          <p:cNvSpPr/>
          <p:nvPr/>
        </p:nvSpPr>
        <p:spPr>
          <a:xfrm>
            <a:off x="2514600" y="6300000"/>
            <a:ext cx="558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US" sz="1200" b="1" i="1" u="none" strike="noStrike" kern="0" cap="none" spc="0" normalizeH="0" baseline="0" noProof="0" dirty="0" smtClean="0">
                <a:ln>
                  <a:noFill/>
                </a:ln>
                <a:solidFill>
                  <a:srgbClr val="000000"/>
                </a:solidFill>
                <a:effectLst/>
                <a:uLnTx/>
                <a:uFillTx/>
                <a:latin typeface="Arial" charset="0"/>
                <a:ea typeface="Times New Roman"/>
                <a:cs typeface="Arial" panose="020B0604020202020204" pitchFamily="34" charset="0"/>
                <a:sym typeface="Times New Roman"/>
              </a:rPr>
              <a:t>Chapter 6.4: “Reasonably Practicable” and The Importance of Documenting RM Activities</a:t>
            </a:r>
            <a:endParaRPr kumimoji="0" lang="en-US"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endParaRPr>
          </a:p>
        </p:txBody>
      </p:sp>
    </p:spTree>
    <p:extLst>
      <p:ext uri="{BB962C8B-B14F-4D97-AF65-F5344CB8AC3E}">
        <p14:creationId xmlns:p14="http://schemas.microsoft.com/office/powerpoint/2010/main" val="3307223143"/>
      </p:ext>
    </p:extLst>
  </p:cSld>
  <p:clrMapOvr>
    <a:masterClrMapping/>
  </p:clrMapOvr>
  <p:transition>
    <p:fade/>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5" name="Rectangle 2"/>
          <p:cNvSpPr>
            <a:spLocks noChangeArrowheads="1"/>
          </p:cNvSpPr>
          <p:nvPr/>
        </p:nvSpPr>
        <p:spPr bwMode="auto">
          <a:xfrm>
            <a:off x="180000" y="180000"/>
            <a:ext cx="8640000" cy="504000"/>
          </a:xfrm>
          <a:prstGeom prst="rect">
            <a:avLst/>
          </a:prstGeom>
          <a:solidFill>
            <a:srgbClr val="0000CC"/>
          </a:solidFill>
          <a:ln>
            <a:solidFill>
              <a:srgbClr val="0000CC"/>
            </a:solidFill>
          </a:ln>
          <a:extLst/>
        </p:spPr>
        <p:txBody>
          <a:bodyPr wrap="square" anchor="ctr" anchorCtr="0">
            <a:noAutofit/>
          </a:bodyPr>
          <a:lstStyle/>
          <a:p>
            <a:pPr lvl="0">
              <a:spcBef>
                <a:spcPts val="0"/>
              </a:spcBef>
              <a:spcAft>
                <a:spcPts val="0"/>
              </a:spcAft>
              <a:defRPr/>
            </a:pPr>
            <a:r>
              <a:rPr lang="en-US" altLang="en-US" sz="2400" b="0"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ALE #1: </a:t>
            </a:r>
            <a:r>
              <a:rPr lang="en-US" altLang="en-US" sz="2400" b="0" dirty="0">
                <a:solidFill>
                  <a:srgbClr val="F8F8F8"/>
                </a:solidFill>
                <a:latin typeface="Arial" panose="020B0604020202020204" pitchFamily="34" charset="0"/>
                <a:ea typeface="ＭＳ Ｐゴシック" panose="020B0600070205080204" pitchFamily="34" charset="-128"/>
                <a:cs typeface="Arial" panose="020B0604020202020204" pitchFamily="34" charset="0"/>
              </a:rPr>
              <a:t>Demonstrate that Risk Management Was Applied</a:t>
            </a:r>
          </a:p>
        </p:txBody>
      </p:sp>
      <p:sp>
        <p:nvSpPr>
          <p:cNvPr id="2" name="Rectangle 1"/>
          <p:cNvSpPr/>
          <p:nvPr/>
        </p:nvSpPr>
        <p:spPr>
          <a:xfrm>
            <a:off x="180000" y="828000"/>
            <a:ext cx="8640000" cy="5328000"/>
          </a:xfrm>
          <a:prstGeom prst="rect">
            <a:avLst/>
          </a:prstGeom>
          <a:solidFill>
            <a:srgbClr val="0000CC"/>
          </a:solidFill>
          <a:ln>
            <a:solidFill>
              <a:srgbClr val="0000CC"/>
            </a:solidFill>
          </a:ln>
        </p:spPr>
        <p:txBody>
          <a:bodyPr wrap="square">
            <a:noAutofit/>
          </a:bodyPr>
          <a:lstStyle/>
          <a:p>
            <a:pPr lvl="0" eaLnBrk="0" hangingPunct="0">
              <a:defRPr/>
            </a:pPr>
            <a:r>
              <a:rPr lang="en-CA" altLang="en-US" b="0" i="1" dirty="0" smtClean="0">
                <a:solidFill>
                  <a:srgbClr val="FFFFFF"/>
                </a:solidFill>
                <a:latin typeface="Arial" panose="020B0604020202020204" pitchFamily="34" charset="0"/>
                <a:cs typeface="Arial" panose="020B0604020202020204" pitchFamily="34" charset="0"/>
              </a:rPr>
              <a:t>Summary: </a:t>
            </a:r>
            <a:r>
              <a:rPr lang="en-CA" altLang="en-US" b="0" i="1" dirty="0">
                <a:solidFill>
                  <a:srgbClr val="FFFFFF"/>
                </a:solidFill>
                <a:latin typeface="Arial" panose="020B0604020202020204" pitchFamily="34" charset="0"/>
                <a:cs typeface="Arial" panose="020B0604020202020204" pitchFamily="34" charset="0"/>
              </a:rPr>
              <a:t>Please </a:t>
            </a:r>
            <a:r>
              <a:rPr lang="en-CA" altLang="en-US" b="0" i="1" dirty="0" smtClean="0">
                <a:solidFill>
                  <a:srgbClr val="FFFFFF"/>
                </a:solidFill>
                <a:latin typeface="Arial" panose="020B0604020202020204" pitchFamily="34" charset="0"/>
                <a:cs typeface="Arial" panose="020B0604020202020204" pitchFamily="34" charset="0"/>
              </a:rPr>
              <a:t>confer to determine an appropriate </a:t>
            </a:r>
            <a:r>
              <a:rPr lang="en-CA" altLang="en-US" b="0" i="1" u="sng" dirty="0" smtClean="0">
                <a:solidFill>
                  <a:srgbClr val="FFFFFF"/>
                </a:solidFill>
                <a:latin typeface="Arial" panose="020B0604020202020204" pitchFamily="34" charset="0"/>
                <a:cs typeface="Arial" panose="020B0604020202020204" pitchFamily="34" charset="0"/>
              </a:rPr>
              <a:t>control measure</a:t>
            </a:r>
            <a:r>
              <a:rPr lang="en-CA" altLang="en-US" b="0" i="1" dirty="0" smtClean="0">
                <a:solidFill>
                  <a:srgbClr val="FFFFFF"/>
                </a:solidFill>
                <a:latin typeface="Arial" panose="020B0604020202020204" pitchFamily="34" charset="0"/>
                <a:cs typeface="Arial" panose="020B0604020202020204" pitchFamily="34" charset="0"/>
              </a:rPr>
              <a:t> and an appropriate </a:t>
            </a:r>
            <a:r>
              <a:rPr lang="en-CA" altLang="en-US" b="0" i="1" u="sng" dirty="0" smtClean="0">
                <a:solidFill>
                  <a:srgbClr val="FFFFFF"/>
                </a:solidFill>
                <a:latin typeface="Arial" panose="020B0604020202020204" pitchFamily="34" charset="0"/>
                <a:cs typeface="Arial" panose="020B0604020202020204" pitchFamily="34" charset="0"/>
              </a:rPr>
              <a:t>record</a:t>
            </a:r>
            <a:r>
              <a:rPr lang="en-CA" altLang="en-US" b="0" i="1" dirty="0" smtClean="0">
                <a:solidFill>
                  <a:srgbClr val="FFFFFF"/>
                </a:solidFill>
                <a:latin typeface="Arial" panose="020B0604020202020204" pitchFamily="34" charset="0"/>
                <a:cs typeface="Arial" panose="020B0604020202020204" pitchFamily="34" charset="0"/>
              </a:rPr>
              <a:t> for one of the hazards / risk deviations., and respond (Open discussion):</a:t>
            </a:r>
          </a:p>
          <a:p>
            <a:pPr lvl="0" eaLnBrk="0" hangingPunct="0">
              <a:defRPr/>
            </a:pPr>
            <a:endParaRPr lang="en-CA" altLang="en-US" b="0" i="1" dirty="0">
              <a:solidFill>
                <a:srgbClr val="FFFFFF"/>
              </a:solidFill>
              <a:latin typeface="Arial" panose="020B0604020202020204" pitchFamily="34" charset="0"/>
              <a:cs typeface="Arial" panose="020B0604020202020204" pitchFamily="34" charset="0"/>
            </a:endParaRPr>
          </a:p>
          <a:p>
            <a:pPr lvl="0" indent="-360000" eaLnBrk="0" hangingPunct="0">
              <a:defRPr/>
            </a:pPr>
            <a:r>
              <a:rPr lang="en-CA" altLang="en-US" b="0" i="1" u="sng" dirty="0">
                <a:solidFill>
                  <a:srgbClr val="FFFFFF"/>
                </a:solidFill>
                <a:latin typeface="Arial" panose="020B0604020202020204" pitchFamily="34" charset="0"/>
                <a:cs typeface="Arial" panose="020B0604020202020204" pitchFamily="34" charset="0"/>
              </a:rPr>
              <a:t>Case Study:</a:t>
            </a:r>
            <a:r>
              <a:rPr lang="en-CA" altLang="en-US" b="0" i="1" dirty="0">
                <a:solidFill>
                  <a:srgbClr val="FFFFFF"/>
                </a:solidFill>
                <a:latin typeface="Arial" panose="020B0604020202020204" pitchFamily="34" charset="0"/>
                <a:cs typeface="Arial" panose="020B0604020202020204" pitchFamily="34" charset="0"/>
              </a:rPr>
              <a:t> First Rate Propane, great RM Program. </a:t>
            </a:r>
          </a:p>
          <a:p>
            <a:pPr lvl="0" indent="-360000" eaLnBrk="0" hangingPunct="0">
              <a:defRPr/>
            </a:pPr>
            <a:r>
              <a:rPr lang="en-CA" altLang="en-US" b="0" i="1" u="sng" dirty="0" smtClean="0">
                <a:solidFill>
                  <a:srgbClr val="FFFFFF"/>
                </a:solidFill>
                <a:latin typeface="Arial" panose="020B0604020202020204" pitchFamily="34" charset="0"/>
                <a:cs typeface="Arial" panose="020B0604020202020204" pitchFamily="34" charset="0"/>
              </a:rPr>
              <a:t>Loss incident</a:t>
            </a:r>
            <a:r>
              <a:rPr lang="en-CA" altLang="en-US" b="0" i="1" dirty="0" smtClean="0">
                <a:solidFill>
                  <a:srgbClr val="FFFFFF"/>
                </a:solidFill>
                <a:latin typeface="Arial" panose="020B0604020202020204" pitchFamily="34" charset="0"/>
                <a:cs typeface="Arial" panose="020B0604020202020204" pitchFamily="34" charset="0"/>
              </a:rPr>
              <a:t>: </a:t>
            </a:r>
            <a:r>
              <a:rPr lang="en-CA" altLang="en-US" b="0" i="1" dirty="0">
                <a:solidFill>
                  <a:srgbClr val="FFFFFF"/>
                </a:solidFill>
                <a:latin typeface="Arial" panose="020B0604020202020204" pitchFamily="34" charset="0"/>
                <a:cs typeface="Arial" panose="020B0604020202020204" pitchFamily="34" charset="0"/>
              </a:rPr>
              <a:t>Employee </a:t>
            </a:r>
            <a:r>
              <a:rPr lang="en-US" altLang="en-US" b="0" i="1" dirty="0" smtClean="0">
                <a:solidFill>
                  <a:srgbClr val="FFFFFF"/>
                </a:solidFill>
                <a:latin typeface="Arial" panose="020B0604020202020204" pitchFamily="34" charset="0"/>
                <a:cs typeface="Arial" panose="020B0604020202020204" pitchFamily="34" charset="0"/>
              </a:rPr>
              <a:t>hospitalized</a:t>
            </a:r>
            <a:r>
              <a:rPr lang="en-CA" altLang="en-US" b="0" i="1" dirty="0">
                <a:solidFill>
                  <a:srgbClr val="FFFFFF"/>
                </a:solidFill>
                <a:latin typeface="Arial" panose="020B0604020202020204" pitchFamily="34" charset="0"/>
                <a:cs typeface="Arial" panose="020B0604020202020204" pitchFamily="34" charset="0"/>
              </a:rPr>
              <a:t> </a:t>
            </a:r>
            <a:r>
              <a:rPr lang="en-CA" altLang="en-US" b="0" i="1" dirty="0" smtClean="0">
                <a:solidFill>
                  <a:srgbClr val="FFFFFF"/>
                </a:solidFill>
                <a:latin typeface="Arial" panose="020B0604020202020204" pitchFamily="34" charset="0"/>
                <a:cs typeface="Arial" panose="020B0604020202020204" pitchFamily="34" charset="0"/>
              </a:rPr>
              <a:t>and OH&amp;S is investigating.</a:t>
            </a:r>
            <a:endParaRPr lang="en-CA" altLang="en-US" b="0" i="1" dirty="0">
              <a:solidFill>
                <a:srgbClr val="FFFFFF"/>
              </a:solidFill>
              <a:latin typeface="Arial" panose="020B0604020202020204" pitchFamily="34" charset="0"/>
              <a:cs typeface="Arial" panose="020B0604020202020204" pitchFamily="34" charset="0"/>
            </a:endParaRPr>
          </a:p>
          <a:p>
            <a:pPr lvl="0" indent="-360000" eaLnBrk="0" hangingPunct="0">
              <a:defRPr/>
            </a:pPr>
            <a:r>
              <a:rPr lang="en-CA" altLang="en-US" b="0" i="1" u="sng" dirty="0" smtClean="0">
                <a:solidFill>
                  <a:srgbClr val="FFFFFF"/>
                </a:solidFill>
                <a:latin typeface="Arial" panose="020B0604020202020204" pitchFamily="34" charset="0"/>
                <a:cs typeface="Arial" panose="020B0604020202020204" pitchFamily="34" charset="0"/>
              </a:rPr>
              <a:t>Key </a:t>
            </a:r>
            <a:r>
              <a:rPr lang="en-CA" altLang="en-US" b="0" i="1" u="sng" dirty="0">
                <a:solidFill>
                  <a:srgbClr val="FFFFFF"/>
                </a:solidFill>
                <a:latin typeface="Arial" panose="020B0604020202020204" pitchFamily="34" charset="0"/>
                <a:cs typeface="Arial" panose="020B0604020202020204" pitchFamily="34" charset="0"/>
              </a:rPr>
              <a:t>information</a:t>
            </a:r>
            <a:r>
              <a:rPr lang="en-CA" altLang="en-US" b="0" i="1" dirty="0">
                <a:solidFill>
                  <a:srgbClr val="FFFFFF"/>
                </a:solidFill>
                <a:latin typeface="Arial" panose="020B0604020202020204" pitchFamily="34" charset="0"/>
                <a:cs typeface="Arial" panose="020B0604020202020204" pitchFamily="34" charset="0"/>
              </a:rPr>
              <a:t>: Fully </a:t>
            </a:r>
            <a:r>
              <a:rPr lang="en-CA" altLang="en-US" i="1" dirty="0" smtClean="0">
                <a:solidFill>
                  <a:srgbClr val="FFFFFF"/>
                </a:solidFill>
                <a:latin typeface="Arial" panose="020B0604020202020204" pitchFamily="34" charset="0"/>
                <a:cs typeface="Arial" panose="020B0604020202020204" pitchFamily="34" charset="0"/>
              </a:rPr>
              <a:t>trained, qualified, and authorized</a:t>
            </a:r>
            <a:r>
              <a:rPr lang="en-CA" altLang="en-US" b="0" i="1" dirty="0" smtClean="0">
                <a:solidFill>
                  <a:srgbClr val="FFFFFF"/>
                </a:solidFill>
                <a:latin typeface="Arial" panose="020B0604020202020204" pitchFamily="34" charset="0"/>
                <a:cs typeface="Arial" panose="020B0604020202020204" pitchFamily="34" charset="0"/>
              </a:rPr>
              <a:t> (</a:t>
            </a:r>
            <a:r>
              <a:rPr lang="en-CA" altLang="en-US" i="1" dirty="0" smtClean="0">
                <a:solidFill>
                  <a:srgbClr val="FFFFFF"/>
                </a:solidFill>
                <a:latin typeface="Arial" panose="020B0604020202020204" pitchFamily="34" charset="0"/>
                <a:cs typeface="Arial" panose="020B0604020202020204" pitchFamily="34" charset="0"/>
              </a:rPr>
              <a:t>TQA</a:t>
            </a:r>
            <a:r>
              <a:rPr lang="en-CA" altLang="en-US" b="0" i="1" dirty="0" smtClean="0">
                <a:solidFill>
                  <a:srgbClr val="FFFFFF"/>
                </a:solidFill>
                <a:latin typeface="Arial" panose="020B0604020202020204" pitchFamily="34" charset="0"/>
                <a:cs typeface="Arial" panose="020B0604020202020204" pitchFamily="34" charset="0"/>
              </a:rPr>
              <a:t>) employee</a:t>
            </a:r>
            <a:r>
              <a:rPr lang="en-CA" altLang="en-US" b="0" i="1" dirty="0">
                <a:solidFill>
                  <a:srgbClr val="FFFFFF"/>
                </a:solidFill>
                <a:latin typeface="Arial" panose="020B0604020202020204" pitchFamily="34" charset="0"/>
                <a:cs typeface="Arial" panose="020B0604020202020204" pitchFamily="34" charset="0"/>
              </a:rPr>
              <a:t>. Undetected manufacturing hose defect.</a:t>
            </a:r>
          </a:p>
          <a:p>
            <a:pPr lvl="0" eaLnBrk="0" hangingPunct="0">
              <a:defRPr/>
            </a:pPr>
            <a:endParaRPr lang="en-CA" altLang="en-US" b="0" i="1" dirty="0">
              <a:solidFill>
                <a:srgbClr val="FFFFFF"/>
              </a:solidFill>
              <a:latin typeface="Arial" panose="020B0604020202020204" pitchFamily="34" charset="0"/>
              <a:cs typeface="Arial" panose="020B0604020202020204" pitchFamily="34" charset="0"/>
            </a:endParaRPr>
          </a:p>
          <a:p>
            <a:pPr marL="285750" lvl="0" indent="-285750" eaLnBrk="0" hangingPunct="0">
              <a:buFont typeface="Wingdings" panose="05000000000000000000" pitchFamily="2" charset="2"/>
              <a:buChar char="Ø"/>
              <a:defRPr/>
            </a:pPr>
            <a:r>
              <a:rPr lang="en-CA" altLang="en-US" b="0" i="1" dirty="0">
                <a:solidFill>
                  <a:srgbClr val="FFFFFF"/>
                </a:solidFill>
                <a:latin typeface="Arial" panose="020B0604020202020204" pitchFamily="34" charset="0"/>
                <a:cs typeface="Arial" panose="020B0604020202020204" pitchFamily="34" charset="0"/>
              </a:rPr>
              <a:t>How can we </a:t>
            </a:r>
            <a:r>
              <a:rPr lang="en-CA" altLang="en-US" b="0" i="1" u="sng" dirty="0">
                <a:solidFill>
                  <a:srgbClr val="FFFFFF"/>
                </a:solidFill>
                <a:latin typeface="Arial" panose="020B0604020202020204" pitchFamily="34" charset="0"/>
                <a:cs typeface="Arial" panose="020B0604020202020204" pitchFamily="34" charset="0"/>
              </a:rPr>
              <a:t>demonstrate </a:t>
            </a:r>
            <a:r>
              <a:rPr lang="en-US" altLang="en-US" b="0" i="1" u="sng" dirty="0">
                <a:solidFill>
                  <a:srgbClr val="FFFFFF"/>
                </a:solidFill>
                <a:latin typeface="Arial" panose="020B0604020202020204" pitchFamily="34" charset="0"/>
                <a:cs typeface="Arial" panose="020B0604020202020204" pitchFamily="34" charset="0"/>
              </a:rPr>
              <a:t>that </a:t>
            </a:r>
            <a:r>
              <a:rPr lang="en-US" altLang="en-US" b="0" i="1" u="sng" dirty="0" smtClean="0">
                <a:solidFill>
                  <a:srgbClr val="FFFFFF"/>
                </a:solidFill>
                <a:latin typeface="Arial" panose="020B0604020202020204" pitchFamily="34" charset="0"/>
                <a:cs typeface="Arial" panose="020B0604020202020204" pitchFamily="34" charset="0"/>
              </a:rPr>
              <a:t>risk management was applied</a:t>
            </a:r>
            <a:r>
              <a:rPr lang="en-CA" altLang="en-US" b="0" i="1" dirty="0" smtClean="0">
                <a:solidFill>
                  <a:srgbClr val="FFFFFF"/>
                </a:solidFill>
                <a:latin typeface="Arial" panose="020B0604020202020204" pitchFamily="34" charset="0"/>
                <a:cs typeface="Arial" panose="020B0604020202020204" pitchFamily="34" charset="0"/>
              </a:rPr>
              <a:t> i.e. that </a:t>
            </a:r>
            <a:r>
              <a:rPr lang="en-CA" altLang="en-US" b="0" i="1" u="sng" dirty="0">
                <a:solidFill>
                  <a:srgbClr val="FFFFFF"/>
                </a:solidFill>
                <a:latin typeface="Arial" panose="020B0604020202020204" pitchFamily="34" charset="0"/>
                <a:cs typeface="Arial" panose="020B0604020202020204" pitchFamily="34" charset="0"/>
              </a:rPr>
              <a:t>control </a:t>
            </a:r>
            <a:r>
              <a:rPr lang="en-CA" altLang="en-US" b="0" i="1" u="sng" dirty="0" smtClean="0">
                <a:solidFill>
                  <a:srgbClr val="FFFFFF"/>
                </a:solidFill>
                <a:latin typeface="Arial" panose="020B0604020202020204" pitchFamily="34" charset="0"/>
                <a:cs typeface="Arial" panose="020B0604020202020204" pitchFamily="34" charset="0"/>
              </a:rPr>
              <a:t>measures </a:t>
            </a:r>
            <a:r>
              <a:rPr lang="en-CA" altLang="en-US" b="0" i="1" u="sng" dirty="0">
                <a:solidFill>
                  <a:srgbClr val="FFFFFF"/>
                </a:solidFill>
                <a:latin typeface="Arial" panose="020B0604020202020204" pitchFamily="34" charset="0"/>
                <a:cs typeface="Arial" panose="020B0604020202020204" pitchFamily="34" charset="0"/>
              </a:rPr>
              <a:t>were presumed effective</a:t>
            </a:r>
            <a:r>
              <a:rPr lang="en-CA" altLang="en-US" b="0" i="1" dirty="0" smtClean="0">
                <a:solidFill>
                  <a:srgbClr val="FFFFFF"/>
                </a:solidFill>
                <a:latin typeface="Arial" panose="020B0604020202020204" pitchFamily="34" charset="0"/>
                <a:cs typeface="Arial" panose="020B0604020202020204" pitchFamily="34" charset="0"/>
              </a:rPr>
              <a:t>? (</a:t>
            </a:r>
            <a:r>
              <a:rPr lang="en-CA" altLang="en-US" b="0" i="1" dirty="0">
                <a:solidFill>
                  <a:srgbClr val="FFFFFF"/>
                </a:solidFill>
                <a:latin typeface="Arial" panose="020B0604020202020204" pitchFamily="34" charset="0"/>
                <a:cs typeface="Arial" panose="020B0604020202020204" pitchFamily="34" charset="0"/>
              </a:rPr>
              <a:t>Some hints are given.)</a:t>
            </a:r>
          </a:p>
        </p:txBody>
      </p:sp>
      <p:sp>
        <p:nvSpPr>
          <p:cNvPr id="8"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14</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graphicFrame>
        <p:nvGraphicFramePr>
          <p:cNvPr id="6" name="Table 5"/>
          <p:cNvGraphicFramePr>
            <a:graphicFrameLocks noGrp="1"/>
          </p:cNvGraphicFramePr>
          <p:nvPr>
            <p:extLst>
              <p:ext uri="{D42A27DB-BD31-4B8C-83A1-F6EECF244321}">
                <p14:modId xmlns:p14="http://schemas.microsoft.com/office/powerpoint/2010/main" val="1728788214"/>
              </p:ext>
            </p:extLst>
          </p:nvPr>
        </p:nvGraphicFramePr>
        <p:xfrm>
          <a:off x="304800" y="4343400"/>
          <a:ext cx="8382000" cy="1737360"/>
        </p:xfrm>
        <a:graphic>
          <a:graphicData uri="http://schemas.openxmlformats.org/drawingml/2006/table">
            <a:tbl>
              <a:tblPr firstRow="1" bandRow="1"/>
              <a:tblGrid>
                <a:gridCol w="1818736">
                  <a:extLst>
                    <a:ext uri="{9D8B030D-6E8A-4147-A177-3AD203B41FA5}">
                      <a16:colId xmlns:a16="http://schemas.microsoft.com/office/drawing/2014/main" val="3443704447"/>
                    </a:ext>
                  </a:extLst>
                </a:gridCol>
                <a:gridCol w="3004868">
                  <a:extLst>
                    <a:ext uri="{9D8B030D-6E8A-4147-A177-3AD203B41FA5}">
                      <a16:colId xmlns:a16="http://schemas.microsoft.com/office/drawing/2014/main" val="3518489996"/>
                    </a:ext>
                  </a:extLst>
                </a:gridCol>
                <a:gridCol w="3558396">
                  <a:extLst>
                    <a:ext uri="{9D8B030D-6E8A-4147-A177-3AD203B41FA5}">
                      <a16:colId xmlns:a16="http://schemas.microsoft.com/office/drawing/2014/main" val="73636416"/>
                    </a:ext>
                  </a:extLst>
                </a:gridCol>
              </a:tblGrid>
              <a:tr h="370840">
                <a:tc>
                  <a:txBody>
                    <a:bodyPr/>
                    <a:lstStyle>
                      <a:lvl1pPr marL="0" algn="l" defTabSz="914400" rtl="0" eaLnBrk="1" latinLnBrk="0" hangingPunct="1">
                        <a:defRPr sz="1800" b="1" kern="1200">
                          <a:solidFill>
                            <a:schemeClr val="lt1"/>
                          </a:solidFill>
                          <a:latin typeface="Arial"/>
                        </a:defRPr>
                      </a:lvl1pPr>
                      <a:lvl2pPr marL="457200" algn="l" defTabSz="914400" rtl="0" eaLnBrk="1" latinLnBrk="0" hangingPunct="1">
                        <a:defRPr sz="1800" b="1" kern="1200">
                          <a:solidFill>
                            <a:schemeClr val="lt1"/>
                          </a:solidFill>
                          <a:latin typeface="Arial"/>
                        </a:defRPr>
                      </a:lvl2pPr>
                      <a:lvl3pPr marL="914400" algn="l" defTabSz="914400" rtl="0" eaLnBrk="1" latinLnBrk="0" hangingPunct="1">
                        <a:defRPr sz="1800" b="1" kern="1200">
                          <a:solidFill>
                            <a:schemeClr val="lt1"/>
                          </a:solidFill>
                          <a:latin typeface="Arial"/>
                        </a:defRPr>
                      </a:lvl3pPr>
                      <a:lvl4pPr marL="1371600" algn="l" defTabSz="914400" rtl="0" eaLnBrk="1" latinLnBrk="0" hangingPunct="1">
                        <a:defRPr sz="1800" b="1" kern="1200">
                          <a:solidFill>
                            <a:schemeClr val="lt1"/>
                          </a:solidFill>
                          <a:latin typeface="Arial"/>
                        </a:defRPr>
                      </a:lvl4pPr>
                      <a:lvl5pPr marL="1828800" algn="l" defTabSz="914400" rtl="0" eaLnBrk="1" latinLnBrk="0" hangingPunct="1">
                        <a:defRPr sz="1800" b="1" kern="1200">
                          <a:solidFill>
                            <a:schemeClr val="lt1"/>
                          </a:solidFill>
                          <a:latin typeface="Arial"/>
                        </a:defRPr>
                      </a:lvl5pPr>
                      <a:lvl6pPr marL="2286000" algn="l" defTabSz="914400" rtl="0" eaLnBrk="1" latinLnBrk="0" hangingPunct="1">
                        <a:defRPr sz="1800" b="1" kern="1200">
                          <a:solidFill>
                            <a:schemeClr val="lt1"/>
                          </a:solidFill>
                          <a:latin typeface="Arial"/>
                        </a:defRPr>
                      </a:lvl6pPr>
                      <a:lvl7pPr marL="2743200" algn="l" defTabSz="914400" rtl="0" eaLnBrk="1" latinLnBrk="0" hangingPunct="1">
                        <a:defRPr sz="1800" b="1" kern="1200">
                          <a:solidFill>
                            <a:schemeClr val="lt1"/>
                          </a:solidFill>
                          <a:latin typeface="Arial"/>
                        </a:defRPr>
                      </a:lvl7pPr>
                      <a:lvl8pPr marL="3200400" algn="l" defTabSz="914400" rtl="0" eaLnBrk="1" latinLnBrk="0" hangingPunct="1">
                        <a:defRPr sz="1800" b="1" kern="1200">
                          <a:solidFill>
                            <a:schemeClr val="lt1"/>
                          </a:solidFill>
                          <a:latin typeface="Arial"/>
                        </a:defRPr>
                      </a:lvl8pPr>
                      <a:lvl9pPr marL="3657600" algn="l" defTabSz="914400" rtl="0" eaLnBrk="1" latinLnBrk="0" hangingPunct="1">
                        <a:defRPr sz="1800" b="1" kern="1200">
                          <a:solidFill>
                            <a:schemeClr val="lt1"/>
                          </a:solidFill>
                          <a:latin typeface="Arial"/>
                        </a:defRPr>
                      </a:lvl9pPr>
                    </a:lstStyle>
                    <a:p>
                      <a:r>
                        <a:rPr lang="en-US" sz="1600" dirty="0" smtClean="0"/>
                        <a:t>Hazards / Risk Deviations</a:t>
                      </a:r>
                      <a:endParaRPr lang="en-US" sz="1600" dirty="0"/>
                    </a:p>
                  </a:txBody>
                  <a:tcP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9999FF"/>
                    </a:solidFill>
                  </a:tcPr>
                </a:tc>
                <a:tc>
                  <a:txBody>
                    <a:bodyPr/>
                    <a:lstStyle>
                      <a:lvl1pPr marL="0" algn="l" defTabSz="914400" rtl="0" eaLnBrk="1" latinLnBrk="0" hangingPunct="1">
                        <a:defRPr sz="1800" b="1" kern="1200">
                          <a:solidFill>
                            <a:schemeClr val="lt1"/>
                          </a:solidFill>
                          <a:latin typeface="Arial"/>
                        </a:defRPr>
                      </a:lvl1pPr>
                      <a:lvl2pPr marL="457200" algn="l" defTabSz="914400" rtl="0" eaLnBrk="1" latinLnBrk="0" hangingPunct="1">
                        <a:defRPr sz="1800" b="1" kern="1200">
                          <a:solidFill>
                            <a:schemeClr val="lt1"/>
                          </a:solidFill>
                          <a:latin typeface="Arial"/>
                        </a:defRPr>
                      </a:lvl2pPr>
                      <a:lvl3pPr marL="914400" algn="l" defTabSz="914400" rtl="0" eaLnBrk="1" latinLnBrk="0" hangingPunct="1">
                        <a:defRPr sz="1800" b="1" kern="1200">
                          <a:solidFill>
                            <a:schemeClr val="lt1"/>
                          </a:solidFill>
                          <a:latin typeface="Arial"/>
                        </a:defRPr>
                      </a:lvl3pPr>
                      <a:lvl4pPr marL="1371600" algn="l" defTabSz="914400" rtl="0" eaLnBrk="1" latinLnBrk="0" hangingPunct="1">
                        <a:defRPr sz="1800" b="1" kern="1200">
                          <a:solidFill>
                            <a:schemeClr val="lt1"/>
                          </a:solidFill>
                          <a:latin typeface="Arial"/>
                        </a:defRPr>
                      </a:lvl4pPr>
                      <a:lvl5pPr marL="1828800" algn="l" defTabSz="914400" rtl="0" eaLnBrk="1" latinLnBrk="0" hangingPunct="1">
                        <a:defRPr sz="1800" b="1" kern="1200">
                          <a:solidFill>
                            <a:schemeClr val="lt1"/>
                          </a:solidFill>
                          <a:latin typeface="Arial"/>
                        </a:defRPr>
                      </a:lvl5pPr>
                      <a:lvl6pPr marL="2286000" algn="l" defTabSz="914400" rtl="0" eaLnBrk="1" latinLnBrk="0" hangingPunct="1">
                        <a:defRPr sz="1800" b="1" kern="1200">
                          <a:solidFill>
                            <a:schemeClr val="lt1"/>
                          </a:solidFill>
                          <a:latin typeface="Arial"/>
                        </a:defRPr>
                      </a:lvl6pPr>
                      <a:lvl7pPr marL="2743200" algn="l" defTabSz="914400" rtl="0" eaLnBrk="1" latinLnBrk="0" hangingPunct="1">
                        <a:defRPr sz="1800" b="1" kern="1200">
                          <a:solidFill>
                            <a:schemeClr val="lt1"/>
                          </a:solidFill>
                          <a:latin typeface="Arial"/>
                        </a:defRPr>
                      </a:lvl7pPr>
                      <a:lvl8pPr marL="3200400" algn="l" defTabSz="914400" rtl="0" eaLnBrk="1" latinLnBrk="0" hangingPunct="1">
                        <a:defRPr sz="1800" b="1" kern="1200">
                          <a:solidFill>
                            <a:schemeClr val="lt1"/>
                          </a:solidFill>
                          <a:latin typeface="Arial"/>
                        </a:defRPr>
                      </a:lvl8pPr>
                      <a:lvl9pPr marL="3657600" algn="l" defTabSz="914400" rtl="0" eaLnBrk="1" latinLnBrk="0" hangingPunct="1">
                        <a:defRPr sz="1800" b="1" kern="1200">
                          <a:solidFill>
                            <a:schemeClr val="lt1"/>
                          </a:solidFill>
                          <a:latin typeface="Arial"/>
                        </a:defRPr>
                      </a:lvl9pPr>
                    </a:lstStyle>
                    <a:p>
                      <a:r>
                        <a:rPr lang="en-US" sz="1600" dirty="0" smtClean="0"/>
                        <a:t>Control</a:t>
                      </a:r>
                      <a:r>
                        <a:rPr lang="en-US" sz="1600" baseline="0" dirty="0" smtClean="0"/>
                        <a:t> Measure</a:t>
                      </a:r>
                      <a:endParaRPr lang="en-US" sz="1600" dirty="0"/>
                    </a:p>
                  </a:txBody>
                  <a:tcP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9999FF"/>
                    </a:solidFill>
                  </a:tcPr>
                </a:tc>
                <a:tc>
                  <a:txBody>
                    <a:bodyPr/>
                    <a:lstStyle>
                      <a:lvl1pPr marL="0" algn="l" defTabSz="914400" rtl="0" eaLnBrk="1" latinLnBrk="0" hangingPunct="1">
                        <a:defRPr sz="1800" b="1" kern="1200">
                          <a:solidFill>
                            <a:schemeClr val="lt1"/>
                          </a:solidFill>
                          <a:latin typeface="Arial"/>
                        </a:defRPr>
                      </a:lvl1pPr>
                      <a:lvl2pPr marL="457200" algn="l" defTabSz="914400" rtl="0" eaLnBrk="1" latinLnBrk="0" hangingPunct="1">
                        <a:defRPr sz="1800" b="1" kern="1200">
                          <a:solidFill>
                            <a:schemeClr val="lt1"/>
                          </a:solidFill>
                          <a:latin typeface="Arial"/>
                        </a:defRPr>
                      </a:lvl2pPr>
                      <a:lvl3pPr marL="914400" algn="l" defTabSz="914400" rtl="0" eaLnBrk="1" latinLnBrk="0" hangingPunct="1">
                        <a:defRPr sz="1800" b="1" kern="1200">
                          <a:solidFill>
                            <a:schemeClr val="lt1"/>
                          </a:solidFill>
                          <a:latin typeface="Arial"/>
                        </a:defRPr>
                      </a:lvl3pPr>
                      <a:lvl4pPr marL="1371600" algn="l" defTabSz="914400" rtl="0" eaLnBrk="1" latinLnBrk="0" hangingPunct="1">
                        <a:defRPr sz="1800" b="1" kern="1200">
                          <a:solidFill>
                            <a:schemeClr val="lt1"/>
                          </a:solidFill>
                          <a:latin typeface="Arial"/>
                        </a:defRPr>
                      </a:lvl4pPr>
                      <a:lvl5pPr marL="1828800" algn="l" defTabSz="914400" rtl="0" eaLnBrk="1" latinLnBrk="0" hangingPunct="1">
                        <a:defRPr sz="1800" b="1" kern="1200">
                          <a:solidFill>
                            <a:schemeClr val="lt1"/>
                          </a:solidFill>
                          <a:latin typeface="Arial"/>
                        </a:defRPr>
                      </a:lvl5pPr>
                      <a:lvl6pPr marL="2286000" algn="l" defTabSz="914400" rtl="0" eaLnBrk="1" latinLnBrk="0" hangingPunct="1">
                        <a:defRPr sz="1800" b="1" kern="1200">
                          <a:solidFill>
                            <a:schemeClr val="lt1"/>
                          </a:solidFill>
                          <a:latin typeface="Arial"/>
                        </a:defRPr>
                      </a:lvl6pPr>
                      <a:lvl7pPr marL="2743200" algn="l" defTabSz="914400" rtl="0" eaLnBrk="1" latinLnBrk="0" hangingPunct="1">
                        <a:defRPr sz="1800" b="1" kern="1200">
                          <a:solidFill>
                            <a:schemeClr val="lt1"/>
                          </a:solidFill>
                          <a:latin typeface="Arial"/>
                        </a:defRPr>
                      </a:lvl7pPr>
                      <a:lvl8pPr marL="3200400" algn="l" defTabSz="914400" rtl="0" eaLnBrk="1" latinLnBrk="0" hangingPunct="1">
                        <a:defRPr sz="1800" b="1" kern="1200">
                          <a:solidFill>
                            <a:schemeClr val="lt1"/>
                          </a:solidFill>
                          <a:latin typeface="Arial"/>
                        </a:defRPr>
                      </a:lvl8pPr>
                      <a:lvl9pPr marL="3657600" algn="l" defTabSz="914400" rtl="0" eaLnBrk="1" latinLnBrk="0" hangingPunct="1">
                        <a:defRPr sz="1800" b="1" kern="1200">
                          <a:solidFill>
                            <a:schemeClr val="lt1"/>
                          </a:solidFill>
                          <a:latin typeface="Arial"/>
                        </a:defRPr>
                      </a:lvl9pPr>
                    </a:lstStyle>
                    <a:p>
                      <a:r>
                        <a:rPr lang="en-US" sz="1600" dirty="0" smtClean="0"/>
                        <a:t>Records &amp;</a:t>
                      </a:r>
                      <a:r>
                        <a:rPr lang="en-US" sz="1600" baseline="0" dirty="0" smtClean="0"/>
                        <a:t> Documentation </a:t>
                      </a:r>
                      <a:br>
                        <a:rPr lang="en-US" sz="1600" baseline="0" dirty="0" smtClean="0"/>
                      </a:br>
                      <a:r>
                        <a:rPr lang="en-US" sz="1600" baseline="0" dirty="0" smtClean="0"/>
                        <a:t>(that d</a:t>
                      </a:r>
                      <a:r>
                        <a:rPr lang="en-US" sz="1600" dirty="0" smtClean="0"/>
                        <a:t>emonstrate effectiveness)</a:t>
                      </a:r>
                      <a:endParaRPr lang="en-US" sz="1600" dirty="0"/>
                    </a:p>
                  </a:txBody>
                  <a:tcP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9999FF"/>
                    </a:solidFill>
                  </a:tcPr>
                </a:tc>
                <a:extLst>
                  <a:ext uri="{0D108BD9-81ED-4DB2-BD59-A6C34878D82A}">
                    <a16:rowId xmlns:a16="http://schemas.microsoft.com/office/drawing/2014/main" val="1006554743"/>
                  </a:ext>
                </a:extLst>
              </a:tr>
              <a:tr h="370840">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r>
                        <a:rPr lang="en-US" sz="1600" dirty="0" smtClean="0"/>
                        <a:t>Ruptured hose</a:t>
                      </a:r>
                      <a:endParaRPr lang="en-US" sz="1600" dirty="0"/>
                    </a:p>
                  </a:txBody>
                  <a:tcP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9999FF">
                        <a:tint val="40000"/>
                      </a:srgbClr>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marL="285750" indent="-285750">
                        <a:buFont typeface="Wingdings" panose="05000000000000000000" pitchFamily="2" charset="2"/>
                        <a:buChar char="Ø"/>
                      </a:pPr>
                      <a:r>
                        <a:rPr lang="en-US" sz="1600" dirty="0" smtClean="0"/>
                        <a:t>Routine inspections</a:t>
                      </a:r>
                    </a:p>
                    <a:p>
                      <a:pPr marL="285750" marR="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lang="en-US" sz="1600" dirty="0" smtClean="0"/>
                        <a:t>?</a:t>
                      </a:r>
                      <a:endParaRPr lang="en-US" sz="1600" dirty="0"/>
                    </a:p>
                  </a:txBody>
                  <a:tcP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9999FF">
                        <a:tint val="40000"/>
                      </a:srgbClr>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r>
                        <a:rPr lang="en-US" sz="1600" dirty="0" smtClean="0"/>
                        <a:t>?</a:t>
                      </a:r>
                    </a:p>
                    <a:p>
                      <a:r>
                        <a:rPr lang="en-US" sz="1600" dirty="0" smtClean="0"/>
                        <a:t>?</a:t>
                      </a:r>
                      <a:endParaRPr lang="en-US" sz="1600" dirty="0"/>
                    </a:p>
                  </a:txBody>
                  <a:tcP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9999FF">
                        <a:tint val="40000"/>
                      </a:srgbClr>
                    </a:solidFill>
                  </a:tcPr>
                </a:tc>
                <a:extLst>
                  <a:ext uri="{0D108BD9-81ED-4DB2-BD59-A6C34878D82A}">
                    <a16:rowId xmlns:a16="http://schemas.microsoft.com/office/drawing/2014/main" val="917593792"/>
                  </a:ext>
                </a:extLst>
              </a:tr>
              <a:tr h="370840">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r>
                        <a:rPr lang="en-US" sz="1600" dirty="0" smtClean="0"/>
                        <a:t>Improper job procedures</a:t>
                      </a:r>
                      <a:r>
                        <a:rPr lang="en-US" sz="1600" baseline="0" dirty="0" smtClean="0"/>
                        <a:t> used</a:t>
                      </a:r>
                      <a:endParaRPr lang="en-US" sz="1600" dirty="0"/>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9999FF">
                        <a:tint val="20000"/>
                      </a:srgbClr>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marL="285750" indent="-285750">
                        <a:buFont typeface="Wingdings" panose="05000000000000000000" pitchFamily="2" charset="2"/>
                        <a:buChar char="Ø"/>
                      </a:pPr>
                      <a:r>
                        <a:rPr lang="en-US" sz="1600" dirty="0" smtClean="0"/>
                        <a:t>TQA Employees</a:t>
                      </a:r>
                    </a:p>
                    <a:p>
                      <a:pPr marL="285750" marR="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lang="en-US" sz="1600" dirty="0" smtClean="0"/>
                        <a:t>?</a:t>
                      </a:r>
                      <a:endParaRPr lang="en-US" sz="1600" dirty="0"/>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9999FF">
                        <a:tint val="20000"/>
                      </a:srgbClr>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r>
                        <a:rPr lang="en-US" sz="1600" dirty="0" smtClean="0"/>
                        <a:t>?</a:t>
                      </a:r>
                    </a:p>
                    <a:p>
                      <a:r>
                        <a:rPr lang="en-US" sz="1600" dirty="0" smtClean="0"/>
                        <a:t>?</a:t>
                      </a:r>
                      <a:endParaRPr lang="en-US" sz="1600" dirty="0"/>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9999FF">
                        <a:tint val="20000"/>
                      </a:srgbClr>
                    </a:solidFill>
                  </a:tcPr>
                </a:tc>
                <a:extLst>
                  <a:ext uri="{0D108BD9-81ED-4DB2-BD59-A6C34878D82A}">
                    <a16:rowId xmlns:a16="http://schemas.microsoft.com/office/drawing/2014/main" val="619388345"/>
                  </a:ext>
                </a:extLst>
              </a:tr>
            </a:tbl>
          </a:graphicData>
        </a:graphic>
      </p:graphicFrame>
      <p:sp>
        <p:nvSpPr>
          <p:cNvPr id="7" name="Google Shape;125;p2"/>
          <p:cNvSpPr/>
          <p:nvPr/>
        </p:nvSpPr>
        <p:spPr>
          <a:xfrm>
            <a:off x="2514600" y="6300000"/>
            <a:ext cx="558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US" sz="1200" b="1" i="1" u="none" strike="noStrike" kern="0" cap="none" spc="0" normalizeH="0" baseline="0" noProof="0" dirty="0" smtClean="0">
                <a:ln>
                  <a:noFill/>
                </a:ln>
                <a:solidFill>
                  <a:srgbClr val="000000"/>
                </a:solidFill>
                <a:effectLst/>
                <a:uLnTx/>
                <a:uFillTx/>
                <a:latin typeface="Arial" charset="0"/>
                <a:ea typeface="Times New Roman"/>
                <a:cs typeface="Arial" panose="020B0604020202020204" pitchFamily="34" charset="0"/>
                <a:sym typeface="Times New Roman"/>
              </a:rPr>
              <a:t>Chapter 6.4: “Reasonably Practicable” and The Importance of Documenting RM Activities</a:t>
            </a:r>
            <a:endParaRPr kumimoji="0" lang="en-US"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endParaRPr>
          </a:p>
        </p:txBody>
      </p:sp>
    </p:spTree>
    <p:extLst>
      <p:ext uri="{BB962C8B-B14F-4D97-AF65-F5344CB8AC3E}">
        <p14:creationId xmlns:p14="http://schemas.microsoft.com/office/powerpoint/2010/main" val="2894756534"/>
      </p:ext>
    </p:extLst>
  </p:cSld>
  <p:clrMapOvr>
    <a:masterClrMapping/>
  </p:clrMapOvr>
  <p:transition>
    <p:fade/>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5" name="Rectangle 2"/>
          <p:cNvSpPr>
            <a:spLocks noChangeArrowheads="1"/>
          </p:cNvSpPr>
          <p:nvPr/>
        </p:nvSpPr>
        <p:spPr bwMode="auto">
          <a:xfrm>
            <a:off x="180000" y="180000"/>
            <a:ext cx="8640000" cy="504000"/>
          </a:xfrm>
          <a:prstGeom prst="rect">
            <a:avLst/>
          </a:prstGeom>
          <a:solidFill>
            <a:srgbClr val="000000"/>
          </a:solidFill>
          <a:ln>
            <a:solidFill>
              <a:srgbClr val="000000"/>
            </a:solidFill>
          </a:ln>
          <a:extLst/>
        </p:spPr>
        <p:txBody>
          <a:bodyPr wrap="square" anchor="ctr" anchorCtr="0">
            <a:noAutofit/>
          </a:bodyPr>
          <a:lstStyle/>
          <a:p>
            <a:pPr lvl="0">
              <a:spcBef>
                <a:spcPts val="0"/>
              </a:spcBef>
              <a:spcAft>
                <a:spcPts val="0"/>
              </a:spcAft>
            </a:pPr>
            <a:r>
              <a:rPr lang="en-US" altLang="en-US" sz="2400" b="0" dirty="0">
                <a:solidFill>
                  <a:srgbClr val="F8F8F8"/>
                </a:solidFill>
                <a:latin typeface="Arial" panose="020B0604020202020204" pitchFamily="34" charset="0"/>
                <a:ea typeface="ＭＳ Ｐゴシック" panose="020B0600070205080204" pitchFamily="34" charset="-128"/>
                <a:cs typeface="Arial" panose="020B0604020202020204" pitchFamily="34" charset="0"/>
              </a:rPr>
              <a:t>Example: </a:t>
            </a:r>
            <a:r>
              <a:rPr lang="en-US" altLang="en-US" sz="2400" b="0"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Documentation that </a:t>
            </a:r>
            <a:r>
              <a:rPr lang="en-US" altLang="en-US" sz="2400" b="0" dirty="0">
                <a:solidFill>
                  <a:srgbClr val="F8F8F8"/>
                </a:solidFill>
                <a:latin typeface="Arial" panose="020B0604020202020204" pitchFamily="34" charset="0"/>
                <a:ea typeface="ＭＳ Ｐゴシック" panose="020B0600070205080204" pitchFamily="34" charset="-128"/>
                <a:cs typeface="Arial" panose="020B0604020202020204" pitchFamily="34" charset="0"/>
              </a:rPr>
              <a:t>Risk Management Was </a:t>
            </a:r>
            <a:r>
              <a:rPr lang="en-US" altLang="en-US" sz="2400" b="0"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Applied</a:t>
            </a:r>
            <a:endParaRPr kumimoji="0" lang="en-US" altLang="en-US" sz="2400" b="0" i="0" u="none" strike="noStrike" kern="1200" cap="none" spc="0" normalizeH="0" baseline="0" noProof="0" dirty="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2" name="Rectangle 1"/>
          <p:cNvSpPr/>
          <p:nvPr/>
        </p:nvSpPr>
        <p:spPr>
          <a:xfrm>
            <a:off x="180000" y="828000"/>
            <a:ext cx="8640000" cy="5328000"/>
          </a:xfrm>
          <a:prstGeom prst="rect">
            <a:avLst/>
          </a:prstGeom>
          <a:solidFill>
            <a:srgbClr val="000000"/>
          </a:solidFill>
          <a:ln>
            <a:solidFill>
              <a:srgbClr val="000000"/>
            </a:solidFill>
          </a:ln>
        </p:spPr>
        <p:txBody>
          <a:bodyPr wrap="square">
            <a:noAutofit/>
          </a:bodyPr>
          <a:lstStyle/>
          <a:p>
            <a:pPr lvl="0" eaLnBrk="0" hangingPunct="0">
              <a:defRPr/>
            </a:pPr>
            <a:r>
              <a:rPr lang="en-CA" altLang="en-US" b="0" i="1" u="sng" dirty="0">
                <a:solidFill>
                  <a:srgbClr val="FFFFFF"/>
                </a:solidFill>
                <a:latin typeface="Arial" panose="020B0604020202020204" pitchFamily="34" charset="0"/>
                <a:cs typeface="Arial" panose="020B0604020202020204" pitchFamily="34" charset="0"/>
              </a:rPr>
              <a:t>Case Study:</a:t>
            </a:r>
            <a:r>
              <a:rPr lang="en-CA" altLang="en-US" b="0" i="1" dirty="0">
                <a:solidFill>
                  <a:srgbClr val="FFFFFF"/>
                </a:solidFill>
                <a:latin typeface="Arial" panose="020B0604020202020204" pitchFamily="34" charset="0"/>
                <a:cs typeface="Arial" panose="020B0604020202020204" pitchFamily="34" charset="0"/>
              </a:rPr>
              <a:t> First Rate Propane, great RM Program, but failed hose</a:t>
            </a:r>
            <a:r>
              <a:rPr lang="en-CA" altLang="en-US" b="0" i="1" dirty="0" smtClean="0">
                <a:solidFill>
                  <a:srgbClr val="FFFFFF"/>
                </a:solidFill>
                <a:latin typeface="Arial" panose="020B0604020202020204" pitchFamily="34" charset="0"/>
                <a:cs typeface="Arial" panose="020B0604020202020204" pitchFamily="34" charset="0"/>
              </a:rPr>
              <a:t>.</a:t>
            </a:r>
            <a:endParaRPr lang="en-CA" altLang="en-US" b="0" i="1" dirty="0">
              <a:solidFill>
                <a:srgbClr val="FFFFFF"/>
              </a:solidFill>
              <a:latin typeface="Arial" panose="020B0604020202020204" pitchFamily="34" charset="0"/>
              <a:cs typeface="Arial" panose="020B0604020202020204" pitchFamily="34" charset="0"/>
            </a:endParaRPr>
          </a:p>
          <a:p>
            <a:pPr marL="285750" lvl="0" indent="-285750" eaLnBrk="0" hangingPunct="0">
              <a:buFont typeface="Wingdings" panose="05000000000000000000" pitchFamily="2" charset="2"/>
              <a:buChar char="Ø"/>
              <a:defRPr/>
            </a:pPr>
            <a:r>
              <a:rPr lang="en-US" altLang="en-US" b="0" i="1" dirty="0" smtClean="0">
                <a:solidFill>
                  <a:srgbClr val="FFFFFF"/>
                </a:solidFill>
                <a:latin typeface="Arial" panose="020B0604020202020204" pitchFamily="34" charset="0"/>
                <a:cs typeface="Arial" panose="020B0604020202020204" pitchFamily="34" charset="0"/>
              </a:rPr>
              <a:t>The application of risk management is demonstrated through records </a:t>
            </a:r>
            <a:r>
              <a:rPr lang="en-US" altLang="en-US" b="0" i="1" dirty="0">
                <a:solidFill>
                  <a:srgbClr val="FFFFFF"/>
                </a:solidFill>
                <a:latin typeface="Arial" panose="020B0604020202020204" pitchFamily="34" charset="0"/>
                <a:cs typeface="Arial" panose="020B0604020202020204" pitchFamily="34" charset="0"/>
              </a:rPr>
              <a:t>and documentation depending on the kind of </a:t>
            </a:r>
            <a:r>
              <a:rPr lang="en-US" altLang="en-US" b="0" i="1" dirty="0" smtClean="0">
                <a:solidFill>
                  <a:srgbClr val="FFFFFF"/>
                </a:solidFill>
                <a:latin typeface="Arial" panose="020B0604020202020204" pitchFamily="34" charset="0"/>
                <a:cs typeface="Arial" panose="020B0604020202020204" pitchFamily="34" charset="0"/>
              </a:rPr>
              <a:t>control measure.</a:t>
            </a:r>
            <a:endParaRPr lang="en-US" altLang="en-US" b="0" i="1" dirty="0">
              <a:solidFill>
                <a:srgbClr val="FFFFFF"/>
              </a:solidFill>
              <a:latin typeface="Arial" panose="020B0604020202020204" pitchFamily="34" charset="0"/>
              <a:cs typeface="Arial" panose="020B0604020202020204" pitchFamily="34" charset="0"/>
            </a:endParaRPr>
          </a:p>
        </p:txBody>
      </p:sp>
      <p:sp>
        <p:nvSpPr>
          <p:cNvPr id="8"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15</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graphicFrame>
        <p:nvGraphicFramePr>
          <p:cNvPr id="6" name="Table 5"/>
          <p:cNvGraphicFramePr>
            <a:graphicFrameLocks noGrp="1"/>
          </p:cNvGraphicFramePr>
          <p:nvPr>
            <p:extLst>
              <p:ext uri="{D42A27DB-BD31-4B8C-83A1-F6EECF244321}">
                <p14:modId xmlns:p14="http://schemas.microsoft.com/office/powerpoint/2010/main" val="1603976243"/>
              </p:ext>
            </p:extLst>
          </p:nvPr>
        </p:nvGraphicFramePr>
        <p:xfrm>
          <a:off x="304799" y="1828800"/>
          <a:ext cx="8382001" cy="3815080"/>
        </p:xfrm>
        <a:graphic>
          <a:graphicData uri="http://schemas.openxmlformats.org/drawingml/2006/table">
            <a:tbl>
              <a:tblPr firstRow="1" bandRow="1"/>
              <a:tblGrid>
                <a:gridCol w="1818736">
                  <a:extLst>
                    <a:ext uri="{9D8B030D-6E8A-4147-A177-3AD203B41FA5}">
                      <a16:colId xmlns:a16="http://schemas.microsoft.com/office/drawing/2014/main" val="3443704447"/>
                    </a:ext>
                  </a:extLst>
                </a:gridCol>
                <a:gridCol w="2293189">
                  <a:extLst>
                    <a:ext uri="{9D8B030D-6E8A-4147-A177-3AD203B41FA5}">
                      <a16:colId xmlns:a16="http://schemas.microsoft.com/office/drawing/2014/main" val="3518489996"/>
                    </a:ext>
                  </a:extLst>
                </a:gridCol>
                <a:gridCol w="4270076">
                  <a:extLst>
                    <a:ext uri="{9D8B030D-6E8A-4147-A177-3AD203B41FA5}">
                      <a16:colId xmlns:a16="http://schemas.microsoft.com/office/drawing/2014/main" val="73636416"/>
                    </a:ext>
                  </a:extLst>
                </a:gridCol>
              </a:tblGrid>
              <a:tr h="370840">
                <a:tc>
                  <a:txBody>
                    <a:bodyPr/>
                    <a:lstStyle>
                      <a:lvl1pPr marL="0" algn="l" defTabSz="914400" rtl="0" eaLnBrk="1" latinLnBrk="0" hangingPunct="1">
                        <a:defRPr sz="1800" b="1" kern="1200">
                          <a:solidFill>
                            <a:schemeClr val="lt1"/>
                          </a:solidFill>
                          <a:latin typeface="Arial"/>
                        </a:defRPr>
                      </a:lvl1pPr>
                      <a:lvl2pPr marL="457200" algn="l" defTabSz="914400" rtl="0" eaLnBrk="1" latinLnBrk="0" hangingPunct="1">
                        <a:defRPr sz="1800" b="1" kern="1200">
                          <a:solidFill>
                            <a:schemeClr val="lt1"/>
                          </a:solidFill>
                          <a:latin typeface="Arial"/>
                        </a:defRPr>
                      </a:lvl2pPr>
                      <a:lvl3pPr marL="914400" algn="l" defTabSz="914400" rtl="0" eaLnBrk="1" latinLnBrk="0" hangingPunct="1">
                        <a:defRPr sz="1800" b="1" kern="1200">
                          <a:solidFill>
                            <a:schemeClr val="lt1"/>
                          </a:solidFill>
                          <a:latin typeface="Arial"/>
                        </a:defRPr>
                      </a:lvl3pPr>
                      <a:lvl4pPr marL="1371600" algn="l" defTabSz="914400" rtl="0" eaLnBrk="1" latinLnBrk="0" hangingPunct="1">
                        <a:defRPr sz="1800" b="1" kern="1200">
                          <a:solidFill>
                            <a:schemeClr val="lt1"/>
                          </a:solidFill>
                          <a:latin typeface="Arial"/>
                        </a:defRPr>
                      </a:lvl4pPr>
                      <a:lvl5pPr marL="1828800" algn="l" defTabSz="914400" rtl="0" eaLnBrk="1" latinLnBrk="0" hangingPunct="1">
                        <a:defRPr sz="1800" b="1" kern="1200">
                          <a:solidFill>
                            <a:schemeClr val="lt1"/>
                          </a:solidFill>
                          <a:latin typeface="Arial"/>
                        </a:defRPr>
                      </a:lvl5pPr>
                      <a:lvl6pPr marL="2286000" algn="l" defTabSz="914400" rtl="0" eaLnBrk="1" latinLnBrk="0" hangingPunct="1">
                        <a:defRPr sz="1800" b="1" kern="1200">
                          <a:solidFill>
                            <a:schemeClr val="lt1"/>
                          </a:solidFill>
                          <a:latin typeface="Arial"/>
                        </a:defRPr>
                      </a:lvl6pPr>
                      <a:lvl7pPr marL="2743200" algn="l" defTabSz="914400" rtl="0" eaLnBrk="1" latinLnBrk="0" hangingPunct="1">
                        <a:defRPr sz="1800" b="1" kern="1200">
                          <a:solidFill>
                            <a:schemeClr val="lt1"/>
                          </a:solidFill>
                          <a:latin typeface="Arial"/>
                        </a:defRPr>
                      </a:lvl7pPr>
                      <a:lvl8pPr marL="3200400" algn="l" defTabSz="914400" rtl="0" eaLnBrk="1" latinLnBrk="0" hangingPunct="1">
                        <a:defRPr sz="1800" b="1" kern="1200">
                          <a:solidFill>
                            <a:schemeClr val="lt1"/>
                          </a:solidFill>
                          <a:latin typeface="Arial"/>
                        </a:defRPr>
                      </a:lvl8pPr>
                      <a:lvl9pPr marL="3657600" algn="l" defTabSz="914400" rtl="0" eaLnBrk="1" latinLnBrk="0" hangingPunct="1">
                        <a:defRPr sz="1800" b="1" kern="1200">
                          <a:solidFill>
                            <a:schemeClr val="lt1"/>
                          </a:solidFill>
                          <a:latin typeface="Arial"/>
                        </a:defRPr>
                      </a:lvl9pPr>
                    </a:lstStyle>
                    <a:p>
                      <a:r>
                        <a:rPr lang="en-US" sz="1400" dirty="0" smtClean="0"/>
                        <a:t>Hazards / Risk Deviations</a:t>
                      </a:r>
                    </a:p>
                  </a:txBody>
                  <a:tcP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9999FF"/>
                    </a:solidFill>
                  </a:tcPr>
                </a:tc>
                <a:tc>
                  <a:txBody>
                    <a:bodyPr/>
                    <a:lstStyle>
                      <a:lvl1pPr marL="0" algn="l" defTabSz="914400" rtl="0" eaLnBrk="1" latinLnBrk="0" hangingPunct="1">
                        <a:defRPr sz="1800" b="1" kern="1200">
                          <a:solidFill>
                            <a:schemeClr val="lt1"/>
                          </a:solidFill>
                          <a:latin typeface="Arial"/>
                        </a:defRPr>
                      </a:lvl1pPr>
                      <a:lvl2pPr marL="457200" algn="l" defTabSz="914400" rtl="0" eaLnBrk="1" latinLnBrk="0" hangingPunct="1">
                        <a:defRPr sz="1800" b="1" kern="1200">
                          <a:solidFill>
                            <a:schemeClr val="lt1"/>
                          </a:solidFill>
                          <a:latin typeface="Arial"/>
                        </a:defRPr>
                      </a:lvl2pPr>
                      <a:lvl3pPr marL="914400" algn="l" defTabSz="914400" rtl="0" eaLnBrk="1" latinLnBrk="0" hangingPunct="1">
                        <a:defRPr sz="1800" b="1" kern="1200">
                          <a:solidFill>
                            <a:schemeClr val="lt1"/>
                          </a:solidFill>
                          <a:latin typeface="Arial"/>
                        </a:defRPr>
                      </a:lvl3pPr>
                      <a:lvl4pPr marL="1371600" algn="l" defTabSz="914400" rtl="0" eaLnBrk="1" latinLnBrk="0" hangingPunct="1">
                        <a:defRPr sz="1800" b="1" kern="1200">
                          <a:solidFill>
                            <a:schemeClr val="lt1"/>
                          </a:solidFill>
                          <a:latin typeface="Arial"/>
                        </a:defRPr>
                      </a:lvl4pPr>
                      <a:lvl5pPr marL="1828800" algn="l" defTabSz="914400" rtl="0" eaLnBrk="1" latinLnBrk="0" hangingPunct="1">
                        <a:defRPr sz="1800" b="1" kern="1200">
                          <a:solidFill>
                            <a:schemeClr val="lt1"/>
                          </a:solidFill>
                          <a:latin typeface="Arial"/>
                        </a:defRPr>
                      </a:lvl5pPr>
                      <a:lvl6pPr marL="2286000" algn="l" defTabSz="914400" rtl="0" eaLnBrk="1" latinLnBrk="0" hangingPunct="1">
                        <a:defRPr sz="1800" b="1" kern="1200">
                          <a:solidFill>
                            <a:schemeClr val="lt1"/>
                          </a:solidFill>
                          <a:latin typeface="Arial"/>
                        </a:defRPr>
                      </a:lvl6pPr>
                      <a:lvl7pPr marL="2743200" algn="l" defTabSz="914400" rtl="0" eaLnBrk="1" latinLnBrk="0" hangingPunct="1">
                        <a:defRPr sz="1800" b="1" kern="1200">
                          <a:solidFill>
                            <a:schemeClr val="lt1"/>
                          </a:solidFill>
                          <a:latin typeface="Arial"/>
                        </a:defRPr>
                      </a:lvl7pPr>
                      <a:lvl8pPr marL="3200400" algn="l" defTabSz="914400" rtl="0" eaLnBrk="1" latinLnBrk="0" hangingPunct="1">
                        <a:defRPr sz="1800" b="1" kern="1200">
                          <a:solidFill>
                            <a:schemeClr val="lt1"/>
                          </a:solidFill>
                          <a:latin typeface="Arial"/>
                        </a:defRPr>
                      </a:lvl8pPr>
                      <a:lvl9pPr marL="3657600" algn="l" defTabSz="914400" rtl="0" eaLnBrk="1" latinLnBrk="0" hangingPunct="1">
                        <a:defRPr sz="1800" b="1" kern="1200">
                          <a:solidFill>
                            <a:schemeClr val="lt1"/>
                          </a:solidFill>
                          <a:latin typeface="Arial"/>
                        </a:defRPr>
                      </a:lvl9pPr>
                    </a:lstStyle>
                    <a:p>
                      <a:r>
                        <a:rPr lang="en-US" sz="1400" dirty="0" smtClean="0"/>
                        <a:t>Control Measure</a:t>
                      </a:r>
                    </a:p>
                  </a:txBody>
                  <a:tcP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9999FF"/>
                    </a:solidFill>
                  </a:tcPr>
                </a:tc>
                <a:tc>
                  <a:txBody>
                    <a:bodyPr/>
                    <a:lstStyle>
                      <a:lvl1pPr marL="0" algn="l" defTabSz="914400" rtl="0" eaLnBrk="1" latinLnBrk="0" hangingPunct="1">
                        <a:defRPr sz="1800" b="1" kern="1200">
                          <a:solidFill>
                            <a:schemeClr val="lt1"/>
                          </a:solidFill>
                          <a:latin typeface="Arial"/>
                        </a:defRPr>
                      </a:lvl1pPr>
                      <a:lvl2pPr marL="457200" algn="l" defTabSz="914400" rtl="0" eaLnBrk="1" latinLnBrk="0" hangingPunct="1">
                        <a:defRPr sz="1800" b="1" kern="1200">
                          <a:solidFill>
                            <a:schemeClr val="lt1"/>
                          </a:solidFill>
                          <a:latin typeface="Arial"/>
                        </a:defRPr>
                      </a:lvl2pPr>
                      <a:lvl3pPr marL="914400" algn="l" defTabSz="914400" rtl="0" eaLnBrk="1" latinLnBrk="0" hangingPunct="1">
                        <a:defRPr sz="1800" b="1" kern="1200">
                          <a:solidFill>
                            <a:schemeClr val="lt1"/>
                          </a:solidFill>
                          <a:latin typeface="Arial"/>
                        </a:defRPr>
                      </a:lvl3pPr>
                      <a:lvl4pPr marL="1371600" algn="l" defTabSz="914400" rtl="0" eaLnBrk="1" latinLnBrk="0" hangingPunct="1">
                        <a:defRPr sz="1800" b="1" kern="1200">
                          <a:solidFill>
                            <a:schemeClr val="lt1"/>
                          </a:solidFill>
                          <a:latin typeface="Arial"/>
                        </a:defRPr>
                      </a:lvl4pPr>
                      <a:lvl5pPr marL="1828800" algn="l" defTabSz="914400" rtl="0" eaLnBrk="1" latinLnBrk="0" hangingPunct="1">
                        <a:defRPr sz="1800" b="1" kern="1200">
                          <a:solidFill>
                            <a:schemeClr val="lt1"/>
                          </a:solidFill>
                          <a:latin typeface="Arial"/>
                        </a:defRPr>
                      </a:lvl5pPr>
                      <a:lvl6pPr marL="2286000" algn="l" defTabSz="914400" rtl="0" eaLnBrk="1" latinLnBrk="0" hangingPunct="1">
                        <a:defRPr sz="1800" b="1" kern="1200">
                          <a:solidFill>
                            <a:schemeClr val="lt1"/>
                          </a:solidFill>
                          <a:latin typeface="Arial"/>
                        </a:defRPr>
                      </a:lvl6pPr>
                      <a:lvl7pPr marL="2743200" algn="l" defTabSz="914400" rtl="0" eaLnBrk="1" latinLnBrk="0" hangingPunct="1">
                        <a:defRPr sz="1800" b="1" kern="1200">
                          <a:solidFill>
                            <a:schemeClr val="lt1"/>
                          </a:solidFill>
                          <a:latin typeface="Arial"/>
                        </a:defRPr>
                      </a:lvl7pPr>
                      <a:lvl8pPr marL="3200400" algn="l" defTabSz="914400" rtl="0" eaLnBrk="1" latinLnBrk="0" hangingPunct="1">
                        <a:defRPr sz="1800" b="1" kern="1200">
                          <a:solidFill>
                            <a:schemeClr val="lt1"/>
                          </a:solidFill>
                          <a:latin typeface="Arial"/>
                        </a:defRPr>
                      </a:lvl8pPr>
                      <a:lvl9pPr marL="3657600" algn="l" defTabSz="914400" rtl="0" eaLnBrk="1" latinLnBrk="0" hangingPunct="1">
                        <a:defRPr sz="1800" b="1" kern="1200">
                          <a:solidFill>
                            <a:schemeClr val="lt1"/>
                          </a:solidFill>
                          <a:latin typeface="Arial"/>
                        </a:defRPr>
                      </a:lvl9pPr>
                    </a:lstStyle>
                    <a:p>
                      <a:r>
                        <a:rPr lang="en-US" sz="1400" baseline="0" dirty="0" smtClean="0"/>
                        <a:t>Records &amp; Documentation </a:t>
                      </a:r>
                      <a:br>
                        <a:rPr lang="en-US" sz="1400" baseline="0" dirty="0" smtClean="0"/>
                      </a:br>
                      <a:r>
                        <a:rPr lang="en-US" sz="1400" baseline="0" dirty="0" smtClean="0"/>
                        <a:t>(that demonstrate effectiveness)</a:t>
                      </a:r>
                    </a:p>
                  </a:txBody>
                  <a:tcP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9999FF"/>
                    </a:solidFill>
                  </a:tcPr>
                </a:tc>
                <a:extLst>
                  <a:ext uri="{0D108BD9-81ED-4DB2-BD59-A6C34878D82A}">
                    <a16:rowId xmlns:a16="http://schemas.microsoft.com/office/drawing/2014/main" val="1006554743"/>
                  </a:ext>
                </a:extLst>
              </a:tr>
              <a:tr h="370840">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r>
                        <a:rPr lang="en-US" sz="1400" dirty="0" smtClean="0"/>
                        <a:t>Ruptured hose</a:t>
                      </a:r>
                      <a:endParaRPr lang="en-US" sz="1400" dirty="0"/>
                    </a:p>
                  </a:txBody>
                  <a:tcP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9999FF">
                        <a:tint val="40000"/>
                      </a:srgbClr>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marL="0" indent="0">
                        <a:buFontTx/>
                        <a:buNone/>
                      </a:pPr>
                      <a:r>
                        <a:rPr lang="en-US" sz="1400" dirty="0" smtClean="0"/>
                        <a:t>Routine inspections</a:t>
                      </a:r>
                    </a:p>
                  </a:txBody>
                  <a:tcP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9999FF">
                        <a:tint val="40000"/>
                      </a:srgbClr>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marL="285750" indent="-285750" algn="l" defTabSz="914400" rtl="0" eaLnBrk="1" latinLnBrk="0" hangingPunct="1">
                        <a:buFont typeface="Wingdings" panose="05000000000000000000" pitchFamily="2" charset="2"/>
                        <a:buChar char="Ø"/>
                      </a:pPr>
                      <a:r>
                        <a:rPr lang="en-US" sz="1400" kern="1200" dirty="0" smtClean="0">
                          <a:solidFill>
                            <a:schemeClr val="dk1"/>
                          </a:solidFill>
                          <a:latin typeface="+mn-lt"/>
                          <a:ea typeface="+mn-ea"/>
                          <a:cs typeface="+mn-cs"/>
                        </a:rPr>
                        <a:t>Maintenance service and inspection records</a:t>
                      </a:r>
                    </a:p>
                  </a:txBody>
                  <a:tcP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9999FF">
                        <a:tint val="40000"/>
                      </a:srgbClr>
                    </a:solidFill>
                  </a:tcPr>
                </a:tc>
                <a:extLst>
                  <a:ext uri="{0D108BD9-81ED-4DB2-BD59-A6C34878D82A}">
                    <a16:rowId xmlns:a16="http://schemas.microsoft.com/office/drawing/2014/main" val="917593792"/>
                  </a:ext>
                </a:extLst>
              </a:tr>
              <a:tr h="370840">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r>
                        <a:rPr lang="en-US" sz="1400" dirty="0" smtClean="0"/>
                        <a:t>Improper</a:t>
                      </a:r>
                      <a:r>
                        <a:rPr lang="en-US" sz="1400" baseline="0" dirty="0" smtClean="0"/>
                        <a:t> job procedures used</a:t>
                      </a:r>
                      <a:endParaRPr lang="en-US" sz="1400" dirty="0"/>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9999FF">
                        <a:tint val="20000"/>
                      </a:srgbClr>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marL="0" indent="0">
                        <a:buFontTx/>
                        <a:buNone/>
                      </a:pPr>
                      <a:r>
                        <a:rPr lang="en-US" sz="1400" dirty="0" smtClean="0"/>
                        <a:t>TQA Employees</a:t>
                      </a:r>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9999FF">
                        <a:tint val="20000"/>
                      </a:srgbClr>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marL="285750" indent="-285750">
                        <a:buFont typeface="Wingdings" panose="05000000000000000000" pitchFamily="2" charset="2"/>
                        <a:buChar char="Ø"/>
                      </a:pPr>
                      <a:r>
                        <a:rPr lang="en-US" sz="1400" dirty="0" smtClean="0"/>
                        <a:t>Training (class-</a:t>
                      </a:r>
                      <a:r>
                        <a:rPr lang="en-US" sz="1400" baseline="0" dirty="0" smtClean="0"/>
                        <a:t> room) </a:t>
                      </a:r>
                      <a:r>
                        <a:rPr lang="en-US" sz="1400" dirty="0" smtClean="0"/>
                        <a:t>records and tests</a:t>
                      </a:r>
                    </a:p>
                    <a:p>
                      <a:pPr marL="285750" indent="-285750">
                        <a:buFont typeface="Wingdings" panose="05000000000000000000" pitchFamily="2" charset="2"/>
                        <a:buChar char="Ø"/>
                      </a:pPr>
                      <a:r>
                        <a:rPr lang="en-US" sz="1400" dirty="0" smtClean="0"/>
                        <a:t>Work</a:t>
                      </a:r>
                      <a:r>
                        <a:rPr lang="en-US" sz="1400" baseline="0" dirty="0" smtClean="0"/>
                        <a:t> under direct supervision (trainee / apprentice), tested for “hands on” skills and competency</a:t>
                      </a:r>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9999FF">
                        <a:tint val="20000"/>
                      </a:srgbClr>
                    </a:solidFill>
                  </a:tcPr>
                </a:tc>
                <a:extLst>
                  <a:ext uri="{0D108BD9-81ED-4DB2-BD59-A6C34878D82A}">
                    <a16:rowId xmlns:a16="http://schemas.microsoft.com/office/drawing/2014/main" val="619388345"/>
                  </a:ext>
                </a:extLst>
              </a:tr>
              <a:tr h="370840">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dirty="0" smtClean="0"/>
                        <a:t>Ruptured hose</a:t>
                      </a:r>
                    </a:p>
                    <a:p>
                      <a:endParaRPr lang="en-US" sz="1400" dirty="0"/>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9999FF">
                        <a:tint val="40000"/>
                      </a:srgbClr>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dirty="0" smtClean="0"/>
                        <a:t>Adequate design</a:t>
                      </a:r>
                    </a:p>
                    <a:p>
                      <a:pPr marL="0" marR="0" indent="0" algn="l" defTabSz="914400" rtl="0" eaLnBrk="1" fontAlgn="auto" latinLnBrk="0" hangingPunct="1">
                        <a:lnSpc>
                          <a:spcPct val="100000"/>
                        </a:lnSpc>
                        <a:spcBef>
                          <a:spcPts val="0"/>
                        </a:spcBef>
                        <a:spcAft>
                          <a:spcPts val="0"/>
                        </a:spcAft>
                        <a:buClrTx/>
                        <a:buSzTx/>
                        <a:buFontTx/>
                        <a:buNone/>
                        <a:tabLst/>
                        <a:defRPr/>
                      </a:pPr>
                      <a:endParaRPr lang="en-US" sz="1400" dirty="0"/>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9999FF">
                        <a:tint val="40000"/>
                      </a:srgbClr>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marL="285750" marR="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lang="en-US" sz="1400" dirty="0" smtClean="0"/>
                        <a:t>Approved hose</a:t>
                      </a:r>
                      <a:r>
                        <a:rPr lang="en-US" sz="1400" baseline="0" dirty="0" smtClean="0"/>
                        <a:t> specification / design for propane.</a:t>
                      </a:r>
                      <a:endParaRPr lang="en-US" sz="1400" dirty="0"/>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9999FF">
                        <a:tint val="40000"/>
                      </a:srgbClr>
                    </a:solidFill>
                  </a:tcPr>
                </a:tc>
                <a:extLst>
                  <a:ext uri="{0D108BD9-81ED-4DB2-BD59-A6C34878D82A}">
                    <a16:rowId xmlns:a16="http://schemas.microsoft.com/office/drawing/2014/main" val="1616413202"/>
                  </a:ext>
                </a:extLst>
              </a:tr>
              <a:tr h="370840">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r>
                        <a:rPr lang="en-US" sz="1400" dirty="0" smtClean="0"/>
                        <a:t>Improper job</a:t>
                      </a:r>
                      <a:r>
                        <a:rPr lang="en-US" sz="1400" baseline="0" dirty="0" smtClean="0"/>
                        <a:t> procedures</a:t>
                      </a:r>
                      <a:r>
                        <a:rPr lang="en-US" sz="1400" dirty="0" smtClean="0"/>
                        <a:t> used</a:t>
                      </a:r>
                      <a:endParaRPr lang="en-US" sz="1400" dirty="0"/>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9999FF">
                        <a:tint val="20000"/>
                      </a:srgbClr>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dirty="0" smtClean="0"/>
                        <a:t>Employees doing  work per the JSA</a:t>
                      </a:r>
                      <a:endParaRPr lang="en-US" sz="1400" dirty="0"/>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9999FF">
                        <a:tint val="20000"/>
                      </a:srgbClr>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marL="285750" indent="-285750">
                        <a:buFont typeface="Wingdings" panose="05000000000000000000" pitchFamily="2" charset="2"/>
                        <a:buChar char="Ø"/>
                      </a:pPr>
                      <a:r>
                        <a:rPr lang="en-US" sz="1400" dirty="0" smtClean="0"/>
                        <a:t>Job order record to load truck</a:t>
                      </a:r>
                    </a:p>
                    <a:p>
                      <a:pPr marL="285750" indent="-285750">
                        <a:buFont typeface="Wingdings" panose="05000000000000000000" pitchFamily="2" charset="2"/>
                        <a:buChar char="Ø"/>
                      </a:pPr>
                      <a:r>
                        <a:rPr lang="en-US" sz="1400" dirty="0" smtClean="0"/>
                        <a:t>Planned inspections by managers to check JSA is followed, and intervention</a:t>
                      </a:r>
                      <a:r>
                        <a:rPr lang="en-US" sz="1400" baseline="0" dirty="0" smtClean="0"/>
                        <a:t> if required</a:t>
                      </a:r>
                      <a:endParaRPr lang="en-US" sz="1400" dirty="0"/>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9999FF">
                        <a:tint val="20000"/>
                      </a:srgbClr>
                    </a:solidFill>
                  </a:tcPr>
                </a:tc>
                <a:extLst>
                  <a:ext uri="{0D108BD9-81ED-4DB2-BD59-A6C34878D82A}">
                    <a16:rowId xmlns:a16="http://schemas.microsoft.com/office/drawing/2014/main" val="3414948248"/>
                  </a:ext>
                </a:extLst>
              </a:tr>
              <a:tr h="370840">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r>
                        <a:rPr lang="en-US" sz="1400" dirty="0" smtClean="0"/>
                        <a:t>Exposure</a:t>
                      </a:r>
                      <a:r>
                        <a:rPr lang="en-US" sz="1400" baseline="0" dirty="0" smtClean="0"/>
                        <a:t> to LPG</a:t>
                      </a:r>
                      <a:endParaRPr lang="en-US" sz="1400" dirty="0"/>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9999FF">
                        <a:tint val="40000"/>
                      </a:srgbClr>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dirty="0" smtClean="0"/>
                        <a:t>PPE (heavy</a:t>
                      </a:r>
                      <a:r>
                        <a:rPr lang="en-US" sz="1400" baseline="0" dirty="0" smtClean="0"/>
                        <a:t> thermal gloves, flame-retardant clothing)</a:t>
                      </a:r>
                      <a:endParaRPr lang="en-US" sz="1400" dirty="0"/>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9999FF">
                        <a:tint val="40000"/>
                      </a:srgbClr>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marL="285750" indent="-285750">
                        <a:buFont typeface="Wingdings" panose="05000000000000000000" pitchFamily="2" charset="2"/>
                        <a:buChar char="Ø"/>
                      </a:pPr>
                      <a:r>
                        <a:rPr lang="en-US" sz="1400" dirty="0" smtClean="0"/>
                        <a:t>Planned inspections</a:t>
                      </a:r>
                      <a:r>
                        <a:rPr lang="en-US" sz="1400" baseline="0" dirty="0" smtClean="0"/>
                        <a:t> and audits</a:t>
                      </a:r>
                    </a:p>
                    <a:p>
                      <a:pPr marL="285750" indent="-285750">
                        <a:buFont typeface="Wingdings" panose="05000000000000000000" pitchFamily="2" charset="2"/>
                        <a:buChar char="Ø"/>
                      </a:pPr>
                      <a:r>
                        <a:rPr lang="en-US" sz="1400" baseline="0" dirty="0" smtClean="0"/>
                        <a:t>FLRAs</a:t>
                      </a:r>
                    </a:p>
                    <a:p>
                      <a:pPr marL="285750" indent="-285750">
                        <a:buFont typeface="Wingdings" panose="05000000000000000000" pitchFamily="2" charset="2"/>
                        <a:buChar char="Ø"/>
                      </a:pPr>
                      <a:r>
                        <a:rPr lang="en-US" sz="1400" baseline="0" dirty="0" smtClean="0"/>
                        <a:t>Completed JSA loading checklists</a:t>
                      </a:r>
                      <a:endParaRPr lang="en-US" sz="1400" dirty="0"/>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9999FF">
                        <a:tint val="40000"/>
                      </a:srgbClr>
                    </a:solidFill>
                  </a:tcPr>
                </a:tc>
                <a:extLst>
                  <a:ext uri="{0D108BD9-81ED-4DB2-BD59-A6C34878D82A}">
                    <a16:rowId xmlns:a16="http://schemas.microsoft.com/office/drawing/2014/main" val="3163780234"/>
                  </a:ext>
                </a:extLst>
              </a:tr>
            </a:tbl>
          </a:graphicData>
        </a:graphic>
      </p:graphicFrame>
      <p:sp>
        <p:nvSpPr>
          <p:cNvPr id="7" name="Google Shape;125;p2"/>
          <p:cNvSpPr/>
          <p:nvPr/>
        </p:nvSpPr>
        <p:spPr>
          <a:xfrm>
            <a:off x="2514600" y="6300000"/>
            <a:ext cx="558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US" sz="1200" b="1" i="1" u="none" strike="noStrike" kern="0" cap="none" spc="0" normalizeH="0" baseline="0" noProof="0" dirty="0" smtClean="0">
                <a:ln>
                  <a:noFill/>
                </a:ln>
                <a:solidFill>
                  <a:srgbClr val="000000"/>
                </a:solidFill>
                <a:effectLst/>
                <a:uLnTx/>
                <a:uFillTx/>
                <a:latin typeface="Arial" charset="0"/>
                <a:ea typeface="Times New Roman"/>
                <a:cs typeface="Arial" panose="020B0604020202020204" pitchFamily="34" charset="0"/>
                <a:sym typeface="Times New Roman"/>
              </a:rPr>
              <a:t>Chapter 6.4: “Reasonably Practicable” and The Importance of Documenting RM Activities</a:t>
            </a:r>
            <a:endParaRPr kumimoji="0" lang="en-US"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endParaRPr>
          </a:p>
        </p:txBody>
      </p:sp>
    </p:spTree>
    <p:extLst>
      <p:ext uri="{BB962C8B-B14F-4D97-AF65-F5344CB8AC3E}">
        <p14:creationId xmlns:p14="http://schemas.microsoft.com/office/powerpoint/2010/main" val="72848142"/>
      </p:ext>
    </p:extLst>
  </p:cSld>
  <p:clrMapOvr>
    <a:masterClrMapping/>
  </p:clrMapOvr>
  <p:transition>
    <p:fade/>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indent="0" eaLnBrk="0" hangingPunct="0">
              <a:lnSpc>
                <a:spcPct val="90000"/>
              </a:lnSpc>
              <a:spcBef>
                <a:spcPts val="0"/>
              </a:spcBef>
              <a:buClr>
                <a:srgbClr val="000000"/>
              </a:buClr>
              <a:buSzPct val="100000"/>
              <a:buNone/>
            </a:pPr>
            <a:r>
              <a:rPr lang="en-US" altLang="en-US"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Answer:</a:t>
            </a:r>
            <a:endPar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42900" lvl="1" indent="-342900">
              <a:lnSpc>
                <a:spcPct val="90000"/>
              </a:lnSpc>
              <a:spcBef>
                <a:spcPct val="0"/>
              </a:spcBef>
              <a:spcAft>
                <a:spcPts val="200"/>
              </a:spcAft>
              <a:buClrTx/>
              <a:buSzPct val="100000"/>
              <a:buFont typeface="Wingdings" panose="05000000000000000000" pitchFamily="2" charset="2"/>
              <a:buChar char="Ø"/>
              <a:defRPr/>
            </a:pPr>
            <a:r>
              <a:rPr lang="en-US" altLang="en-US" sz="2000" b="0" kern="0" dirty="0">
                <a:solidFill>
                  <a:srgbClr val="000000"/>
                </a:solidFill>
                <a:latin typeface="Arial"/>
              </a:rPr>
              <a:t>The </a:t>
            </a:r>
            <a:r>
              <a:rPr lang="en-US" altLang="en-US" sz="2000" b="0" u="sng" kern="0" dirty="0">
                <a:solidFill>
                  <a:srgbClr val="000000"/>
                </a:solidFill>
                <a:latin typeface="Arial"/>
              </a:rPr>
              <a:t>application of risk management</a:t>
            </a:r>
            <a:r>
              <a:rPr lang="en-US" altLang="en-US" sz="2000" b="0" kern="0" dirty="0">
                <a:solidFill>
                  <a:srgbClr val="000000"/>
                </a:solidFill>
                <a:latin typeface="Arial"/>
              </a:rPr>
              <a:t> and the effectiveness of control measures, especially the execution of administrative controls, </a:t>
            </a:r>
            <a:r>
              <a:rPr lang="en-US" altLang="en-US" sz="2000" b="0" u="sng" kern="0" dirty="0">
                <a:solidFill>
                  <a:srgbClr val="000000"/>
                </a:solidFill>
                <a:latin typeface="Arial"/>
              </a:rPr>
              <a:t>can be demonstrated after the fact</a:t>
            </a:r>
            <a:r>
              <a:rPr lang="en-US" altLang="en-US" sz="2000" b="0" kern="0" dirty="0">
                <a:solidFill>
                  <a:srgbClr val="000000"/>
                </a:solidFill>
                <a:latin typeface="Arial"/>
              </a:rPr>
              <a:t>, whether an activity was completed successfully or not i.e. after a loss incident, </a:t>
            </a:r>
            <a:r>
              <a:rPr lang="en-US" altLang="en-US" sz="2000" b="0" u="sng" kern="0" dirty="0">
                <a:solidFill>
                  <a:srgbClr val="000000"/>
                </a:solidFill>
                <a:latin typeface="Arial"/>
              </a:rPr>
              <a:t>ONLY</a:t>
            </a:r>
            <a:r>
              <a:rPr lang="en-US" altLang="en-US" sz="2000" b="0" kern="0" dirty="0">
                <a:solidFill>
                  <a:srgbClr val="000000"/>
                </a:solidFill>
                <a:latin typeface="Arial"/>
              </a:rPr>
              <a:t> through </a:t>
            </a:r>
            <a:r>
              <a:rPr lang="en-US" altLang="en-US" sz="2000" b="0" u="sng" kern="0" dirty="0">
                <a:solidFill>
                  <a:srgbClr val="000000"/>
                </a:solidFill>
                <a:latin typeface="Arial"/>
              </a:rPr>
              <a:t>good records and documentation</a:t>
            </a:r>
            <a:r>
              <a:rPr lang="en-US" altLang="en-US" sz="2000" b="0" kern="0" dirty="0">
                <a:solidFill>
                  <a:srgbClr val="000000"/>
                </a:solidFill>
                <a:latin typeface="Arial"/>
              </a:rPr>
              <a:t>. </a:t>
            </a:r>
          </a:p>
          <a:p>
            <a:pPr marL="342900" lvl="1" indent="-342900">
              <a:lnSpc>
                <a:spcPct val="90000"/>
              </a:lnSpc>
              <a:spcBef>
                <a:spcPct val="0"/>
              </a:spcBef>
              <a:spcAft>
                <a:spcPts val="200"/>
              </a:spcAft>
              <a:buClrTx/>
              <a:buSzPct val="100000"/>
              <a:buFont typeface="Wingdings" panose="05000000000000000000" pitchFamily="2" charset="2"/>
              <a:buChar char="Ø"/>
              <a:defRPr/>
            </a:pPr>
            <a:endParaRPr lang="en-US" altLang="en-US" sz="2000" b="0" kern="0" dirty="0">
              <a:solidFill>
                <a:srgbClr val="000000"/>
              </a:solidFill>
              <a:latin typeface="Arial"/>
            </a:endParaRPr>
          </a:p>
          <a:p>
            <a:pPr marL="342900" lvl="1" indent="-342900">
              <a:lnSpc>
                <a:spcPct val="90000"/>
              </a:lnSpc>
              <a:spcBef>
                <a:spcPct val="0"/>
              </a:spcBef>
              <a:spcAft>
                <a:spcPts val="200"/>
              </a:spcAft>
              <a:buClrTx/>
              <a:buSzPct val="100000"/>
              <a:buFont typeface="Wingdings" panose="05000000000000000000" pitchFamily="2" charset="2"/>
              <a:buChar char="Ø"/>
              <a:defRPr/>
            </a:pPr>
            <a:r>
              <a:rPr lang="en-US" altLang="en-US" sz="2000" b="0" kern="0" dirty="0">
                <a:solidFill>
                  <a:srgbClr val="000000"/>
                </a:solidFill>
                <a:latin typeface="Arial"/>
              </a:rPr>
              <a:t>Records </a:t>
            </a:r>
            <a:r>
              <a:rPr lang="en-US" altLang="en-US" sz="2000" b="0" kern="0" dirty="0" smtClean="0">
                <a:solidFill>
                  <a:srgbClr val="000000"/>
                </a:solidFill>
                <a:latin typeface="Arial"/>
              </a:rPr>
              <a:t>demonstrate “what </a:t>
            </a:r>
            <a:r>
              <a:rPr lang="en-US" altLang="en-US" sz="2000" b="0" kern="0" dirty="0">
                <a:solidFill>
                  <a:srgbClr val="000000"/>
                </a:solidFill>
                <a:latin typeface="Arial"/>
              </a:rPr>
              <a:t>you say you </a:t>
            </a:r>
            <a:r>
              <a:rPr lang="en-US" altLang="en-US" sz="2000" b="0" kern="0" dirty="0" smtClean="0">
                <a:solidFill>
                  <a:srgbClr val="000000"/>
                </a:solidFill>
                <a:latin typeface="Arial"/>
              </a:rPr>
              <a:t>did, what the workers say they did, what your </a:t>
            </a:r>
            <a:r>
              <a:rPr lang="en-US" altLang="en-US" sz="2000" b="0" kern="0" dirty="0">
                <a:solidFill>
                  <a:srgbClr val="000000"/>
                </a:solidFill>
                <a:latin typeface="Arial"/>
              </a:rPr>
              <a:t>organization </a:t>
            </a:r>
            <a:r>
              <a:rPr lang="en-US" altLang="en-US" sz="2000" b="0" kern="0" dirty="0" smtClean="0">
                <a:solidFill>
                  <a:srgbClr val="000000"/>
                </a:solidFill>
                <a:latin typeface="Arial"/>
              </a:rPr>
              <a:t>says it did” </a:t>
            </a:r>
            <a:r>
              <a:rPr lang="en-US" altLang="en-US" sz="2000" b="0" kern="0" dirty="0">
                <a:solidFill>
                  <a:srgbClr val="000000"/>
                </a:solidFill>
                <a:latin typeface="Arial"/>
              </a:rPr>
              <a:t>to complete the activity.</a:t>
            </a:r>
          </a:p>
          <a:p>
            <a:pPr marL="342900" lvl="1" indent="-342900">
              <a:lnSpc>
                <a:spcPct val="90000"/>
              </a:lnSpc>
              <a:spcBef>
                <a:spcPct val="0"/>
              </a:spcBef>
              <a:spcAft>
                <a:spcPts val="200"/>
              </a:spcAft>
              <a:buClrTx/>
              <a:buSzPct val="100000"/>
              <a:buFont typeface="Wingdings" panose="05000000000000000000" pitchFamily="2" charset="2"/>
              <a:buChar char="Ø"/>
              <a:defRPr/>
            </a:pPr>
            <a:endParaRPr lang="en-US" altLang="en-US" sz="2000" b="0" kern="0" dirty="0">
              <a:solidFill>
                <a:srgbClr val="000000"/>
              </a:solidFill>
              <a:latin typeface="Arial"/>
            </a:endParaRPr>
          </a:p>
          <a:p>
            <a:pPr marL="342900" lvl="1" indent="-342900">
              <a:lnSpc>
                <a:spcPct val="90000"/>
              </a:lnSpc>
              <a:spcBef>
                <a:spcPct val="0"/>
              </a:spcBef>
              <a:spcAft>
                <a:spcPts val="200"/>
              </a:spcAft>
              <a:buClrTx/>
              <a:buSzPct val="100000"/>
              <a:buFont typeface="Wingdings" panose="05000000000000000000" pitchFamily="2" charset="2"/>
              <a:buChar char="Ø"/>
              <a:defRPr/>
            </a:pPr>
            <a:r>
              <a:rPr lang="en-US" altLang="en-US" sz="2000" b="0" kern="0" dirty="0">
                <a:solidFill>
                  <a:srgbClr val="000000"/>
                </a:solidFill>
                <a:latin typeface="Arial"/>
              </a:rPr>
              <a:t>Records span across all </a:t>
            </a:r>
            <a:br>
              <a:rPr lang="en-US" altLang="en-US" sz="2000" b="0" kern="0" dirty="0">
                <a:solidFill>
                  <a:srgbClr val="000000"/>
                </a:solidFill>
                <a:latin typeface="Arial"/>
              </a:rPr>
            </a:br>
            <a:r>
              <a:rPr lang="en-US" altLang="en-US" sz="2000" b="0" kern="0" dirty="0">
                <a:solidFill>
                  <a:srgbClr val="000000"/>
                </a:solidFill>
                <a:latin typeface="Arial"/>
              </a:rPr>
              <a:t>elements of a risk </a:t>
            </a:r>
            <a:br>
              <a:rPr lang="en-US" altLang="en-US" sz="2000" b="0" kern="0" dirty="0">
                <a:solidFill>
                  <a:srgbClr val="000000"/>
                </a:solidFill>
                <a:latin typeface="Arial"/>
              </a:rPr>
            </a:br>
            <a:r>
              <a:rPr lang="en-US" altLang="en-US" sz="2000" b="0" kern="0" dirty="0">
                <a:solidFill>
                  <a:srgbClr val="000000"/>
                </a:solidFill>
                <a:latin typeface="Arial"/>
              </a:rPr>
              <a:t>management </a:t>
            </a:r>
            <a:r>
              <a:rPr lang="en-US" altLang="en-US" sz="2000" b="0" kern="0" dirty="0" smtClean="0">
                <a:solidFill>
                  <a:srgbClr val="000000"/>
                </a:solidFill>
                <a:latin typeface="Arial"/>
              </a:rPr>
              <a:t>system </a:t>
            </a:r>
            <a:br>
              <a:rPr lang="en-US" altLang="en-US" sz="2000" b="0" kern="0" dirty="0" smtClean="0">
                <a:solidFill>
                  <a:srgbClr val="000000"/>
                </a:solidFill>
                <a:latin typeface="Arial"/>
              </a:rPr>
            </a:br>
            <a:r>
              <a:rPr lang="en-US" altLang="en-US" sz="2000" b="0" kern="0" dirty="0" smtClean="0">
                <a:solidFill>
                  <a:srgbClr val="000000"/>
                </a:solidFill>
                <a:latin typeface="Arial"/>
              </a:rPr>
              <a:t>and programs. </a:t>
            </a:r>
            <a:endParaRPr lang="en-US" altLang="en-US" sz="2000" b="0" kern="0" dirty="0">
              <a:solidFill>
                <a:srgbClr val="000000"/>
              </a:solidFill>
              <a:latin typeface="Arial"/>
            </a:endParaRPr>
          </a:p>
        </p:txBody>
      </p:sp>
      <p:sp>
        <p:nvSpPr>
          <p:cNvPr id="9" name="Rectangle 2"/>
          <p:cNvSpPr>
            <a:spLocks noChangeArrowheads="1"/>
          </p:cNvSpPr>
          <p:nvPr/>
        </p:nvSpPr>
        <p:spPr bwMode="auto">
          <a:xfrm>
            <a:off x="180000" y="216000"/>
            <a:ext cx="8640000" cy="504000"/>
          </a:xfrm>
          <a:prstGeom prst="rect">
            <a:avLst/>
          </a:prstGeom>
          <a:solidFill>
            <a:srgbClr val="FFFFFF">
              <a:alpha val="69803"/>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eaLnBrk="1" hangingPunct="1">
              <a:lnSpc>
                <a:spcPct val="100000"/>
              </a:lnSpc>
              <a:spcBef>
                <a:spcPct val="0"/>
              </a:spcBef>
              <a:buClrTx/>
              <a:buNone/>
            </a:pPr>
            <a:r>
              <a:rPr lang="en-US" altLang="en-US" sz="2400" b="0" dirty="0">
                <a:solidFill>
                  <a:schemeClr val="accent2"/>
                </a:solidFill>
                <a:latin typeface="Arial" panose="020B0604020202020204" pitchFamily="34" charset="0"/>
                <a:ea typeface="+mj-ea"/>
                <a:cs typeface="Arial" panose="020B0604020202020204" pitchFamily="34" charset="0"/>
              </a:rPr>
              <a:t>Q</a:t>
            </a:r>
            <a:r>
              <a:rPr lang="en-US" altLang="en-US" sz="2400" b="0" dirty="0" smtClean="0">
                <a:solidFill>
                  <a:schemeClr val="accent2"/>
                </a:solidFill>
                <a:latin typeface="Arial" panose="020B0604020202020204" pitchFamily="34" charset="0"/>
                <a:ea typeface="+mj-ea"/>
                <a:cs typeface="Arial" panose="020B0604020202020204" pitchFamily="34" charset="0"/>
              </a:rPr>
              <a:t>: </a:t>
            </a:r>
            <a:r>
              <a:rPr lang="en-US" altLang="en-US" sz="2400" b="0" dirty="0">
                <a:solidFill>
                  <a:schemeClr val="accent2"/>
                </a:solidFill>
                <a:latin typeface="Arial" panose="020B0604020202020204" pitchFamily="34" charset="0"/>
                <a:ea typeface="+mj-ea"/>
                <a:cs typeface="Arial" panose="020B0604020202020204" pitchFamily="34" charset="0"/>
              </a:rPr>
              <a:t>How is </a:t>
            </a:r>
            <a:r>
              <a:rPr lang="en-US" altLang="en-US" sz="2400" b="0" dirty="0" smtClean="0">
                <a:solidFill>
                  <a:schemeClr val="accent2"/>
                </a:solidFill>
                <a:latin typeface="Arial" panose="020B0604020202020204" pitchFamily="34" charset="0"/>
                <a:ea typeface="+mj-ea"/>
                <a:cs typeface="Arial" panose="020B0604020202020204" pitchFamily="34" charset="0"/>
              </a:rPr>
              <a:t>Risk Management Demonstrated?</a:t>
            </a:r>
            <a:endParaRPr lang="en-US" altLang="en-US" sz="2400" b="0" dirty="0">
              <a:solidFill>
                <a:schemeClr val="accent2"/>
              </a:solidFill>
              <a:latin typeface="Arial" panose="020B0604020202020204" pitchFamily="34" charset="0"/>
              <a:ea typeface="+mj-ea"/>
              <a:cs typeface="Arial" panose="020B0604020202020204" pitchFamily="34" charset="0"/>
            </a:endParaRP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16</a:t>
            </a:fld>
            <a:endParaRPr lang="en-US" altLang="en-US" sz="1200" b="1" i="1">
              <a:solidFill>
                <a:srgbClr val="000000"/>
              </a:solidFill>
              <a:latin typeface="Arial" panose="020B0604020202020204" pitchFamily="34" charset="0"/>
              <a:cs typeface="Arial" panose="020B0604020202020204" pitchFamily="34" charset="0"/>
            </a:endParaRPr>
          </a:p>
        </p:txBody>
      </p:sp>
      <p:sp>
        <p:nvSpPr>
          <p:cNvPr id="6" name="TextBox 5"/>
          <p:cNvSpPr txBox="1"/>
          <p:nvPr/>
        </p:nvSpPr>
        <p:spPr>
          <a:xfrm>
            <a:off x="3629397" y="3550344"/>
            <a:ext cx="5190603" cy="2677656"/>
          </a:xfrm>
          <a:prstGeom prst="rect">
            <a:avLst/>
          </a:prstGeom>
          <a:solidFill>
            <a:schemeClr val="accent5">
              <a:lumMod val="90000"/>
            </a:schemeClr>
          </a:solidFill>
          <a:ln>
            <a:solidFill>
              <a:schemeClr val="tx2"/>
            </a:solidFill>
          </a:ln>
        </p:spPr>
        <p:txBody>
          <a:bodyPr wrap="square" rtlCol="0">
            <a:spAutoFit/>
          </a:bodyPr>
          <a:lstStyle/>
          <a:p>
            <a:pPr marL="0" marR="0" lvl="0" indent="0" algn="l" defTabSz="914400" rtl="0" eaLnBrk="0" fontAlgn="base" latinLnBrk="0" hangingPunct="0">
              <a:lnSpc>
                <a:spcPct val="100000"/>
              </a:lnSpc>
              <a:spcBef>
                <a:spcPts val="0"/>
              </a:spcBef>
              <a:spcAft>
                <a:spcPts val="0"/>
              </a:spcAft>
              <a:buClrTx/>
              <a:buSzTx/>
              <a:buFontTx/>
              <a:buNone/>
              <a:tabLst/>
              <a:defRPr/>
            </a:pPr>
            <a:r>
              <a:rPr kumimoji="0" lang="en-US" sz="1400" b="1" i="0" u="none" strike="noStrike" kern="1200" cap="none" spc="0" normalizeH="0" baseline="0" noProof="0" dirty="0" smtClean="0">
                <a:ln>
                  <a:noFill/>
                </a:ln>
                <a:solidFill>
                  <a:srgbClr val="000000"/>
                </a:solidFill>
                <a:effectLst/>
                <a:uLnTx/>
                <a:uFillTx/>
                <a:latin typeface="Arial" panose="020B0604020202020204" pitchFamily="34" charset="0"/>
                <a:ea typeface="Times New Roman" panose="02020603050405020304" pitchFamily="18" charset="0"/>
                <a:cs typeface="Arial" panose="020B0604020202020204" pitchFamily="34" charset="0"/>
              </a:rPr>
              <a:t>ENGG404 </a:t>
            </a:r>
            <a:r>
              <a:rPr kumimoji="0" lang="en-US" sz="1400" b="1" i="0" u="none" strike="noStrike" kern="1200" cap="none" spc="0" normalizeH="0" baseline="0" noProof="0" dirty="0">
                <a:ln>
                  <a:noFill/>
                </a:ln>
                <a:solidFill>
                  <a:srgbClr val="000000"/>
                </a:solidFill>
                <a:effectLst/>
                <a:uLnTx/>
                <a:uFillTx/>
                <a:latin typeface="Arial" panose="020B0604020202020204" pitchFamily="34" charset="0"/>
                <a:ea typeface="Times New Roman" panose="02020603050405020304" pitchFamily="18" charset="0"/>
                <a:cs typeface="Arial" panose="020B0604020202020204" pitchFamily="34" charset="0"/>
              </a:rPr>
              <a:t>Risk Management </a:t>
            </a:r>
            <a:r>
              <a:rPr kumimoji="0" lang="en-US" sz="1400" b="1" i="0" u="none" strike="noStrike" kern="1200" cap="none" spc="0" normalizeH="0" baseline="0" noProof="0" dirty="0" smtClean="0">
                <a:ln>
                  <a:noFill/>
                </a:ln>
                <a:solidFill>
                  <a:srgbClr val="000000"/>
                </a:solidFill>
                <a:effectLst/>
                <a:uLnTx/>
                <a:uFillTx/>
                <a:latin typeface="Arial" panose="020B0604020202020204" pitchFamily="34" charset="0"/>
                <a:ea typeface="Times New Roman" panose="02020603050405020304" pitchFamily="18" charset="0"/>
                <a:cs typeface="Arial" panose="020B0604020202020204" pitchFamily="34" charset="0"/>
              </a:rPr>
              <a:t>System:</a:t>
            </a:r>
            <a:endParaRPr kumimoji="0" lang="en-US" sz="1400" b="0" i="0" u="none" strike="noStrike" kern="1200" cap="none" spc="0" normalizeH="0" baseline="0" noProof="0" dirty="0">
              <a:ln>
                <a:noFill/>
              </a:ln>
              <a:solidFill>
                <a:srgbClr val="000000"/>
              </a:solidFill>
              <a:effectLst/>
              <a:uLnTx/>
              <a:uFillTx/>
              <a:latin typeface="Arial" panose="020B0604020202020204" pitchFamily="34" charset="0"/>
              <a:ea typeface="Times New Roman" panose="02020603050405020304" pitchFamily="18" charset="0"/>
              <a:cs typeface="Arial" panose="020B0604020202020204" pitchFamily="34" charset="0"/>
            </a:endParaRPr>
          </a:p>
          <a:p>
            <a:pPr marL="342900" marR="0" lvl="0" indent="-342900" algn="l" defTabSz="914400" rtl="0" eaLnBrk="0" fontAlgn="base" latinLnBrk="0" hangingPunct="0">
              <a:lnSpc>
                <a:spcPct val="100000"/>
              </a:lnSpc>
              <a:spcBef>
                <a:spcPts val="0"/>
              </a:spcBef>
              <a:spcAft>
                <a:spcPts val="0"/>
              </a:spcAft>
              <a:buClrTx/>
              <a:buSzTx/>
              <a:buFont typeface="+mj-lt"/>
              <a:buAutoNum type="arabicParenR"/>
              <a:tabLst/>
              <a:defRPr/>
            </a:pPr>
            <a:r>
              <a:rPr kumimoji="0" lang="en-US" sz="1400" b="0" i="0" u="none" strike="noStrike" kern="1200" cap="none" spc="0" normalizeH="0" baseline="0" noProof="0" dirty="0">
                <a:ln>
                  <a:noFill/>
                </a:ln>
                <a:solidFill>
                  <a:srgbClr val="000000"/>
                </a:solidFill>
                <a:effectLst/>
                <a:uLnTx/>
                <a:uFillTx/>
                <a:latin typeface="Arial" panose="020B0604020202020204" pitchFamily="34" charset="0"/>
                <a:ea typeface="Times New Roman" panose="02020603050405020304" pitchFamily="18" charset="0"/>
                <a:cs typeface="Arial" panose="020B0604020202020204" pitchFamily="34" charset="0"/>
              </a:rPr>
              <a:t>Management Leadership, Commitment and Accountability.</a:t>
            </a:r>
          </a:p>
          <a:p>
            <a:pPr marL="342900" marR="0" lvl="0" indent="-342900" algn="l" defTabSz="914400" rtl="0" eaLnBrk="0" fontAlgn="base" latinLnBrk="0" hangingPunct="0">
              <a:lnSpc>
                <a:spcPct val="100000"/>
              </a:lnSpc>
              <a:spcBef>
                <a:spcPts val="0"/>
              </a:spcBef>
              <a:spcAft>
                <a:spcPts val="0"/>
              </a:spcAft>
              <a:buClrTx/>
              <a:buSzTx/>
              <a:buFont typeface="+mj-lt"/>
              <a:buAutoNum type="arabicParenR"/>
              <a:tabLst/>
              <a:defRPr/>
            </a:pPr>
            <a:r>
              <a:rPr kumimoji="0" lang="en-US" sz="1400" b="0" i="0" u="none" strike="noStrike" kern="1200" cap="none" spc="0" normalizeH="0" baseline="0" noProof="0" dirty="0">
                <a:ln>
                  <a:noFill/>
                </a:ln>
                <a:solidFill>
                  <a:srgbClr val="000000"/>
                </a:solidFill>
                <a:effectLst/>
                <a:uLnTx/>
                <a:uFillTx/>
                <a:latin typeface="Arial" panose="020B0604020202020204" pitchFamily="34" charset="0"/>
                <a:ea typeface="Times New Roman" panose="02020603050405020304" pitchFamily="18" charset="0"/>
                <a:cs typeface="Arial" panose="020B0604020202020204" pitchFamily="34" charset="0"/>
              </a:rPr>
              <a:t>Risk Assessment and Management of Risks.</a:t>
            </a:r>
          </a:p>
          <a:p>
            <a:pPr marL="342900" marR="0" lvl="0" indent="-342900" algn="l" defTabSz="914400" rtl="0" eaLnBrk="0" fontAlgn="base" latinLnBrk="0" hangingPunct="0">
              <a:lnSpc>
                <a:spcPct val="100000"/>
              </a:lnSpc>
              <a:spcBef>
                <a:spcPts val="0"/>
              </a:spcBef>
              <a:spcAft>
                <a:spcPts val="0"/>
              </a:spcAft>
              <a:buClrTx/>
              <a:buSzTx/>
              <a:buFont typeface="+mj-lt"/>
              <a:buAutoNum type="arabicParenR"/>
              <a:tabLst/>
              <a:defRPr/>
            </a:pPr>
            <a:r>
              <a:rPr kumimoji="0" lang="en-US" sz="1400" b="0" i="0" u="none" strike="noStrike" kern="1200" cap="none" spc="0" normalizeH="0" baseline="0" noProof="0" dirty="0">
                <a:ln>
                  <a:noFill/>
                </a:ln>
                <a:solidFill>
                  <a:srgbClr val="000000"/>
                </a:solidFill>
                <a:effectLst/>
                <a:uLnTx/>
                <a:uFillTx/>
                <a:latin typeface="Arial" panose="020B0604020202020204" pitchFamily="34" charset="0"/>
                <a:ea typeface="Times New Roman" panose="02020603050405020304" pitchFamily="18" charset="0"/>
                <a:cs typeface="Arial" panose="020B0604020202020204" pitchFamily="34" charset="0"/>
              </a:rPr>
              <a:t>Community Awareness and Emergency Preparedness.</a:t>
            </a:r>
          </a:p>
          <a:p>
            <a:pPr marL="342900" marR="0" lvl="0" indent="-342900" algn="l" defTabSz="914400" rtl="0" eaLnBrk="0" fontAlgn="base" latinLnBrk="0" hangingPunct="0">
              <a:lnSpc>
                <a:spcPct val="100000"/>
              </a:lnSpc>
              <a:spcBef>
                <a:spcPts val="0"/>
              </a:spcBef>
              <a:spcAft>
                <a:spcPts val="0"/>
              </a:spcAft>
              <a:buClrTx/>
              <a:buSzTx/>
              <a:buFont typeface="+mj-lt"/>
              <a:buAutoNum type="arabicParenR"/>
              <a:tabLst/>
              <a:defRPr/>
            </a:pPr>
            <a:r>
              <a:rPr kumimoji="0" lang="en-US" sz="1400" b="0" i="0" u="none" strike="noStrike" kern="1200" cap="none" spc="0" normalizeH="0" baseline="0" noProof="0" dirty="0">
                <a:ln>
                  <a:noFill/>
                </a:ln>
                <a:solidFill>
                  <a:srgbClr val="000000"/>
                </a:solidFill>
                <a:effectLst/>
                <a:uLnTx/>
                <a:uFillTx/>
                <a:latin typeface="Arial" panose="020B0604020202020204" pitchFamily="34" charset="0"/>
                <a:ea typeface="Times New Roman" panose="02020603050405020304" pitchFamily="18" charset="0"/>
                <a:cs typeface="Arial" panose="020B0604020202020204" pitchFamily="34" charset="0"/>
              </a:rPr>
              <a:t>Management of Change.</a:t>
            </a:r>
          </a:p>
          <a:p>
            <a:pPr marL="342900" marR="0" lvl="0" indent="-342900" algn="l" defTabSz="914400" rtl="0" eaLnBrk="0" fontAlgn="base" latinLnBrk="0" hangingPunct="0">
              <a:lnSpc>
                <a:spcPct val="100000"/>
              </a:lnSpc>
              <a:spcBef>
                <a:spcPts val="0"/>
              </a:spcBef>
              <a:spcAft>
                <a:spcPts val="0"/>
              </a:spcAft>
              <a:buClrTx/>
              <a:buSzTx/>
              <a:buFont typeface="+mj-lt"/>
              <a:buAutoNum type="arabicParenR"/>
              <a:tabLst/>
              <a:defRPr/>
            </a:pPr>
            <a:r>
              <a:rPr kumimoji="0" lang="en-US" sz="1400" b="0" i="0" u="none" strike="noStrike" kern="1200" cap="none" spc="0" normalizeH="0" baseline="0" noProof="0" dirty="0">
                <a:ln>
                  <a:noFill/>
                </a:ln>
                <a:solidFill>
                  <a:srgbClr val="000000"/>
                </a:solidFill>
                <a:effectLst/>
                <a:uLnTx/>
                <a:uFillTx/>
                <a:latin typeface="Arial" panose="020B0604020202020204" pitchFamily="34" charset="0"/>
                <a:ea typeface="Times New Roman" panose="02020603050405020304" pitchFamily="18" charset="0"/>
                <a:cs typeface="Arial" panose="020B0604020202020204" pitchFamily="34" charset="0"/>
              </a:rPr>
              <a:t>Incident Reporting, Investigation, Analysis and Actions.</a:t>
            </a:r>
          </a:p>
          <a:p>
            <a:pPr marL="342900" marR="0" lvl="0" indent="-342900" algn="l" defTabSz="914400" rtl="0" eaLnBrk="0" fontAlgn="base" latinLnBrk="0" hangingPunct="0">
              <a:lnSpc>
                <a:spcPct val="100000"/>
              </a:lnSpc>
              <a:spcBef>
                <a:spcPts val="0"/>
              </a:spcBef>
              <a:spcAft>
                <a:spcPts val="0"/>
              </a:spcAft>
              <a:buClrTx/>
              <a:buSzTx/>
              <a:buFont typeface="+mj-lt"/>
              <a:buAutoNum type="arabicParenR"/>
              <a:tabLst/>
              <a:defRPr/>
            </a:pPr>
            <a:r>
              <a:rPr kumimoji="0" lang="en-US" sz="1400" b="0" i="0" u="none" strike="noStrike" kern="1200" cap="none" spc="0" normalizeH="0" baseline="0" noProof="0" dirty="0">
                <a:ln>
                  <a:noFill/>
                </a:ln>
                <a:solidFill>
                  <a:srgbClr val="000000"/>
                </a:solidFill>
                <a:effectLst/>
                <a:uLnTx/>
                <a:uFillTx/>
                <a:latin typeface="Arial" panose="020B0604020202020204" pitchFamily="34" charset="0"/>
                <a:ea typeface="Times New Roman" panose="02020603050405020304" pitchFamily="18" charset="0"/>
                <a:cs typeface="Arial" panose="020B0604020202020204" pitchFamily="34" charset="0"/>
              </a:rPr>
              <a:t>Program Evaluation and Continuous Improvement. </a:t>
            </a:r>
          </a:p>
          <a:p>
            <a:pPr marL="342900" marR="0" lvl="0" indent="-342900" algn="l" defTabSz="914400" rtl="0" eaLnBrk="0" fontAlgn="base" latinLnBrk="0" hangingPunct="0">
              <a:lnSpc>
                <a:spcPct val="100000"/>
              </a:lnSpc>
              <a:spcBef>
                <a:spcPts val="0"/>
              </a:spcBef>
              <a:spcAft>
                <a:spcPts val="0"/>
              </a:spcAft>
              <a:buClrTx/>
              <a:buSzTx/>
              <a:buFont typeface="+mj-lt"/>
              <a:buAutoNum type="arabicParenR"/>
              <a:tabLst/>
              <a:defRPr/>
            </a:pPr>
            <a:r>
              <a:rPr kumimoji="0" lang="en-US" sz="1400" b="0" i="0" u="none" strike="noStrike" kern="1200" cap="none" spc="0" normalizeH="0" baseline="0" noProof="0" dirty="0">
                <a:ln>
                  <a:noFill/>
                </a:ln>
                <a:solidFill>
                  <a:srgbClr val="000000"/>
                </a:solidFill>
                <a:effectLst/>
                <a:uLnTx/>
                <a:uFillTx/>
                <a:latin typeface="Arial" panose="020B0604020202020204" pitchFamily="34" charset="0"/>
                <a:ea typeface="Times New Roman" panose="02020603050405020304" pitchFamily="18" charset="0"/>
                <a:cs typeface="Arial" panose="020B0604020202020204" pitchFamily="34" charset="0"/>
              </a:rPr>
              <a:t>Design, Construction and Start-up.</a:t>
            </a:r>
          </a:p>
          <a:p>
            <a:pPr marL="342900" marR="0" lvl="0" indent="-342900" algn="l" defTabSz="914400" rtl="0" eaLnBrk="0" fontAlgn="base" latinLnBrk="0" hangingPunct="0">
              <a:lnSpc>
                <a:spcPct val="100000"/>
              </a:lnSpc>
              <a:spcBef>
                <a:spcPts val="0"/>
              </a:spcBef>
              <a:spcAft>
                <a:spcPts val="0"/>
              </a:spcAft>
              <a:buClrTx/>
              <a:buSzTx/>
              <a:buFont typeface="+mj-lt"/>
              <a:buAutoNum type="arabicParenR"/>
              <a:tabLst/>
              <a:defRPr/>
            </a:pPr>
            <a:r>
              <a:rPr kumimoji="0" lang="en-US" sz="1400" b="0" i="0" u="none" strike="noStrike" kern="1200" cap="none" spc="0" normalizeH="0" baseline="0" noProof="0" dirty="0">
                <a:ln>
                  <a:noFill/>
                </a:ln>
                <a:solidFill>
                  <a:srgbClr val="000000"/>
                </a:solidFill>
                <a:effectLst/>
                <a:uLnTx/>
                <a:uFillTx/>
                <a:latin typeface="Arial" panose="020B0604020202020204" pitchFamily="34" charset="0"/>
                <a:ea typeface="Times New Roman" panose="02020603050405020304" pitchFamily="18" charset="0"/>
                <a:cs typeface="Arial" panose="020B0604020202020204" pitchFamily="34" charset="0"/>
              </a:rPr>
              <a:t>Operations and Maintenance.</a:t>
            </a:r>
          </a:p>
          <a:p>
            <a:pPr marL="342900" marR="0" lvl="0" indent="-342900" algn="l" defTabSz="914400" rtl="0" eaLnBrk="0" fontAlgn="base" latinLnBrk="0" hangingPunct="0">
              <a:lnSpc>
                <a:spcPct val="100000"/>
              </a:lnSpc>
              <a:spcBef>
                <a:spcPts val="0"/>
              </a:spcBef>
              <a:spcAft>
                <a:spcPts val="0"/>
              </a:spcAft>
              <a:buClrTx/>
              <a:buSzTx/>
              <a:buFont typeface="+mj-lt"/>
              <a:buAutoNum type="arabicParenR"/>
              <a:tabLst/>
              <a:defRPr/>
            </a:pPr>
            <a:r>
              <a:rPr kumimoji="0" lang="en-US" sz="1400" b="0" i="0" u="none" strike="noStrike" kern="1200" cap="none" spc="0" normalizeH="0" baseline="0" noProof="0" dirty="0">
                <a:ln>
                  <a:noFill/>
                </a:ln>
                <a:solidFill>
                  <a:srgbClr val="000000"/>
                </a:solidFill>
                <a:effectLst/>
                <a:uLnTx/>
                <a:uFillTx/>
                <a:latin typeface="Arial" panose="020B0604020202020204" pitchFamily="34" charset="0"/>
                <a:ea typeface="Times New Roman" panose="02020603050405020304" pitchFamily="18" charset="0"/>
                <a:cs typeface="Arial" panose="020B0604020202020204" pitchFamily="34" charset="0"/>
              </a:rPr>
              <a:t>Employee Competency and Training.</a:t>
            </a:r>
          </a:p>
          <a:p>
            <a:pPr marL="342900" marR="0" lvl="0" indent="-342900" algn="l" defTabSz="914400" rtl="0" eaLnBrk="0" fontAlgn="base" latinLnBrk="0" hangingPunct="0">
              <a:lnSpc>
                <a:spcPct val="100000"/>
              </a:lnSpc>
              <a:spcBef>
                <a:spcPts val="0"/>
              </a:spcBef>
              <a:spcAft>
                <a:spcPts val="0"/>
              </a:spcAft>
              <a:buClrTx/>
              <a:buSzTx/>
              <a:buFont typeface="+mj-lt"/>
              <a:buAutoNum type="arabicParenR"/>
              <a:tabLst/>
              <a:defRPr/>
            </a:pPr>
            <a:r>
              <a:rPr kumimoji="0" lang="en-US" sz="1400" b="0" i="0" u="none" strike="noStrike" kern="1200" cap="none" spc="0" normalizeH="0" baseline="0" noProof="0" dirty="0">
                <a:ln>
                  <a:noFill/>
                </a:ln>
                <a:solidFill>
                  <a:srgbClr val="000000"/>
                </a:solidFill>
                <a:effectLst/>
                <a:uLnTx/>
                <a:uFillTx/>
                <a:latin typeface="Arial" panose="020B0604020202020204" pitchFamily="34" charset="0"/>
                <a:ea typeface="Times New Roman" panose="02020603050405020304" pitchFamily="18" charset="0"/>
                <a:cs typeface="Arial" panose="020B0604020202020204" pitchFamily="34" charset="0"/>
              </a:rPr>
              <a:t>Contractor Competency and Integration.</a:t>
            </a:r>
          </a:p>
          <a:p>
            <a:pPr marL="342900" marR="0" lvl="0" indent="-342900" algn="l" defTabSz="914400" rtl="0" eaLnBrk="0" fontAlgn="base" latinLnBrk="0" hangingPunct="0">
              <a:lnSpc>
                <a:spcPct val="100000"/>
              </a:lnSpc>
              <a:spcBef>
                <a:spcPts val="0"/>
              </a:spcBef>
              <a:spcAft>
                <a:spcPts val="0"/>
              </a:spcAft>
              <a:buClrTx/>
              <a:buSzTx/>
              <a:buFont typeface="+mj-lt"/>
              <a:buAutoNum type="arabicParenR"/>
              <a:tabLst/>
              <a:defRPr/>
            </a:pPr>
            <a:r>
              <a:rPr kumimoji="0" lang="en-US" sz="1400" b="0" i="0" u="none" strike="noStrike" kern="1200" cap="none" spc="0" normalizeH="0" baseline="0" noProof="0" dirty="0">
                <a:ln>
                  <a:noFill/>
                </a:ln>
                <a:solidFill>
                  <a:srgbClr val="000000"/>
                </a:solidFill>
                <a:effectLst/>
                <a:uLnTx/>
                <a:uFillTx/>
                <a:latin typeface="Arial" panose="020B0604020202020204" pitchFamily="34" charset="0"/>
                <a:ea typeface="Times New Roman" panose="02020603050405020304" pitchFamily="18" charset="0"/>
                <a:cs typeface="Arial" panose="020B0604020202020204" pitchFamily="34" charset="0"/>
              </a:rPr>
              <a:t>Operations and Facilities Information and Documentation</a:t>
            </a:r>
            <a:r>
              <a:rPr kumimoji="0" lang="en-US" sz="1400" b="0" i="0" u="none" strike="noStrike" kern="1200" cap="none" spc="0" normalizeH="0" baseline="0" noProof="0" dirty="0" smtClean="0">
                <a:ln>
                  <a:noFill/>
                </a:ln>
                <a:solidFill>
                  <a:srgbClr val="000000"/>
                </a:solidFill>
                <a:effectLst/>
                <a:uLnTx/>
                <a:uFillTx/>
                <a:latin typeface="Arial" panose="020B0604020202020204" pitchFamily="34" charset="0"/>
                <a:ea typeface="Times New Roman" panose="02020603050405020304" pitchFamily="18" charset="0"/>
                <a:cs typeface="Arial" panose="020B0604020202020204" pitchFamily="34" charset="0"/>
              </a:rPr>
              <a:t>.</a:t>
            </a:r>
            <a:endParaRPr kumimoji="0" lang="en-US" sz="1400" b="0" i="0" u="none" strike="noStrike" kern="1200" cap="none" spc="0" normalizeH="0" baseline="0" noProof="0" dirty="0">
              <a:ln>
                <a:noFill/>
              </a:ln>
              <a:solidFill>
                <a:srgbClr val="000000"/>
              </a:solidFill>
              <a:effectLst/>
              <a:uLnTx/>
              <a:uFillTx/>
              <a:latin typeface="Arial" panose="020B0604020202020204" pitchFamily="34" charset="0"/>
              <a:cs typeface="Arial" panose="020B0604020202020204" pitchFamily="34" charset="0"/>
            </a:endParaRPr>
          </a:p>
        </p:txBody>
      </p:sp>
      <p:sp>
        <p:nvSpPr>
          <p:cNvPr id="7" name="Google Shape;125;p2"/>
          <p:cNvSpPr/>
          <p:nvPr/>
        </p:nvSpPr>
        <p:spPr>
          <a:xfrm>
            <a:off x="2514600" y="6300000"/>
            <a:ext cx="558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US" sz="1200" b="1" i="1" u="none" strike="noStrike" kern="0" cap="none" spc="0" normalizeH="0" baseline="0" noProof="0" dirty="0" smtClean="0">
                <a:ln>
                  <a:noFill/>
                </a:ln>
                <a:solidFill>
                  <a:srgbClr val="000000"/>
                </a:solidFill>
                <a:effectLst/>
                <a:uLnTx/>
                <a:uFillTx/>
                <a:latin typeface="Arial" charset="0"/>
                <a:ea typeface="Times New Roman"/>
                <a:cs typeface="Arial" panose="020B0604020202020204" pitchFamily="34" charset="0"/>
                <a:sym typeface="Times New Roman"/>
              </a:rPr>
              <a:t>Chapter 6.4: “Reasonably Practicable” and The Importance of Documenting RM Activities</a:t>
            </a:r>
            <a:endParaRPr kumimoji="0" lang="en-US"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endParaRPr>
          </a:p>
        </p:txBody>
      </p:sp>
    </p:spTree>
    <p:extLst>
      <p:ext uri="{BB962C8B-B14F-4D97-AF65-F5344CB8AC3E}">
        <p14:creationId xmlns:p14="http://schemas.microsoft.com/office/powerpoint/2010/main" val="2036685576"/>
      </p:ext>
    </p:extLst>
  </p:cSld>
  <p:clrMapOvr>
    <a:masterClrMapping/>
  </p:clrMapOvr>
  <p:transition>
    <p:fade/>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360000" indent="-360000">
              <a:lnSpc>
                <a:spcPct val="100000"/>
              </a:lnSpc>
              <a:spcBef>
                <a:spcPct val="0"/>
              </a:spcBef>
              <a:spcAft>
                <a:spcPts val="0"/>
              </a:spcAft>
              <a:buClrTx/>
              <a:buSzPct val="100000"/>
              <a:buFont typeface="Wingdings" panose="05000000000000000000" pitchFamily="2" charset="2"/>
              <a:buChar char="Ø"/>
              <a:defRPr/>
            </a:pPr>
            <a:r>
              <a:rPr lang="en-US" altLang="en-US" sz="1800" b="0" kern="0" dirty="0">
                <a:solidFill>
                  <a:srgbClr val="000000"/>
                </a:solidFill>
                <a:latin typeface="Arial"/>
              </a:rPr>
              <a:t>“Due </a:t>
            </a:r>
            <a:r>
              <a:rPr lang="en-US" altLang="en-US" sz="1800" b="0" kern="0" dirty="0" smtClean="0">
                <a:solidFill>
                  <a:srgbClr val="000000"/>
                </a:solidFill>
                <a:latin typeface="Arial"/>
              </a:rPr>
              <a:t>diligence” is a </a:t>
            </a:r>
            <a:r>
              <a:rPr lang="en-US" altLang="en-US" sz="1800" b="0" kern="0" dirty="0">
                <a:solidFill>
                  <a:srgbClr val="000000"/>
                </a:solidFill>
                <a:latin typeface="Arial"/>
              </a:rPr>
              <a:t>specific legal </a:t>
            </a:r>
            <a:r>
              <a:rPr lang="en-US" altLang="en-US" sz="1800" b="0" kern="0" dirty="0" smtClean="0">
                <a:solidFill>
                  <a:srgbClr val="000000"/>
                </a:solidFill>
                <a:latin typeface="Arial"/>
              </a:rPr>
              <a:t>definition; a full discussion is outside </a:t>
            </a:r>
            <a:r>
              <a:rPr lang="en-US" altLang="en-US" sz="1800" b="0" kern="0" dirty="0">
                <a:solidFill>
                  <a:srgbClr val="000000"/>
                </a:solidFill>
                <a:latin typeface="Arial"/>
              </a:rPr>
              <a:t>scope of this </a:t>
            </a:r>
            <a:r>
              <a:rPr lang="en-US" altLang="en-US" sz="1800" b="0" kern="0" dirty="0" smtClean="0">
                <a:solidFill>
                  <a:srgbClr val="000000"/>
                </a:solidFill>
                <a:latin typeface="Arial"/>
              </a:rPr>
              <a:t>course:</a:t>
            </a:r>
            <a:r>
              <a:rPr lang="en-US" altLang="en-US" sz="1800" b="0" kern="0" dirty="0">
                <a:solidFill>
                  <a:srgbClr val="000000"/>
                </a:solidFill>
                <a:latin typeface="Arial"/>
              </a:rPr>
              <a:t/>
            </a:r>
            <a:br>
              <a:rPr lang="en-US" altLang="en-US" sz="1800" b="0" kern="0" dirty="0">
                <a:solidFill>
                  <a:srgbClr val="000000"/>
                </a:solidFill>
                <a:latin typeface="Arial"/>
              </a:rPr>
            </a:br>
            <a:r>
              <a:rPr lang="en-US" altLang="en-US" sz="1800" b="0" kern="0" dirty="0">
                <a:solidFill>
                  <a:srgbClr val="000000"/>
                </a:solidFill>
                <a:latin typeface="Arial"/>
              </a:rPr>
              <a:t>“</a:t>
            </a:r>
            <a:r>
              <a:rPr lang="en-US" altLang="en-US" sz="1800" b="0" i="1" kern="0" dirty="0">
                <a:solidFill>
                  <a:srgbClr val="000000"/>
                </a:solidFill>
                <a:latin typeface="Arial"/>
              </a:rPr>
              <a:t>Reasonable verifications and precautions taken to identify or prevent foreseeable risks</a:t>
            </a:r>
            <a:r>
              <a:rPr lang="en-US" altLang="en-US" sz="1800" b="0" kern="0" dirty="0">
                <a:solidFill>
                  <a:srgbClr val="000000"/>
                </a:solidFill>
                <a:latin typeface="Arial"/>
              </a:rPr>
              <a:t>” </a:t>
            </a:r>
            <a:r>
              <a:rPr lang="en-US" altLang="en-US" sz="1400" b="0" i="1" kern="0" dirty="0">
                <a:solidFill>
                  <a:srgbClr val="000000"/>
                </a:solidFill>
                <a:latin typeface="Arial"/>
              </a:rPr>
              <a:t>http://www.duhaime.org/LegalDictionary/D-Page3.aspx</a:t>
            </a:r>
            <a:endParaRPr lang="en-US" altLang="en-US" sz="1800" b="0" i="1" kern="0" dirty="0">
              <a:solidFill>
                <a:srgbClr val="000000"/>
              </a:solidFill>
              <a:latin typeface="Arial"/>
            </a:endParaRPr>
          </a:p>
          <a:p>
            <a:pPr marL="360000" marR="0" lvl="0" indent="-360000" algn="l" defTabSz="914400" rtl="0" eaLnBrk="1" fontAlgn="base" latinLnBrk="0" hangingPunct="1">
              <a:lnSpc>
                <a:spcPct val="100000"/>
              </a:lnSpc>
              <a:spcBef>
                <a:spcPct val="0"/>
              </a:spcBef>
              <a:spcAft>
                <a:spcPts val="0"/>
              </a:spcAft>
              <a:buClrTx/>
              <a:buSzPct val="100000"/>
              <a:buFont typeface="Wingdings" panose="05000000000000000000" pitchFamily="2" charset="2"/>
              <a:buChar char="Ø"/>
              <a:tabLst/>
              <a:defRPr/>
            </a:pPr>
            <a:endParaRPr kumimoji="0" lang="en-US" altLang="en-US" sz="1800" b="0" i="0" u="none" strike="noStrike" kern="0" cap="none" spc="0" normalizeH="0" baseline="0" noProof="0" dirty="0" smtClean="0">
              <a:ln>
                <a:noFill/>
              </a:ln>
              <a:solidFill>
                <a:srgbClr val="000000"/>
              </a:solidFill>
              <a:effectLst/>
              <a:uLnTx/>
              <a:uFillTx/>
              <a:latin typeface="Arial"/>
              <a:ea typeface="+mn-ea"/>
              <a:cs typeface="+mn-cs"/>
            </a:endParaRPr>
          </a:p>
          <a:p>
            <a:pPr marL="360000" marR="0" lvl="0" indent="-360000" algn="l" defTabSz="914400" rtl="0" eaLnBrk="1" fontAlgn="base" latinLnBrk="0" hangingPunct="1">
              <a:lnSpc>
                <a:spcPct val="100000"/>
              </a:lnSpc>
              <a:spcBef>
                <a:spcPct val="0"/>
              </a:spcBef>
              <a:spcAft>
                <a:spcPts val="0"/>
              </a:spcAft>
              <a:buClrTx/>
              <a:buSzPct val="100000"/>
              <a:buFont typeface="Wingdings" panose="05000000000000000000" pitchFamily="2" charset="2"/>
              <a:buChar char="Ø"/>
              <a:tabLst/>
              <a:defRPr/>
            </a:pPr>
            <a:r>
              <a:rPr lang="en-US" altLang="en-US" sz="1800" b="0" kern="0" dirty="0" smtClean="0">
                <a:solidFill>
                  <a:srgbClr val="000000"/>
                </a:solidFill>
                <a:latin typeface="Arial"/>
              </a:rPr>
              <a:t>More meaningful to us, it is “taking all reasonably practicable actions AND being able to demonstrate that those actions were taken” (regardless of a loss incident or not)</a:t>
            </a:r>
            <a:r>
              <a:rPr kumimoji="0" lang="en-US" altLang="en-US" sz="1800" b="0" i="0" u="none" strike="noStrike" kern="0" cap="none" spc="0" normalizeH="0" baseline="0" noProof="0" dirty="0" smtClean="0">
                <a:ln>
                  <a:noFill/>
                </a:ln>
                <a:solidFill>
                  <a:srgbClr val="000000"/>
                </a:solidFill>
                <a:effectLst/>
                <a:uLnTx/>
                <a:uFillTx/>
                <a:latin typeface="Arial"/>
                <a:ea typeface="+mn-ea"/>
                <a:cs typeface="+mn-cs"/>
              </a:rPr>
              <a:t>:</a:t>
            </a:r>
            <a:r>
              <a:rPr kumimoji="0" lang="en-US" altLang="en-US" sz="1800" b="0" i="0" u="none" strike="noStrike" kern="0" cap="none" spc="0" normalizeH="0" baseline="0" noProof="0" dirty="0">
                <a:ln>
                  <a:noFill/>
                </a:ln>
                <a:solidFill>
                  <a:srgbClr val="000000"/>
                </a:solidFill>
                <a:effectLst/>
                <a:uLnTx/>
                <a:uFillTx/>
                <a:latin typeface="Arial"/>
                <a:ea typeface="+mn-ea"/>
                <a:cs typeface="+mn-cs"/>
              </a:rPr>
              <a:t/>
            </a:r>
            <a:br>
              <a:rPr kumimoji="0" lang="en-US" altLang="en-US" sz="1800" b="0" i="0" u="none" strike="noStrike" kern="0" cap="none" spc="0" normalizeH="0" baseline="0" noProof="0" dirty="0">
                <a:ln>
                  <a:noFill/>
                </a:ln>
                <a:solidFill>
                  <a:srgbClr val="000000"/>
                </a:solidFill>
                <a:effectLst/>
                <a:uLnTx/>
                <a:uFillTx/>
                <a:latin typeface="Arial"/>
                <a:ea typeface="+mn-ea"/>
                <a:cs typeface="+mn-cs"/>
              </a:rPr>
            </a:br>
            <a:r>
              <a:rPr kumimoji="0" lang="en-US" altLang="en-US" sz="1800" b="0" i="0" u="none" strike="noStrike" kern="0" cap="none" spc="0" normalizeH="0" baseline="0" noProof="0" dirty="0">
                <a:ln>
                  <a:noFill/>
                </a:ln>
                <a:solidFill>
                  <a:srgbClr val="000000"/>
                </a:solidFill>
                <a:effectLst/>
                <a:uLnTx/>
                <a:uFillTx/>
                <a:latin typeface="Arial"/>
                <a:ea typeface="+mn-ea"/>
                <a:cs typeface="+mn-cs"/>
              </a:rPr>
              <a:t/>
            </a:r>
            <a:br>
              <a:rPr kumimoji="0" lang="en-US" altLang="en-US" sz="1800" b="0" i="0" u="none" strike="noStrike" kern="0" cap="none" spc="0" normalizeH="0" baseline="0" noProof="0" dirty="0">
                <a:ln>
                  <a:noFill/>
                </a:ln>
                <a:solidFill>
                  <a:srgbClr val="000000"/>
                </a:solidFill>
                <a:effectLst/>
                <a:uLnTx/>
                <a:uFillTx/>
                <a:latin typeface="Arial"/>
                <a:ea typeface="+mn-ea"/>
                <a:cs typeface="+mn-cs"/>
              </a:rPr>
            </a:br>
            <a:r>
              <a:rPr kumimoji="0" lang="en-US" altLang="en-US" sz="1800" b="0" i="0" u="none" strike="noStrike" kern="0" cap="none" spc="0" normalizeH="0" baseline="0" noProof="0" dirty="0">
                <a:ln>
                  <a:noFill/>
                </a:ln>
                <a:solidFill>
                  <a:srgbClr val="000000"/>
                </a:solidFill>
                <a:effectLst/>
                <a:uLnTx/>
                <a:uFillTx/>
                <a:latin typeface="Arial"/>
                <a:ea typeface="+mn-ea"/>
                <a:cs typeface="+mn-cs"/>
              </a:rPr>
              <a:t>It is the </a:t>
            </a:r>
            <a:r>
              <a:rPr kumimoji="0" lang="en-US" altLang="en-US" sz="1800" b="0" i="0" u="sng" strike="noStrike" kern="0" cap="none" spc="0" normalizeH="0" baseline="0" noProof="0" dirty="0">
                <a:ln>
                  <a:noFill/>
                </a:ln>
                <a:solidFill>
                  <a:srgbClr val="000000"/>
                </a:solidFill>
                <a:effectLst/>
                <a:uLnTx/>
                <a:uFillTx/>
                <a:latin typeface="Arial"/>
                <a:ea typeface="+mn-ea"/>
                <a:cs typeface="+mn-cs"/>
              </a:rPr>
              <a:t>attempt</a:t>
            </a:r>
            <a:r>
              <a:rPr kumimoji="0" lang="en-US" altLang="en-US" sz="1800" b="0" i="0" u="none" strike="noStrike" kern="0" cap="none" spc="0" normalizeH="0" baseline="0" noProof="0" dirty="0">
                <a:ln>
                  <a:noFill/>
                </a:ln>
                <a:solidFill>
                  <a:srgbClr val="000000"/>
                </a:solidFill>
                <a:effectLst/>
                <a:uLnTx/>
                <a:uFillTx/>
                <a:latin typeface="Arial"/>
                <a:ea typeface="+mn-ea"/>
                <a:cs typeface="+mn-cs"/>
              </a:rPr>
              <a:t>, </a:t>
            </a:r>
            <a:r>
              <a:rPr kumimoji="0" lang="en-US" altLang="en-US" sz="1800" b="0" i="1" u="none" strike="noStrike" kern="0" cap="none" spc="0" normalizeH="0" baseline="0" noProof="0" dirty="0">
                <a:ln>
                  <a:noFill/>
                </a:ln>
                <a:solidFill>
                  <a:srgbClr val="000000"/>
                </a:solidFill>
                <a:effectLst/>
                <a:uLnTx/>
                <a:uFillTx/>
                <a:latin typeface="Arial"/>
                <a:ea typeface="+mn-ea"/>
                <a:cs typeface="+mn-cs"/>
              </a:rPr>
              <a:t>whether successful or not in the context of the activity being undertaken,</a:t>
            </a:r>
            <a:r>
              <a:rPr kumimoji="0" lang="en-US" altLang="en-US" sz="1800" b="0" i="0" u="none" strike="noStrike" kern="0" cap="none" spc="0" normalizeH="0" baseline="0" noProof="0" dirty="0">
                <a:ln>
                  <a:noFill/>
                </a:ln>
                <a:solidFill>
                  <a:srgbClr val="000000"/>
                </a:solidFill>
                <a:effectLst/>
                <a:uLnTx/>
                <a:uFillTx/>
                <a:latin typeface="Arial"/>
                <a:ea typeface="+mn-ea"/>
                <a:cs typeface="+mn-cs"/>
              </a:rPr>
              <a:t> that the organization made “</a:t>
            </a:r>
            <a:r>
              <a:rPr kumimoji="0" lang="en-US" altLang="en-US" sz="1800" b="0" i="0" u="sng" strike="noStrike" kern="0" cap="none" spc="0" normalizeH="0" baseline="0" noProof="0" dirty="0">
                <a:ln>
                  <a:noFill/>
                </a:ln>
                <a:solidFill>
                  <a:srgbClr val="000000"/>
                </a:solidFill>
                <a:effectLst/>
                <a:uLnTx/>
                <a:uFillTx/>
                <a:latin typeface="Arial"/>
                <a:ea typeface="+mn-ea"/>
                <a:cs typeface="+mn-cs"/>
              </a:rPr>
              <a:t>reasonable</a:t>
            </a:r>
            <a:r>
              <a:rPr kumimoji="0" lang="en-US" altLang="en-US" sz="1800" b="0" i="0" u="none" strike="noStrike" kern="0" cap="none" spc="0" normalizeH="0" baseline="0" noProof="0" dirty="0">
                <a:ln>
                  <a:noFill/>
                </a:ln>
                <a:solidFill>
                  <a:srgbClr val="000000"/>
                </a:solidFill>
                <a:effectLst/>
                <a:uLnTx/>
                <a:uFillTx/>
                <a:latin typeface="Arial"/>
                <a:ea typeface="+mn-ea"/>
                <a:cs typeface="+mn-cs"/>
              </a:rPr>
              <a:t> verifications and </a:t>
            </a:r>
            <a:r>
              <a:rPr kumimoji="0" lang="en-US" altLang="en-US" sz="1800" b="0" i="0" u="sng" strike="noStrike" kern="0" cap="none" spc="0" normalizeH="0" baseline="0" noProof="0" dirty="0">
                <a:ln>
                  <a:noFill/>
                </a:ln>
                <a:solidFill>
                  <a:srgbClr val="000000"/>
                </a:solidFill>
                <a:effectLst/>
                <a:uLnTx/>
                <a:uFillTx/>
                <a:latin typeface="Arial"/>
                <a:ea typeface="+mn-ea"/>
                <a:cs typeface="+mn-cs"/>
              </a:rPr>
              <a:t>precautions</a:t>
            </a:r>
            <a:r>
              <a:rPr kumimoji="0" lang="en-US" altLang="en-US" sz="1800" b="0" i="0" u="none" strike="noStrike" kern="0" cap="none" spc="0" normalizeH="0" baseline="0" noProof="0" dirty="0">
                <a:ln>
                  <a:noFill/>
                </a:ln>
                <a:solidFill>
                  <a:srgbClr val="000000"/>
                </a:solidFill>
                <a:effectLst/>
                <a:uLnTx/>
                <a:uFillTx/>
                <a:latin typeface="Arial"/>
                <a:ea typeface="+mn-ea"/>
                <a:cs typeface="+mn-cs"/>
              </a:rPr>
              <a:t> to </a:t>
            </a:r>
            <a:r>
              <a:rPr kumimoji="0" lang="en-US" altLang="en-US" sz="1800" b="0" i="0" u="sng" strike="noStrike" kern="0" cap="none" spc="0" normalizeH="0" baseline="0" noProof="0" dirty="0">
                <a:ln>
                  <a:noFill/>
                </a:ln>
                <a:solidFill>
                  <a:srgbClr val="000000"/>
                </a:solidFill>
                <a:effectLst/>
                <a:uLnTx/>
                <a:uFillTx/>
                <a:latin typeface="Arial"/>
                <a:ea typeface="+mn-ea"/>
                <a:cs typeface="+mn-cs"/>
              </a:rPr>
              <a:t>identify or prevent</a:t>
            </a:r>
            <a:r>
              <a:rPr kumimoji="0" lang="en-US" altLang="en-US" sz="1800" b="0" i="0" u="none" strike="noStrike" kern="0" cap="none" spc="0" normalizeH="0" baseline="0" noProof="0" dirty="0">
                <a:ln>
                  <a:noFill/>
                </a:ln>
                <a:solidFill>
                  <a:srgbClr val="000000"/>
                </a:solidFill>
                <a:effectLst/>
                <a:uLnTx/>
                <a:uFillTx/>
                <a:latin typeface="Arial"/>
                <a:ea typeface="+mn-ea"/>
                <a:cs typeface="+mn-cs"/>
              </a:rPr>
              <a:t> </a:t>
            </a:r>
            <a:r>
              <a:rPr kumimoji="0" lang="en-US" altLang="en-US" sz="1800" b="0" i="0" u="sng" strike="noStrike" kern="0" cap="none" spc="0" normalizeH="0" baseline="0" noProof="0" dirty="0">
                <a:ln>
                  <a:noFill/>
                </a:ln>
                <a:solidFill>
                  <a:srgbClr val="000000"/>
                </a:solidFill>
                <a:effectLst/>
                <a:uLnTx/>
                <a:uFillTx/>
                <a:latin typeface="Arial"/>
                <a:ea typeface="+mn-ea"/>
                <a:cs typeface="+mn-cs"/>
              </a:rPr>
              <a:t>foreseeable risks</a:t>
            </a:r>
            <a:r>
              <a:rPr kumimoji="0" lang="en-US" altLang="en-US" sz="1800" b="0" i="0" u="none" strike="noStrike" kern="0" cap="none" spc="0" normalizeH="0" baseline="0" noProof="0" dirty="0">
                <a:ln>
                  <a:noFill/>
                </a:ln>
                <a:solidFill>
                  <a:srgbClr val="000000"/>
                </a:solidFill>
                <a:effectLst/>
                <a:uLnTx/>
                <a:uFillTx/>
                <a:latin typeface="Arial"/>
                <a:ea typeface="+mn-ea"/>
                <a:cs typeface="+mn-cs"/>
              </a:rPr>
              <a:t>.”</a:t>
            </a:r>
          </a:p>
          <a:p>
            <a:pPr marL="360000" marR="0" lvl="0" indent="-360000" algn="l" defTabSz="914400" rtl="0" eaLnBrk="1" fontAlgn="base" latinLnBrk="0" hangingPunct="1">
              <a:lnSpc>
                <a:spcPct val="100000"/>
              </a:lnSpc>
              <a:spcBef>
                <a:spcPct val="0"/>
              </a:spcBef>
              <a:spcAft>
                <a:spcPts val="0"/>
              </a:spcAft>
              <a:buClrTx/>
              <a:buSzPct val="100000"/>
              <a:buFont typeface="Wingdings" panose="05000000000000000000" pitchFamily="2" charset="2"/>
              <a:buChar char="Ø"/>
              <a:tabLst/>
              <a:defRPr/>
            </a:pPr>
            <a:endParaRPr kumimoji="0" lang="en-US" altLang="en-US" sz="1800" b="0" i="0" u="none" strike="noStrike" kern="0" cap="none" spc="0" normalizeH="0" baseline="0" noProof="0" dirty="0">
              <a:ln>
                <a:noFill/>
              </a:ln>
              <a:solidFill>
                <a:srgbClr val="000000"/>
              </a:solidFill>
              <a:effectLst/>
              <a:uLnTx/>
              <a:uFillTx/>
              <a:latin typeface="Arial"/>
              <a:ea typeface="+mn-ea"/>
              <a:cs typeface="+mn-cs"/>
            </a:endParaRPr>
          </a:p>
          <a:p>
            <a:pPr marL="360000" marR="0" lvl="0" indent="-360000" algn="l" defTabSz="914400" rtl="0" eaLnBrk="1" fontAlgn="base" latinLnBrk="0" hangingPunct="1">
              <a:lnSpc>
                <a:spcPct val="100000"/>
              </a:lnSpc>
              <a:spcBef>
                <a:spcPct val="0"/>
              </a:spcBef>
              <a:spcAft>
                <a:spcPts val="0"/>
              </a:spcAft>
              <a:buClrTx/>
              <a:buSzPct val="100000"/>
              <a:buFont typeface="Wingdings" panose="05000000000000000000" pitchFamily="2" charset="2"/>
              <a:buChar char="Ø"/>
              <a:tabLst/>
              <a:defRPr/>
            </a:pPr>
            <a:r>
              <a:rPr kumimoji="0" lang="en-US" altLang="en-US" sz="1800" b="0" i="0" u="none" strike="noStrike" kern="0" cap="none" spc="0" normalizeH="0" baseline="0" noProof="0" dirty="0" smtClean="0">
                <a:ln>
                  <a:noFill/>
                </a:ln>
                <a:solidFill>
                  <a:srgbClr val="000000"/>
                </a:solidFill>
                <a:effectLst/>
                <a:uLnTx/>
                <a:uFillTx/>
                <a:latin typeface="Arial"/>
                <a:ea typeface="+mn-ea"/>
                <a:cs typeface="+mn-cs"/>
              </a:rPr>
              <a:t>Consider these three phrases:</a:t>
            </a:r>
            <a:endParaRPr kumimoji="0" lang="en-US" altLang="en-US" sz="1800" b="0" i="0" u="none" strike="noStrike" kern="0" cap="none" spc="0" normalizeH="0" baseline="0" noProof="0" dirty="0">
              <a:ln>
                <a:noFill/>
              </a:ln>
              <a:solidFill>
                <a:srgbClr val="000000"/>
              </a:solidFill>
              <a:effectLst/>
              <a:uLnTx/>
              <a:uFillTx/>
              <a:latin typeface="Arial"/>
              <a:ea typeface="+mn-ea"/>
              <a:cs typeface="+mn-cs"/>
            </a:endParaRPr>
          </a:p>
          <a:p>
            <a:pPr marL="817200" marR="0" lvl="1" indent="-457200" algn="l" defTabSz="914400" rtl="0" eaLnBrk="1" fontAlgn="base" latinLnBrk="0" hangingPunct="1">
              <a:lnSpc>
                <a:spcPct val="100000"/>
              </a:lnSpc>
              <a:spcBef>
                <a:spcPct val="0"/>
              </a:spcBef>
              <a:spcAft>
                <a:spcPts val="0"/>
              </a:spcAft>
              <a:buClrTx/>
              <a:buSzPct val="100000"/>
              <a:buFont typeface="+mj-lt"/>
              <a:buAutoNum type="arabicParenR"/>
              <a:tabLst/>
              <a:defRPr/>
            </a:pPr>
            <a:r>
              <a:rPr kumimoji="0" lang="en-US" altLang="en-US" b="0" i="0" u="none" strike="noStrike" kern="0" cap="none" spc="0" normalizeH="0" baseline="0" noProof="0" dirty="0">
                <a:ln>
                  <a:noFill/>
                </a:ln>
                <a:solidFill>
                  <a:srgbClr val="000000"/>
                </a:solidFill>
                <a:effectLst/>
                <a:uLnTx/>
                <a:uFillTx/>
                <a:latin typeface="Arial"/>
                <a:ea typeface="+mn-ea"/>
                <a:cs typeface="+mn-cs"/>
              </a:rPr>
              <a:t>Assess </a:t>
            </a:r>
            <a:r>
              <a:rPr kumimoji="0" lang="en-US" altLang="en-US" b="0" i="0" u="sng" strike="noStrike" kern="0" cap="none" spc="0" normalizeH="0" baseline="0" noProof="0" dirty="0">
                <a:ln>
                  <a:noFill/>
                </a:ln>
                <a:solidFill>
                  <a:srgbClr val="000000"/>
                </a:solidFill>
                <a:effectLst/>
                <a:uLnTx/>
                <a:uFillTx/>
                <a:latin typeface="Arial"/>
                <a:ea typeface="+mn-ea"/>
                <a:cs typeface="+mn-cs"/>
              </a:rPr>
              <a:t>foreseeable risks</a:t>
            </a:r>
          </a:p>
          <a:p>
            <a:pPr marL="817200" marR="0" lvl="1" indent="-457200" algn="l" defTabSz="914400" rtl="0" eaLnBrk="1" fontAlgn="base" latinLnBrk="0" hangingPunct="1">
              <a:lnSpc>
                <a:spcPct val="100000"/>
              </a:lnSpc>
              <a:spcBef>
                <a:spcPct val="0"/>
              </a:spcBef>
              <a:spcAft>
                <a:spcPts val="0"/>
              </a:spcAft>
              <a:buClrTx/>
              <a:buSzPct val="100000"/>
              <a:buFont typeface="+mj-lt"/>
              <a:buAutoNum type="arabicParenR"/>
              <a:tabLst/>
              <a:defRPr/>
            </a:pPr>
            <a:r>
              <a:rPr kumimoji="0" lang="en-US" altLang="en-US" b="0" i="0" u="none" strike="noStrike" kern="0" cap="none" spc="0" normalizeH="0" baseline="0" noProof="0" dirty="0">
                <a:ln>
                  <a:noFill/>
                </a:ln>
                <a:solidFill>
                  <a:srgbClr val="000000"/>
                </a:solidFill>
                <a:effectLst/>
                <a:uLnTx/>
                <a:uFillTx/>
                <a:latin typeface="Arial"/>
                <a:ea typeface="+mn-ea"/>
                <a:cs typeface="+mn-cs"/>
              </a:rPr>
              <a:t>Implement </a:t>
            </a:r>
            <a:r>
              <a:rPr kumimoji="0" lang="en-US" altLang="en-US" b="0" i="0" u="sng" strike="noStrike" kern="0" cap="none" spc="0" normalizeH="0" baseline="0" noProof="0" dirty="0">
                <a:ln>
                  <a:noFill/>
                </a:ln>
                <a:solidFill>
                  <a:srgbClr val="000000"/>
                </a:solidFill>
                <a:effectLst/>
                <a:uLnTx/>
                <a:uFillTx/>
                <a:latin typeface="Arial"/>
                <a:ea typeface="+mn-ea"/>
                <a:cs typeface="+mn-cs"/>
              </a:rPr>
              <a:t>reasonable precautions</a:t>
            </a:r>
          </a:p>
          <a:p>
            <a:pPr marL="817200" marR="0" lvl="1" indent="-457200" algn="l" defTabSz="914400" rtl="0" eaLnBrk="1" fontAlgn="base" latinLnBrk="0" hangingPunct="1">
              <a:lnSpc>
                <a:spcPct val="100000"/>
              </a:lnSpc>
              <a:spcBef>
                <a:spcPct val="0"/>
              </a:spcBef>
              <a:spcAft>
                <a:spcPts val="0"/>
              </a:spcAft>
              <a:buClrTx/>
              <a:buSzPct val="100000"/>
              <a:buFont typeface="+mj-lt"/>
              <a:buAutoNum type="arabicParenR"/>
              <a:tabLst/>
              <a:defRPr/>
            </a:pPr>
            <a:r>
              <a:rPr kumimoji="0" lang="en-US" altLang="en-US" b="0" i="0" u="none" strike="noStrike" kern="0" cap="none" spc="0" normalizeH="0" baseline="0" noProof="0" dirty="0">
                <a:ln>
                  <a:noFill/>
                </a:ln>
                <a:solidFill>
                  <a:srgbClr val="000000"/>
                </a:solidFill>
                <a:effectLst/>
                <a:uLnTx/>
                <a:uFillTx/>
                <a:latin typeface="Arial"/>
                <a:ea typeface="+mn-ea"/>
                <a:cs typeface="+mn-cs"/>
              </a:rPr>
              <a:t>Verify </a:t>
            </a:r>
            <a:r>
              <a:rPr kumimoji="0" lang="en-US" altLang="en-US" b="0" i="0" u="sng" strike="noStrike" kern="0" cap="none" spc="0" normalizeH="0" baseline="0" noProof="0" dirty="0" smtClean="0">
                <a:ln>
                  <a:noFill/>
                </a:ln>
                <a:solidFill>
                  <a:srgbClr val="000000"/>
                </a:solidFill>
                <a:effectLst/>
                <a:uLnTx/>
                <a:uFillTx/>
                <a:latin typeface="Arial"/>
                <a:ea typeface="+mn-ea"/>
                <a:cs typeface="+mn-cs"/>
              </a:rPr>
              <a:t>effectiveness</a:t>
            </a:r>
            <a:endParaRPr kumimoji="0" lang="en-US" altLang="en-US" b="0" i="0" u="none" strike="noStrike" kern="0" cap="none" spc="0" normalizeH="0" baseline="0" noProof="0" dirty="0">
              <a:ln>
                <a:noFill/>
              </a:ln>
              <a:solidFill>
                <a:srgbClr val="000000"/>
              </a:solidFill>
              <a:effectLst/>
              <a:uLnTx/>
              <a:uFillTx/>
              <a:latin typeface="Arial"/>
              <a:ea typeface="+mn-ea"/>
              <a:cs typeface="+mn-cs"/>
            </a:endParaRPr>
          </a:p>
        </p:txBody>
      </p:sp>
      <p:sp>
        <p:nvSpPr>
          <p:cNvPr id="9" name="Rectangle 2"/>
          <p:cNvSpPr>
            <a:spLocks noChangeArrowheads="1"/>
          </p:cNvSpPr>
          <p:nvPr/>
        </p:nvSpPr>
        <p:spPr bwMode="auto">
          <a:xfrm>
            <a:off x="180000" y="216000"/>
            <a:ext cx="8640000" cy="504000"/>
          </a:xfrm>
          <a:prstGeom prst="rect">
            <a:avLst/>
          </a:prstGeom>
          <a:solidFill>
            <a:srgbClr val="FFFFFF">
              <a:alpha val="69803"/>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defRPr/>
            </a:pPr>
            <a:r>
              <a:rPr kumimoji="0" lang="en-US" altLang="en-US" sz="2400" b="0" i="0" u="none" strike="noStrike" kern="1200" cap="none" spc="0" normalizeH="0" baseline="0" noProof="0" dirty="0" smtClean="0">
                <a:ln>
                  <a:noFill/>
                </a:ln>
                <a:solidFill>
                  <a:srgbClr val="333399"/>
                </a:solidFill>
                <a:effectLst/>
                <a:uLnTx/>
                <a:uFillTx/>
                <a:latin typeface="Arial" panose="020B0604020202020204" pitchFamily="34" charset="0"/>
                <a:ea typeface="+mn-ea"/>
                <a:cs typeface="Arial" panose="020B0604020202020204" pitchFamily="34" charset="0"/>
              </a:rPr>
              <a:t>The Organization’s Perspective</a:t>
            </a:r>
            <a:r>
              <a:rPr kumimoji="0" lang="en-US" altLang="en-US" sz="2400" b="0" i="0" u="none" strike="noStrike" kern="1200" cap="none" spc="0" normalizeH="0" baseline="0" noProof="0" dirty="0">
                <a:ln>
                  <a:noFill/>
                </a:ln>
                <a:solidFill>
                  <a:srgbClr val="333399"/>
                </a:solidFill>
                <a:effectLst/>
                <a:uLnTx/>
                <a:uFillTx/>
                <a:latin typeface="Arial" panose="020B0604020202020204" pitchFamily="34" charset="0"/>
                <a:ea typeface="+mn-ea"/>
                <a:cs typeface="Arial" panose="020B0604020202020204" pitchFamily="34" charset="0"/>
              </a:rPr>
              <a:t>:</a:t>
            </a: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17</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6" name="Google Shape;125;p2"/>
          <p:cNvSpPr/>
          <p:nvPr/>
        </p:nvSpPr>
        <p:spPr>
          <a:xfrm>
            <a:off x="2514600" y="6300000"/>
            <a:ext cx="558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US" sz="1200" b="1" i="1" u="none" strike="noStrike" kern="0" cap="none" spc="0" normalizeH="0" baseline="0" noProof="0" dirty="0" smtClean="0">
                <a:ln>
                  <a:noFill/>
                </a:ln>
                <a:solidFill>
                  <a:srgbClr val="000000"/>
                </a:solidFill>
                <a:effectLst/>
                <a:uLnTx/>
                <a:uFillTx/>
                <a:latin typeface="Arial" charset="0"/>
                <a:ea typeface="Times New Roman"/>
                <a:cs typeface="Arial" panose="020B0604020202020204" pitchFamily="34" charset="0"/>
                <a:sym typeface="Times New Roman"/>
              </a:rPr>
              <a:t>Chapter 6.4: “Reasonably Practicable” and The Importance of Documenting RM Activities</a:t>
            </a:r>
            <a:endParaRPr kumimoji="0" lang="en-US"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endParaRPr>
          </a:p>
        </p:txBody>
      </p:sp>
    </p:spTree>
    <p:extLst>
      <p:ext uri="{BB962C8B-B14F-4D97-AF65-F5344CB8AC3E}">
        <p14:creationId xmlns:p14="http://schemas.microsoft.com/office/powerpoint/2010/main" val="697631672"/>
      </p:ext>
    </p:extLst>
  </p:cSld>
  <p:clrMapOvr>
    <a:masterClrMapping/>
  </p:clrMapOvr>
  <p:transition>
    <p:fade/>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5" name="Rectangle 2"/>
          <p:cNvSpPr>
            <a:spLocks noChangeArrowheads="1"/>
          </p:cNvSpPr>
          <p:nvPr/>
        </p:nvSpPr>
        <p:spPr bwMode="auto">
          <a:xfrm>
            <a:off x="180000" y="180000"/>
            <a:ext cx="8640000" cy="504000"/>
          </a:xfrm>
          <a:prstGeom prst="rect">
            <a:avLst/>
          </a:prstGeom>
          <a:solidFill>
            <a:srgbClr val="0000CC"/>
          </a:solidFill>
          <a:ln>
            <a:solidFill>
              <a:srgbClr val="0000CC"/>
            </a:solidFill>
          </a:ln>
          <a:extLst/>
        </p:spPr>
        <p:txBody>
          <a:bodyPr wrap="square" anchor="ctr" anchorCtr="0">
            <a:noAutofit/>
          </a:bodyPr>
          <a:lstStyle/>
          <a:p>
            <a:pPr>
              <a:spcBef>
                <a:spcPts val="0"/>
              </a:spcBef>
              <a:spcAft>
                <a:spcPts val="0"/>
              </a:spcAft>
            </a:pPr>
            <a:r>
              <a:rPr lang="en-US" altLang="en-US" sz="2400" b="0" dirty="0">
                <a:solidFill>
                  <a:srgbClr val="F8F8F8"/>
                </a:solidFill>
                <a:latin typeface="Arial" panose="020B0604020202020204" pitchFamily="34" charset="0"/>
                <a:ea typeface="ＭＳ Ｐゴシック" panose="020B0600070205080204" pitchFamily="34" charset="-128"/>
                <a:cs typeface="Arial" panose="020B0604020202020204" pitchFamily="34" charset="0"/>
              </a:rPr>
              <a:t>ALE #</a:t>
            </a:r>
            <a:r>
              <a:rPr lang="en-US" altLang="en-US" sz="2400" b="0"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2: Prove </a:t>
            </a:r>
            <a:r>
              <a:rPr lang="en-US" altLang="en-US" sz="2400" b="0" dirty="0">
                <a:solidFill>
                  <a:srgbClr val="F8F8F8"/>
                </a:solidFill>
                <a:latin typeface="Arial" panose="020B0604020202020204" pitchFamily="34" charset="0"/>
                <a:ea typeface="ＭＳ Ｐゴシック" panose="020B0600070205080204" pitchFamily="34" charset="-128"/>
                <a:cs typeface="Arial" panose="020B0604020202020204" pitchFamily="34" charset="0"/>
              </a:rPr>
              <a:t>that “Reasonably Practicable” was Done?</a:t>
            </a:r>
          </a:p>
        </p:txBody>
      </p:sp>
      <p:sp>
        <p:nvSpPr>
          <p:cNvPr id="2" name="Rectangle 1"/>
          <p:cNvSpPr/>
          <p:nvPr/>
        </p:nvSpPr>
        <p:spPr>
          <a:xfrm>
            <a:off x="180000" y="828000"/>
            <a:ext cx="8640000" cy="5328000"/>
          </a:xfrm>
          <a:prstGeom prst="rect">
            <a:avLst/>
          </a:prstGeom>
          <a:solidFill>
            <a:srgbClr val="0000FF"/>
          </a:solidFill>
          <a:ln>
            <a:solidFill>
              <a:srgbClr val="0000FF"/>
            </a:solidFill>
          </a:ln>
        </p:spPr>
        <p:txBody>
          <a:bodyPr wrap="square">
            <a:noAutofit/>
          </a:bodyPr>
          <a:lstStyle/>
          <a:p>
            <a:pPr lvl="0" eaLnBrk="0" hangingPunct="0">
              <a:defRPr/>
            </a:pPr>
            <a:r>
              <a:rPr lang="en-US" altLang="en-US" sz="2000" b="0" i="1" dirty="0" smtClean="0">
                <a:solidFill>
                  <a:schemeClr val="bg1"/>
                </a:solidFill>
                <a:latin typeface="Arial" panose="020B0604020202020204" pitchFamily="34" charset="0"/>
                <a:cs typeface="Arial" panose="020B0604020202020204" pitchFamily="34" charset="0"/>
              </a:rPr>
              <a:t>Please confer: Match the </a:t>
            </a:r>
            <a:r>
              <a:rPr lang="en-US" altLang="en-US" sz="2000" b="0" i="1" dirty="0">
                <a:solidFill>
                  <a:schemeClr val="bg1"/>
                </a:solidFill>
                <a:latin typeface="Arial" panose="020B0604020202020204" pitchFamily="34" charset="0"/>
                <a:cs typeface="Arial" panose="020B0604020202020204" pitchFamily="34" charset="0"/>
              </a:rPr>
              <a:t>phrases </a:t>
            </a:r>
            <a:r>
              <a:rPr lang="en-US" altLang="en-US" sz="2000" b="0" i="1" dirty="0" smtClean="0">
                <a:solidFill>
                  <a:schemeClr val="bg1"/>
                </a:solidFill>
                <a:latin typeface="Arial" panose="020B0604020202020204" pitchFamily="34" charset="0"/>
                <a:cs typeface="Arial" panose="020B0604020202020204" pitchFamily="34" charset="0"/>
              </a:rPr>
              <a:t>“assess </a:t>
            </a:r>
            <a:r>
              <a:rPr lang="en-US" altLang="en-US" sz="2000" b="0" i="1" dirty="0">
                <a:solidFill>
                  <a:schemeClr val="bg1"/>
                </a:solidFill>
                <a:latin typeface="Arial" panose="020B0604020202020204" pitchFamily="34" charset="0"/>
                <a:cs typeface="Arial" panose="020B0604020202020204" pitchFamily="34" charset="0"/>
              </a:rPr>
              <a:t>foreseeable </a:t>
            </a:r>
            <a:r>
              <a:rPr lang="en-US" altLang="en-US" sz="2000" b="0" i="1" dirty="0" smtClean="0">
                <a:solidFill>
                  <a:schemeClr val="bg1"/>
                </a:solidFill>
                <a:latin typeface="Arial" panose="020B0604020202020204" pitchFamily="34" charset="0"/>
                <a:cs typeface="Arial" panose="020B0604020202020204" pitchFamily="34" charset="0"/>
              </a:rPr>
              <a:t>risks”, “implement </a:t>
            </a:r>
            <a:r>
              <a:rPr lang="en-US" altLang="en-US" sz="2000" b="0" i="1" dirty="0">
                <a:solidFill>
                  <a:schemeClr val="bg1"/>
                </a:solidFill>
                <a:latin typeface="Arial" panose="020B0604020202020204" pitchFamily="34" charset="0"/>
                <a:cs typeface="Arial" panose="020B0604020202020204" pitchFamily="34" charset="0"/>
              </a:rPr>
              <a:t>reasonable </a:t>
            </a:r>
            <a:r>
              <a:rPr lang="en-US" altLang="en-US" sz="2000" b="0" i="1" dirty="0" smtClean="0">
                <a:solidFill>
                  <a:schemeClr val="bg1"/>
                </a:solidFill>
                <a:latin typeface="Arial" panose="020B0604020202020204" pitchFamily="34" charset="0"/>
                <a:cs typeface="Arial" panose="020B0604020202020204" pitchFamily="34" charset="0"/>
              </a:rPr>
              <a:t>precautions”, and “verify effectiveness” </a:t>
            </a:r>
            <a:r>
              <a:rPr lang="en-US" altLang="en-US" sz="2000" b="0" i="1" dirty="0" smtClean="0">
                <a:solidFill>
                  <a:schemeClr val="bg1"/>
                </a:solidFill>
                <a:latin typeface="Arial" panose="020B0604020202020204" pitchFamily="34" charset="0"/>
                <a:cs typeface="Arial" panose="020B0604020202020204" pitchFamily="34" charset="0"/>
              </a:rPr>
              <a:t>(MM-Poll):</a:t>
            </a:r>
            <a:endParaRPr lang="en-US" altLang="en-US" sz="2000" b="0" i="1" dirty="0" smtClean="0">
              <a:solidFill>
                <a:schemeClr val="bg1"/>
              </a:solidFill>
              <a:latin typeface="Arial" panose="020B0604020202020204" pitchFamily="34" charset="0"/>
              <a:cs typeface="Arial" panose="020B0604020202020204" pitchFamily="34" charset="0"/>
            </a:endParaRPr>
          </a:p>
          <a:p>
            <a:pPr lvl="0" eaLnBrk="0" hangingPunct="0">
              <a:defRPr/>
            </a:pPr>
            <a:endParaRPr lang="en-US" altLang="en-US" sz="2000" b="0" i="1" dirty="0">
              <a:solidFill>
                <a:schemeClr val="bg1"/>
              </a:solidFill>
              <a:latin typeface="Arial" panose="020B0604020202020204" pitchFamily="34" charset="0"/>
              <a:cs typeface="Arial" panose="020B0604020202020204" pitchFamily="34" charset="0"/>
            </a:endParaRPr>
          </a:p>
          <a:p>
            <a:pPr lvl="0" eaLnBrk="0" hangingPunct="0">
              <a:defRPr/>
            </a:pPr>
            <a:r>
              <a:rPr lang="en-US" altLang="en-US" sz="2000" b="0" i="1" dirty="0" smtClean="0">
                <a:solidFill>
                  <a:schemeClr val="bg1"/>
                </a:solidFill>
                <a:latin typeface="Arial" panose="020B0604020202020204" pitchFamily="34" charset="0"/>
                <a:cs typeface="Arial" panose="020B0604020202020204" pitchFamily="34" charset="0"/>
              </a:rPr>
              <a:t>Job </a:t>
            </a:r>
            <a:r>
              <a:rPr lang="en-US" altLang="en-US" sz="2000" b="0" i="1" dirty="0">
                <a:solidFill>
                  <a:schemeClr val="bg1"/>
                </a:solidFill>
                <a:latin typeface="Arial" panose="020B0604020202020204" pitchFamily="34" charset="0"/>
                <a:cs typeface="Arial" panose="020B0604020202020204" pitchFamily="34" charset="0"/>
              </a:rPr>
              <a:t>Title: </a:t>
            </a:r>
            <a:r>
              <a:rPr lang="en-US" altLang="en-US" sz="2000" i="1" u="sng" dirty="0">
                <a:solidFill>
                  <a:schemeClr val="bg1"/>
                </a:solidFill>
                <a:latin typeface="Arial" panose="020B0604020202020204" pitchFamily="34" charset="0"/>
                <a:cs typeface="Arial" panose="020B0604020202020204" pitchFamily="34" charset="0"/>
              </a:rPr>
              <a:t>Truck-loading Operation</a:t>
            </a:r>
            <a:r>
              <a:rPr lang="en-US" altLang="en-US" sz="2000" b="0" i="1" dirty="0">
                <a:solidFill>
                  <a:schemeClr val="bg1"/>
                </a:solidFill>
                <a:latin typeface="Arial" panose="020B0604020202020204" pitchFamily="34" charset="0"/>
                <a:cs typeface="Arial" panose="020B0604020202020204" pitchFamily="34" charset="0"/>
              </a:rPr>
              <a:t> at </a:t>
            </a:r>
            <a:r>
              <a:rPr lang="en-US" altLang="en-US" sz="2000" b="0" i="1" u="sng" dirty="0">
                <a:solidFill>
                  <a:schemeClr val="bg1"/>
                </a:solidFill>
                <a:latin typeface="Arial" panose="020B0604020202020204" pitchFamily="34" charset="0"/>
                <a:cs typeface="Arial" panose="020B0604020202020204" pitchFamily="34" charset="0"/>
              </a:rPr>
              <a:t>First Rate Propane</a:t>
            </a:r>
            <a:r>
              <a:rPr lang="en-US" altLang="en-US" sz="2000" b="0" i="1" dirty="0" smtClean="0">
                <a:solidFill>
                  <a:schemeClr val="bg1"/>
                </a:solidFill>
                <a:latin typeface="Arial" panose="020B0604020202020204" pitchFamily="34" charset="0"/>
                <a:cs typeface="Arial" panose="020B0604020202020204" pitchFamily="34" charset="0"/>
              </a:rPr>
              <a:t>:</a:t>
            </a:r>
          </a:p>
          <a:p>
            <a:pPr marL="342900" lvl="0" indent="-342900" eaLnBrk="0" hangingPunct="0">
              <a:buFont typeface="Wingdings" panose="05000000000000000000" pitchFamily="2" charset="2"/>
              <a:buChar char="Ø"/>
              <a:defRPr/>
            </a:pPr>
            <a:endParaRPr lang="en-US" altLang="en-US" sz="2000" b="0" i="1" dirty="0">
              <a:solidFill>
                <a:schemeClr val="bg1"/>
              </a:solidFill>
              <a:latin typeface="Arial" panose="020B0604020202020204" pitchFamily="34" charset="0"/>
              <a:cs typeface="Arial" panose="020B0604020202020204" pitchFamily="34" charset="0"/>
            </a:endParaRPr>
          </a:p>
          <a:p>
            <a:pPr marL="342900" lvl="0" indent="-342900" eaLnBrk="0" hangingPunct="0">
              <a:buFont typeface="Wingdings" panose="05000000000000000000" pitchFamily="2" charset="2"/>
              <a:buChar char="Ø"/>
              <a:defRPr/>
            </a:pPr>
            <a:endParaRPr lang="en-US" altLang="en-US" sz="2000" b="0" i="1" dirty="0" smtClean="0">
              <a:solidFill>
                <a:schemeClr val="bg1"/>
              </a:solidFill>
              <a:latin typeface="Arial" panose="020B0604020202020204" pitchFamily="34" charset="0"/>
              <a:cs typeface="Arial" panose="020B0604020202020204" pitchFamily="34" charset="0"/>
            </a:endParaRPr>
          </a:p>
          <a:p>
            <a:pPr marL="342900" lvl="0" indent="-342900" eaLnBrk="0" hangingPunct="0">
              <a:buFont typeface="Wingdings" panose="05000000000000000000" pitchFamily="2" charset="2"/>
              <a:buChar char="Ø"/>
              <a:defRPr/>
            </a:pPr>
            <a:endParaRPr lang="en-US" altLang="en-US" sz="2000" b="0" i="1" dirty="0">
              <a:solidFill>
                <a:schemeClr val="bg1"/>
              </a:solidFill>
              <a:latin typeface="Arial" panose="020B0604020202020204" pitchFamily="34" charset="0"/>
              <a:cs typeface="Arial" panose="020B0604020202020204" pitchFamily="34" charset="0"/>
            </a:endParaRPr>
          </a:p>
          <a:p>
            <a:pPr marL="342900" lvl="0" indent="-342900" eaLnBrk="0" hangingPunct="0">
              <a:buFont typeface="Wingdings" panose="05000000000000000000" pitchFamily="2" charset="2"/>
              <a:buChar char="Ø"/>
              <a:defRPr/>
            </a:pPr>
            <a:endParaRPr lang="en-US" altLang="en-US" sz="2000" b="0" i="1" dirty="0" smtClean="0">
              <a:solidFill>
                <a:schemeClr val="bg1"/>
              </a:solidFill>
              <a:latin typeface="Arial" panose="020B0604020202020204" pitchFamily="34" charset="0"/>
              <a:cs typeface="Arial" panose="020B0604020202020204" pitchFamily="34" charset="0"/>
            </a:endParaRPr>
          </a:p>
          <a:p>
            <a:pPr marL="342900" lvl="0" indent="-342900" eaLnBrk="0" hangingPunct="0">
              <a:buFont typeface="Wingdings" panose="05000000000000000000" pitchFamily="2" charset="2"/>
              <a:buChar char="Ø"/>
              <a:defRPr/>
            </a:pPr>
            <a:endParaRPr lang="en-US" altLang="en-US" sz="2000" b="0" i="1" dirty="0">
              <a:solidFill>
                <a:schemeClr val="bg1"/>
              </a:solidFill>
              <a:latin typeface="Arial" panose="020B0604020202020204" pitchFamily="34" charset="0"/>
              <a:cs typeface="Arial" panose="020B0604020202020204" pitchFamily="34" charset="0"/>
            </a:endParaRPr>
          </a:p>
          <a:p>
            <a:pPr marL="342900" lvl="0" indent="-342900" eaLnBrk="0" hangingPunct="0">
              <a:buFont typeface="Wingdings" panose="05000000000000000000" pitchFamily="2" charset="2"/>
              <a:buChar char="Ø"/>
              <a:defRPr/>
            </a:pPr>
            <a:endParaRPr lang="en-US" altLang="en-US" sz="2000" b="0" i="1" dirty="0" smtClean="0">
              <a:solidFill>
                <a:schemeClr val="bg1"/>
              </a:solidFill>
              <a:latin typeface="Arial" panose="020B0604020202020204" pitchFamily="34" charset="0"/>
              <a:cs typeface="Arial" panose="020B0604020202020204" pitchFamily="34" charset="0"/>
            </a:endParaRPr>
          </a:p>
          <a:p>
            <a:pPr marL="342900" lvl="0" indent="-342900" eaLnBrk="0" hangingPunct="0">
              <a:buFont typeface="Wingdings" panose="05000000000000000000" pitchFamily="2" charset="2"/>
              <a:buChar char="Ø"/>
              <a:defRPr/>
            </a:pPr>
            <a:endParaRPr lang="en-US" altLang="en-US" sz="2000" b="0" i="1" dirty="0">
              <a:solidFill>
                <a:schemeClr val="bg1"/>
              </a:solidFill>
              <a:latin typeface="Arial" panose="020B0604020202020204" pitchFamily="34" charset="0"/>
              <a:cs typeface="Arial" panose="020B0604020202020204" pitchFamily="34" charset="0"/>
            </a:endParaRPr>
          </a:p>
          <a:p>
            <a:pPr marL="342900" lvl="0" indent="-342900" eaLnBrk="0" hangingPunct="0">
              <a:buFont typeface="Wingdings" panose="05000000000000000000" pitchFamily="2" charset="2"/>
              <a:buChar char="Ø"/>
              <a:defRPr/>
            </a:pPr>
            <a:endParaRPr lang="en-US" altLang="en-US" sz="2000" b="0" i="1" dirty="0" smtClean="0">
              <a:solidFill>
                <a:schemeClr val="bg1"/>
              </a:solidFill>
              <a:latin typeface="Arial" panose="020B0604020202020204" pitchFamily="34" charset="0"/>
              <a:cs typeface="Arial" panose="020B0604020202020204" pitchFamily="34" charset="0"/>
            </a:endParaRPr>
          </a:p>
          <a:p>
            <a:pPr marL="342900" lvl="0" indent="-342900" eaLnBrk="0" hangingPunct="0">
              <a:buFont typeface="Wingdings" panose="05000000000000000000" pitchFamily="2" charset="2"/>
              <a:buChar char="Ø"/>
              <a:defRPr/>
            </a:pPr>
            <a:endParaRPr lang="en-US" altLang="en-US" sz="2000" b="0" i="1" dirty="0">
              <a:solidFill>
                <a:schemeClr val="bg1"/>
              </a:solidFill>
              <a:latin typeface="Arial" panose="020B0604020202020204" pitchFamily="34" charset="0"/>
              <a:cs typeface="Arial" panose="020B0604020202020204" pitchFamily="34" charset="0"/>
            </a:endParaRPr>
          </a:p>
          <a:p>
            <a:pPr marL="342900" lvl="0" indent="-342900" eaLnBrk="0" hangingPunct="0">
              <a:buFont typeface="Wingdings" panose="05000000000000000000" pitchFamily="2" charset="2"/>
              <a:buChar char="Ø"/>
              <a:defRPr/>
            </a:pPr>
            <a:endParaRPr lang="en-US" altLang="en-US" sz="2000" b="0" i="1" dirty="0" smtClean="0">
              <a:solidFill>
                <a:schemeClr val="bg1"/>
              </a:solidFill>
              <a:latin typeface="Arial" panose="020B0604020202020204" pitchFamily="34" charset="0"/>
              <a:cs typeface="Arial" panose="020B0604020202020204" pitchFamily="34" charset="0"/>
            </a:endParaRPr>
          </a:p>
        </p:txBody>
      </p:sp>
      <p:sp>
        <p:nvSpPr>
          <p:cNvPr id="8"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18</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graphicFrame>
        <p:nvGraphicFramePr>
          <p:cNvPr id="6" name="Table 5"/>
          <p:cNvGraphicFramePr>
            <a:graphicFrameLocks noGrp="1"/>
          </p:cNvGraphicFramePr>
          <p:nvPr>
            <p:extLst>
              <p:ext uri="{D42A27DB-BD31-4B8C-83A1-F6EECF244321}">
                <p14:modId xmlns:p14="http://schemas.microsoft.com/office/powerpoint/2010/main" val="3179362123"/>
              </p:ext>
            </p:extLst>
          </p:nvPr>
        </p:nvGraphicFramePr>
        <p:xfrm>
          <a:off x="381000" y="2256536"/>
          <a:ext cx="8077200" cy="2620264"/>
        </p:xfrm>
        <a:graphic>
          <a:graphicData uri="http://schemas.openxmlformats.org/drawingml/2006/table">
            <a:tbl>
              <a:tblPr firstRow="1" bandRow="1"/>
              <a:tblGrid>
                <a:gridCol w="2651760">
                  <a:extLst>
                    <a:ext uri="{9D8B030D-6E8A-4147-A177-3AD203B41FA5}">
                      <a16:colId xmlns:a16="http://schemas.microsoft.com/office/drawing/2014/main" val="3443704447"/>
                    </a:ext>
                  </a:extLst>
                </a:gridCol>
                <a:gridCol w="2133600">
                  <a:extLst>
                    <a:ext uri="{9D8B030D-6E8A-4147-A177-3AD203B41FA5}">
                      <a16:colId xmlns:a16="http://schemas.microsoft.com/office/drawing/2014/main" val="3518489996"/>
                    </a:ext>
                  </a:extLst>
                </a:gridCol>
                <a:gridCol w="3291840">
                  <a:extLst>
                    <a:ext uri="{9D8B030D-6E8A-4147-A177-3AD203B41FA5}">
                      <a16:colId xmlns:a16="http://schemas.microsoft.com/office/drawing/2014/main" val="73636416"/>
                    </a:ext>
                  </a:extLst>
                </a:gridCol>
              </a:tblGrid>
              <a:tr h="370840">
                <a:tc>
                  <a:txBody>
                    <a:bodyPr/>
                    <a:lstStyle>
                      <a:lvl1pPr marL="0" algn="l" defTabSz="914400" rtl="0" eaLnBrk="1" latinLnBrk="0" hangingPunct="1">
                        <a:defRPr sz="1800" b="1" kern="1200">
                          <a:solidFill>
                            <a:schemeClr val="lt1"/>
                          </a:solidFill>
                          <a:latin typeface="Arial"/>
                        </a:defRPr>
                      </a:lvl1pPr>
                      <a:lvl2pPr marL="457200" algn="l" defTabSz="914400" rtl="0" eaLnBrk="1" latinLnBrk="0" hangingPunct="1">
                        <a:defRPr sz="1800" b="1" kern="1200">
                          <a:solidFill>
                            <a:schemeClr val="lt1"/>
                          </a:solidFill>
                          <a:latin typeface="Arial"/>
                        </a:defRPr>
                      </a:lvl2pPr>
                      <a:lvl3pPr marL="914400" algn="l" defTabSz="914400" rtl="0" eaLnBrk="1" latinLnBrk="0" hangingPunct="1">
                        <a:defRPr sz="1800" b="1" kern="1200">
                          <a:solidFill>
                            <a:schemeClr val="lt1"/>
                          </a:solidFill>
                          <a:latin typeface="Arial"/>
                        </a:defRPr>
                      </a:lvl3pPr>
                      <a:lvl4pPr marL="1371600" algn="l" defTabSz="914400" rtl="0" eaLnBrk="1" latinLnBrk="0" hangingPunct="1">
                        <a:defRPr sz="1800" b="1" kern="1200">
                          <a:solidFill>
                            <a:schemeClr val="lt1"/>
                          </a:solidFill>
                          <a:latin typeface="Arial"/>
                        </a:defRPr>
                      </a:lvl4pPr>
                      <a:lvl5pPr marL="1828800" algn="l" defTabSz="914400" rtl="0" eaLnBrk="1" latinLnBrk="0" hangingPunct="1">
                        <a:defRPr sz="1800" b="1" kern="1200">
                          <a:solidFill>
                            <a:schemeClr val="lt1"/>
                          </a:solidFill>
                          <a:latin typeface="Arial"/>
                        </a:defRPr>
                      </a:lvl5pPr>
                      <a:lvl6pPr marL="2286000" algn="l" defTabSz="914400" rtl="0" eaLnBrk="1" latinLnBrk="0" hangingPunct="1">
                        <a:defRPr sz="1800" b="1" kern="1200">
                          <a:solidFill>
                            <a:schemeClr val="lt1"/>
                          </a:solidFill>
                          <a:latin typeface="Arial"/>
                        </a:defRPr>
                      </a:lvl6pPr>
                      <a:lvl7pPr marL="2743200" algn="l" defTabSz="914400" rtl="0" eaLnBrk="1" latinLnBrk="0" hangingPunct="1">
                        <a:defRPr sz="1800" b="1" kern="1200">
                          <a:solidFill>
                            <a:schemeClr val="lt1"/>
                          </a:solidFill>
                          <a:latin typeface="Arial"/>
                        </a:defRPr>
                      </a:lvl7pPr>
                      <a:lvl8pPr marL="3200400" algn="l" defTabSz="914400" rtl="0" eaLnBrk="1" latinLnBrk="0" hangingPunct="1">
                        <a:defRPr sz="1800" b="1" kern="1200">
                          <a:solidFill>
                            <a:schemeClr val="lt1"/>
                          </a:solidFill>
                          <a:latin typeface="Arial"/>
                        </a:defRPr>
                      </a:lvl8pPr>
                      <a:lvl9pPr marL="3657600" algn="l" defTabSz="914400" rtl="0" eaLnBrk="1" latinLnBrk="0" hangingPunct="1">
                        <a:defRPr sz="1800" b="1" kern="1200">
                          <a:solidFill>
                            <a:schemeClr val="lt1"/>
                          </a:solidFill>
                          <a:latin typeface="Arial"/>
                        </a:defRPr>
                      </a:lvl9pPr>
                    </a:lstStyle>
                    <a:p>
                      <a:pPr>
                        <a:lnSpc>
                          <a:spcPct val="90000"/>
                        </a:lnSpc>
                      </a:pPr>
                      <a:r>
                        <a:rPr lang="en-US" dirty="0" smtClean="0">
                          <a:solidFill>
                            <a:schemeClr val="bg1"/>
                          </a:solidFill>
                        </a:rPr>
                        <a:t>Detailed</a:t>
                      </a:r>
                      <a:r>
                        <a:rPr lang="en-US" baseline="0" dirty="0" smtClean="0">
                          <a:solidFill>
                            <a:schemeClr val="bg1"/>
                          </a:solidFill>
                        </a:rPr>
                        <a:t> Activity</a:t>
                      </a:r>
                      <a:endParaRPr lang="en-US" dirty="0">
                        <a:solidFill>
                          <a:schemeClr val="bg1"/>
                        </a:solidFill>
                      </a:endParaRPr>
                    </a:p>
                  </a:txBody>
                  <a:tcP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9999FF"/>
                    </a:solidFill>
                  </a:tcPr>
                </a:tc>
                <a:tc>
                  <a:txBody>
                    <a:bodyPr/>
                    <a:lstStyle>
                      <a:lvl1pPr marL="0" algn="l" defTabSz="914400" rtl="0" eaLnBrk="1" latinLnBrk="0" hangingPunct="1">
                        <a:defRPr sz="1800" b="1" kern="1200">
                          <a:solidFill>
                            <a:schemeClr val="lt1"/>
                          </a:solidFill>
                          <a:latin typeface="Arial"/>
                        </a:defRPr>
                      </a:lvl1pPr>
                      <a:lvl2pPr marL="457200" algn="l" defTabSz="914400" rtl="0" eaLnBrk="1" latinLnBrk="0" hangingPunct="1">
                        <a:defRPr sz="1800" b="1" kern="1200">
                          <a:solidFill>
                            <a:schemeClr val="lt1"/>
                          </a:solidFill>
                          <a:latin typeface="Arial"/>
                        </a:defRPr>
                      </a:lvl2pPr>
                      <a:lvl3pPr marL="914400" algn="l" defTabSz="914400" rtl="0" eaLnBrk="1" latinLnBrk="0" hangingPunct="1">
                        <a:defRPr sz="1800" b="1" kern="1200">
                          <a:solidFill>
                            <a:schemeClr val="lt1"/>
                          </a:solidFill>
                          <a:latin typeface="Arial"/>
                        </a:defRPr>
                      </a:lvl3pPr>
                      <a:lvl4pPr marL="1371600" algn="l" defTabSz="914400" rtl="0" eaLnBrk="1" latinLnBrk="0" hangingPunct="1">
                        <a:defRPr sz="1800" b="1" kern="1200">
                          <a:solidFill>
                            <a:schemeClr val="lt1"/>
                          </a:solidFill>
                          <a:latin typeface="Arial"/>
                        </a:defRPr>
                      </a:lvl4pPr>
                      <a:lvl5pPr marL="1828800" algn="l" defTabSz="914400" rtl="0" eaLnBrk="1" latinLnBrk="0" hangingPunct="1">
                        <a:defRPr sz="1800" b="1" kern="1200">
                          <a:solidFill>
                            <a:schemeClr val="lt1"/>
                          </a:solidFill>
                          <a:latin typeface="Arial"/>
                        </a:defRPr>
                      </a:lvl5pPr>
                      <a:lvl6pPr marL="2286000" algn="l" defTabSz="914400" rtl="0" eaLnBrk="1" latinLnBrk="0" hangingPunct="1">
                        <a:defRPr sz="1800" b="1" kern="1200">
                          <a:solidFill>
                            <a:schemeClr val="lt1"/>
                          </a:solidFill>
                          <a:latin typeface="Arial"/>
                        </a:defRPr>
                      </a:lvl6pPr>
                      <a:lvl7pPr marL="2743200" algn="l" defTabSz="914400" rtl="0" eaLnBrk="1" latinLnBrk="0" hangingPunct="1">
                        <a:defRPr sz="1800" b="1" kern="1200">
                          <a:solidFill>
                            <a:schemeClr val="lt1"/>
                          </a:solidFill>
                          <a:latin typeface="Arial"/>
                        </a:defRPr>
                      </a:lvl7pPr>
                      <a:lvl8pPr marL="3200400" algn="l" defTabSz="914400" rtl="0" eaLnBrk="1" latinLnBrk="0" hangingPunct="1">
                        <a:defRPr sz="1800" b="1" kern="1200">
                          <a:solidFill>
                            <a:schemeClr val="lt1"/>
                          </a:solidFill>
                          <a:latin typeface="Arial"/>
                        </a:defRPr>
                      </a:lvl8pPr>
                      <a:lvl9pPr marL="3657600" algn="l" defTabSz="914400" rtl="0" eaLnBrk="1" latinLnBrk="0" hangingPunct="1">
                        <a:defRPr sz="1800" b="1" kern="1200">
                          <a:solidFill>
                            <a:schemeClr val="lt1"/>
                          </a:solidFill>
                          <a:latin typeface="Arial"/>
                        </a:defRPr>
                      </a:lvl9pPr>
                    </a:lstStyle>
                    <a:p>
                      <a:pPr>
                        <a:lnSpc>
                          <a:spcPct val="90000"/>
                        </a:lnSpc>
                      </a:pPr>
                      <a:r>
                        <a:rPr lang="en-US" dirty="0" smtClean="0">
                          <a:solidFill>
                            <a:schemeClr val="bg1"/>
                          </a:solidFill>
                        </a:rPr>
                        <a:t>Hazard</a:t>
                      </a:r>
                      <a:endParaRPr lang="en-US" dirty="0">
                        <a:solidFill>
                          <a:schemeClr val="bg1"/>
                        </a:solidFill>
                      </a:endParaRPr>
                    </a:p>
                  </a:txBody>
                  <a:tcP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9999FF"/>
                    </a:solidFill>
                  </a:tcPr>
                </a:tc>
                <a:tc>
                  <a:txBody>
                    <a:bodyPr/>
                    <a:lstStyle>
                      <a:lvl1pPr marL="0" algn="l" defTabSz="914400" rtl="0" eaLnBrk="1" latinLnBrk="0" hangingPunct="1">
                        <a:defRPr sz="1800" b="1" kern="1200">
                          <a:solidFill>
                            <a:schemeClr val="lt1"/>
                          </a:solidFill>
                          <a:latin typeface="Arial"/>
                        </a:defRPr>
                      </a:lvl1pPr>
                      <a:lvl2pPr marL="457200" algn="l" defTabSz="914400" rtl="0" eaLnBrk="1" latinLnBrk="0" hangingPunct="1">
                        <a:defRPr sz="1800" b="1" kern="1200">
                          <a:solidFill>
                            <a:schemeClr val="lt1"/>
                          </a:solidFill>
                          <a:latin typeface="Arial"/>
                        </a:defRPr>
                      </a:lvl2pPr>
                      <a:lvl3pPr marL="914400" algn="l" defTabSz="914400" rtl="0" eaLnBrk="1" latinLnBrk="0" hangingPunct="1">
                        <a:defRPr sz="1800" b="1" kern="1200">
                          <a:solidFill>
                            <a:schemeClr val="lt1"/>
                          </a:solidFill>
                          <a:latin typeface="Arial"/>
                        </a:defRPr>
                      </a:lvl3pPr>
                      <a:lvl4pPr marL="1371600" algn="l" defTabSz="914400" rtl="0" eaLnBrk="1" latinLnBrk="0" hangingPunct="1">
                        <a:defRPr sz="1800" b="1" kern="1200">
                          <a:solidFill>
                            <a:schemeClr val="lt1"/>
                          </a:solidFill>
                          <a:latin typeface="Arial"/>
                        </a:defRPr>
                      </a:lvl4pPr>
                      <a:lvl5pPr marL="1828800" algn="l" defTabSz="914400" rtl="0" eaLnBrk="1" latinLnBrk="0" hangingPunct="1">
                        <a:defRPr sz="1800" b="1" kern="1200">
                          <a:solidFill>
                            <a:schemeClr val="lt1"/>
                          </a:solidFill>
                          <a:latin typeface="Arial"/>
                        </a:defRPr>
                      </a:lvl5pPr>
                      <a:lvl6pPr marL="2286000" algn="l" defTabSz="914400" rtl="0" eaLnBrk="1" latinLnBrk="0" hangingPunct="1">
                        <a:defRPr sz="1800" b="1" kern="1200">
                          <a:solidFill>
                            <a:schemeClr val="lt1"/>
                          </a:solidFill>
                          <a:latin typeface="Arial"/>
                        </a:defRPr>
                      </a:lvl6pPr>
                      <a:lvl7pPr marL="2743200" algn="l" defTabSz="914400" rtl="0" eaLnBrk="1" latinLnBrk="0" hangingPunct="1">
                        <a:defRPr sz="1800" b="1" kern="1200">
                          <a:solidFill>
                            <a:schemeClr val="lt1"/>
                          </a:solidFill>
                          <a:latin typeface="Arial"/>
                        </a:defRPr>
                      </a:lvl7pPr>
                      <a:lvl8pPr marL="3200400" algn="l" defTabSz="914400" rtl="0" eaLnBrk="1" latinLnBrk="0" hangingPunct="1">
                        <a:defRPr sz="1800" b="1" kern="1200">
                          <a:solidFill>
                            <a:schemeClr val="lt1"/>
                          </a:solidFill>
                          <a:latin typeface="Arial"/>
                        </a:defRPr>
                      </a:lvl8pPr>
                      <a:lvl9pPr marL="3657600" algn="l" defTabSz="914400" rtl="0" eaLnBrk="1" latinLnBrk="0" hangingPunct="1">
                        <a:defRPr sz="1800" b="1" kern="1200">
                          <a:solidFill>
                            <a:schemeClr val="lt1"/>
                          </a:solidFill>
                          <a:latin typeface="Arial"/>
                        </a:defRPr>
                      </a:lvl9pPr>
                    </a:lstStyle>
                    <a:p>
                      <a:pPr>
                        <a:lnSpc>
                          <a:spcPct val="90000"/>
                        </a:lnSpc>
                      </a:pPr>
                      <a:r>
                        <a:rPr lang="en-US" dirty="0" smtClean="0">
                          <a:solidFill>
                            <a:schemeClr val="bg1"/>
                          </a:solidFill>
                        </a:rPr>
                        <a:t>Control Measure</a:t>
                      </a:r>
                      <a:endParaRPr lang="en-US" dirty="0">
                        <a:solidFill>
                          <a:schemeClr val="bg1"/>
                        </a:solidFill>
                      </a:endParaRPr>
                    </a:p>
                  </a:txBody>
                  <a:tcP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9999FF"/>
                    </a:solidFill>
                  </a:tcPr>
                </a:tc>
                <a:extLst>
                  <a:ext uri="{0D108BD9-81ED-4DB2-BD59-A6C34878D82A}">
                    <a16:rowId xmlns:a16="http://schemas.microsoft.com/office/drawing/2014/main" val="1006554743"/>
                  </a:ext>
                </a:extLst>
              </a:tr>
              <a:tr h="370840">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a:lnSpc>
                          <a:spcPct val="90000"/>
                        </a:lnSpc>
                      </a:pPr>
                      <a:r>
                        <a:rPr lang="en-US" dirty="0" smtClean="0"/>
                        <a:t>Secure area</a:t>
                      </a:r>
                      <a:r>
                        <a:rPr lang="en-US" baseline="0" dirty="0" smtClean="0"/>
                        <a:t> of ignition sources</a:t>
                      </a:r>
                      <a:endParaRPr lang="en-US" dirty="0"/>
                    </a:p>
                  </a:txBody>
                  <a:tcP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9999FF">
                        <a:tint val="40000"/>
                      </a:srgbClr>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a:lnSpc>
                          <a:spcPct val="90000"/>
                        </a:lnSpc>
                      </a:pPr>
                      <a:r>
                        <a:rPr lang="en-US" dirty="0" smtClean="0"/>
                        <a:t>Ignites</a:t>
                      </a:r>
                      <a:r>
                        <a:rPr lang="en-US" baseline="0" dirty="0" smtClean="0"/>
                        <a:t> propane if there is a leak. </a:t>
                      </a:r>
                      <a:endParaRPr lang="en-US" dirty="0"/>
                    </a:p>
                  </a:txBody>
                  <a:tcP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9999FF">
                        <a:tint val="40000"/>
                      </a:srgbClr>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a:lnSpc>
                          <a:spcPct val="90000"/>
                        </a:lnSpc>
                      </a:pPr>
                      <a:r>
                        <a:rPr lang="en-US" dirty="0" smtClean="0"/>
                        <a:t>Shut off truck.</a:t>
                      </a:r>
                    </a:p>
                    <a:p>
                      <a:pPr>
                        <a:lnSpc>
                          <a:spcPct val="90000"/>
                        </a:lnSpc>
                      </a:pPr>
                      <a:r>
                        <a:rPr lang="en-US" dirty="0" smtClean="0"/>
                        <a:t>Ensure</a:t>
                      </a:r>
                      <a:r>
                        <a:rPr lang="en-US" baseline="0" dirty="0" smtClean="0"/>
                        <a:t> no smoking.</a:t>
                      </a:r>
                      <a:endParaRPr lang="en-US" dirty="0"/>
                    </a:p>
                  </a:txBody>
                  <a:tcP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9999FF">
                        <a:tint val="40000"/>
                      </a:srgbClr>
                    </a:solidFill>
                  </a:tcPr>
                </a:tc>
                <a:extLst>
                  <a:ext uri="{0D108BD9-81ED-4DB2-BD59-A6C34878D82A}">
                    <a16:rowId xmlns:a16="http://schemas.microsoft.com/office/drawing/2014/main" val="917593792"/>
                  </a:ext>
                </a:extLst>
              </a:tr>
              <a:tr h="370840">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a:lnSpc>
                          <a:spcPct val="90000"/>
                        </a:lnSpc>
                      </a:pPr>
                      <a:r>
                        <a:rPr lang="en-US" dirty="0" smtClean="0"/>
                        <a:t>Connect hose from storage tank to truck tank.</a:t>
                      </a:r>
                      <a:endParaRPr lang="en-US" dirty="0"/>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9999FF">
                        <a:tint val="20000"/>
                      </a:srgbClr>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a:lnSpc>
                          <a:spcPct val="90000"/>
                        </a:lnSpc>
                      </a:pPr>
                      <a:r>
                        <a:rPr lang="en-US" dirty="0" smtClean="0"/>
                        <a:t>Improper connection.</a:t>
                      </a:r>
                    </a:p>
                    <a:p>
                      <a:pPr>
                        <a:lnSpc>
                          <a:spcPct val="90000"/>
                        </a:lnSpc>
                      </a:pPr>
                      <a:r>
                        <a:rPr lang="en-US" dirty="0" smtClean="0"/>
                        <a:t>Truck</a:t>
                      </a:r>
                      <a:r>
                        <a:rPr lang="en-US" baseline="0" dirty="0" smtClean="0"/>
                        <a:t> rolls away.</a:t>
                      </a:r>
                      <a:endParaRPr lang="en-US" dirty="0"/>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9999FF">
                        <a:tint val="20000"/>
                      </a:srgbClr>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a:lnSpc>
                          <a:spcPct val="90000"/>
                        </a:lnSpc>
                      </a:pPr>
                      <a:r>
                        <a:rPr lang="en-US" dirty="0" smtClean="0"/>
                        <a:t>Trained</a:t>
                      </a:r>
                      <a:r>
                        <a:rPr lang="en-US" baseline="0" dirty="0" smtClean="0"/>
                        <a:t> worker uses approved JSA &amp; completes the check list</a:t>
                      </a:r>
                      <a:endParaRPr lang="en-US" dirty="0"/>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9999FF">
                        <a:tint val="20000"/>
                      </a:srgbClr>
                    </a:solidFill>
                  </a:tcPr>
                </a:tc>
                <a:extLst>
                  <a:ext uri="{0D108BD9-81ED-4DB2-BD59-A6C34878D82A}">
                    <a16:rowId xmlns:a16="http://schemas.microsoft.com/office/drawing/2014/main" val="619388345"/>
                  </a:ext>
                </a:extLst>
              </a:tr>
              <a:tr h="370840">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a:lnSpc>
                          <a:spcPct val="90000"/>
                        </a:lnSpc>
                      </a:pPr>
                      <a:r>
                        <a:rPr lang="en-US" dirty="0" smtClean="0"/>
                        <a:t>Pressurize</a:t>
                      </a:r>
                      <a:r>
                        <a:rPr lang="en-US" baseline="0" dirty="0" smtClean="0"/>
                        <a:t> hose</a:t>
                      </a:r>
                      <a:endParaRPr lang="en-US" dirty="0"/>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9999FF">
                        <a:tint val="40000"/>
                      </a:srgbClr>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a:lnSpc>
                          <a:spcPct val="90000"/>
                        </a:lnSpc>
                      </a:pPr>
                      <a:r>
                        <a:rPr lang="en-US" dirty="0" smtClean="0"/>
                        <a:t>Hose ruptures.</a:t>
                      </a:r>
                      <a:endParaRPr lang="en-US" dirty="0"/>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9999FF">
                        <a:tint val="40000"/>
                      </a:srgbClr>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a:lnSpc>
                          <a:spcPct val="90000"/>
                        </a:lnSpc>
                      </a:pPr>
                      <a:r>
                        <a:rPr lang="en-US" dirty="0" smtClean="0"/>
                        <a:t>Hoses rated for service.</a:t>
                      </a:r>
                    </a:p>
                    <a:p>
                      <a:pPr>
                        <a:lnSpc>
                          <a:spcPct val="90000"/>
                        </a:lnSpc>
                      </a:pPr>
                      <a:r>
                        <a:rPr lang="en-US" dirty="0" smtClean="0"/>
                        <a:t>Hoses periodically</a:t>
                      </a:r>
                      <a:r>
                        <a:rPr lang="en-US" baseline="0" dirty="0" smtClean="0"/>
                        <a:t> inspected. Damaged hoses discarded.</a:t>
                      </a:r>
                      <a:endParaRPr lang="en-US" dirty="0"/>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9999FF">
                        <a:tint val="40000"/>
                      </a:srgbClr>
                    </a:solidFill>
                  </a:tcPr>
                </a:tc>
                <a:extLst>
                  <a:ext uri="{0D108BD9-81ED-4DB2-BD59-A6C34878D82A}">
                    <a16:rowId xmlns:a16="http://schemas.microsoft.com/office/drawing/2014/main" val="1843961582"/>
                  </a:ext>
                </a:extLst>
              </a:tr>
            </a:tbl>
          </a:graphicData>
        </a:graphic>
      </p:graphicFrame>
      <p:sp>
        <p:nvSpPr>
          <p:cNvPr id="11" name="Google Shape;125;p2"/>
          <p:cNvSpPr/>
          <p:nvPr/>
        </p:nvSpPr>
        <p:spPr>
          <a:xfrm>
            <a:off x="2514600" y="6300000"/>
            <a:ext cx="558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US" sz="1200" b="1" i="1" u="none" strike="noStrike" kern="0" cap="none" spc="0" normalizeH="0" baseline="0" noProof="0" dirty="0" smtClean="0">
                <a:ln>
                  <a:noFill/>
                </a:ln>
                <a:solidFill>
                  <a:srgbClr val="000000"/>
                </a:solidFill>
                <a:effectLst/>
                <a:uLnTx/>
                <a:uFillTx/>
                <a:latin typeface="Arial" charset="0"/>
                <a:ea typeface="Times New Roman"/>
                <a:cs typeface="Arial" panose="020B0604020202020204" pitchFamily="34" charset="0"/>
                <a:sym typeface="Times New Roman"/>
              </a:rPr>
              <a:t>Chapter 6.4: “Reasonably Practicable” and The Importance of Documenting RM Activities</a:t>
            </a:r>
            <a:endParaRPr kumimoji="0" lang="en-US"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endParaRPr>
          </a:p>
        </p:txBody>
      </p:sp>
    </p:spTree>
    <p:extLst>
      <p:ext uri="{BB962C8B-B14F-4D97-AF65-F5344CB8AC3E}">
        <p14:creationId xmlns:p14="http://schemas.microsoft.com/office/powerpoint/2010/main" val="346777865"/>
      </p:ext>
    </p:extLst>
  </p:cSld>
  <p:clrMapOvr>
    <a:masterClrMapping/>
  </p:clrMapOvr>
  <p:transition>
    <p:fade/>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5" name="Rectangle 2"/>
          <p:cNvSpPr>
            <a:spLocks noChangeArrowheads="1"/>
          </p:cNvSpPr>
          <p:nvPr/>
        </p:nvSpPr>
        <p:spPr bwMode="auto">
          <a:xfrm>
            <a:off x="180000" y="180000"/>
            <a:ext cx="8640000" cy="504000"/>
          </a:xfrm>
          <a:prstGeom prst="rect">
            <a:avLst/>
          </a:prstGeom>
          <a:solidFill>
            <a:srgbClr val="000000"/>
          </a:solidFill>
          <a:ln>
            <a:solidFill>
              <a:srgbClr val="000000"/>
            </a:solidFill>
          </a:ln>
          <a:extLst/>
        </p:spPr>
        <p:txBody>
          <a:bodyPr wrap="square" anchor="ctr" anchorCtr="0">
            <a:noAutofit/>
          </a:bodyPr>
          <a:lstStyle/>
          <a:p>
            <a:pPr lvl="0">
              <a:spcBef>
                <a:spcPts val="0"/>
              </a:spcBef>
              <a:spcAft>
                <a:spcPts val="0"/>
              </a:spcAft>
            </a:pPr>
            <a:r>
              <a:rPr lang="en-US" altLang="en-US" sz="2400" b="0" dirty="0">
                <a:solidFill>
                  <a:srgbClr val="F8F8F8"/>
                </a:solidFill>
                <a:latin typeface="Arial" panose="020B0604020202020204" pitchFamily="34" charset="0"/>
                <a:ea typeface="ＭＳ Ｐゴシック" panose="020B0600070205080204" pitchFamily="34" charset="-128"/>
                <a:cs typeface="Arial" panose="020B0604020202020204" pitchFamily="34" charset="0"/>
              </a:rPr>
              <a:t>Example: Prove that “Reasonably Practicable” was Done</a:t>
            </a:r>
            <a:endParaRPr kumimoji="0" lang="en-US" altLang="en-US" sz="2400" b="0" i="0" u="none" strike="noStrike" kern="1200" cap="none" spc="0" normalizeH="0" baseline="0" noProof="0" dirty="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2" name="Rectangle 1"/>
          <p:cNvSpPr/>
          <p:nvPr/>
        </p:nvSpPr>
        <p:spPr>
          <a:xfrm>
            <a:off x="180000" y="828000"/>
            <a:ext cx="8640000" cy="5328000"/>
          </a:xfrm>
          <a:prstGeom prst="rect">
            <a:avLst/>
          </a:prstGeom>
          <a:solidFill>
            <a:srgbClr val="000000"/>
          </a:solidFill>
          <a:ln>
            <a:solidFill>
              <a:srgbClr val="000000"/>
            </a:solidFill>
          </a:ln>
        </p:spPr>
        <p:txBody>
          <a:bodyPr wrap="square">
            <a:noAutofit/>
          </a:bodyPr>
          <a:lstStyle/>
          <a:p>
            <a:pPr lvl="0" eaLnBrk="0" hangingPunct="0">
              <a:defRPr/>
            </a:pPr>
            <a:r>
              <a:rPr lang="en-US" altLang="en-US" sz="2000" b="0" i="1" dirty="0">
                <a:solidFill>
                  <a:schemeClr val="bg1"/>
                </a:solidFill>
                <a:latin typeface="Arial" panose="020B0604020202020204" pitchFamily="34" charset="0"/>
                <a:cs typeface="Arial" panose="020B0604020202020204" pitchFamily="34" charset="0"/>
              </a:rPr>
              <a:t>Job Title: </a:t>
            </a:r>
            <a:r>
              <a:rPr lang="en-US" altLang="en-US" sz="2000" i="1" u="sng" dirty="0">
                <a:solidFill>
                  <a:schemeClr val="bg1"/>
                </a:solidFill>
                <a:latin typeface="Arial" panose="020B0604020202020204" pitchFamily="34" charset="0"/>
                <a:cs typeface="Arial" panose="020B0604020202020204" pitchFamily="34" charset="0"/>
              </a:rPr>
              <a:t>Truck-loading Operation</a:t>
            </a:r>
            <a:r>
              <a:rPr lang="en-US" altLang="en-US" sz="2000" b="0" i="1" dirty="0">
                <a:solidFill>
                  <a:schemeClr val="bg1"/>
                </a:solidFill>
                <a:latin typeface="Arial" panose="020B0604020202020204" pitchFamily="34" charset="0"/>
                <a:cs typeface="Arial" panose="020B0604020202020204" pitchFamily="34" charset="0"/>
              </a:rPr>
              <a:t> at </a:t>
            </a:r>
            <a:r>
              <a:rPr lang="en-US" altLang="en-US" sz="2000" b="0" i="1" u="sng" dirty="0">
                <a:solidFill>
                  <a:schemeClr val="bg1"/>
                </a:solidFill>
                <a:latin typeface="Arial" panose="020B0604020202020204" pitchFamily="34" charset="0"/>
                <a:cs typeface="Arial" panose="020B0604020202020204" pitchFamily="34" charset="0"/>
              </a:rPr>
              <a:t>First Rate Propane</a:t>
            </a:r>
            <a:r>
              <a:rPr lang="en-US" altLang="en-US" sz="2000" b="0" i="1" dirty="0" smtClean="0">
                <a:solidFill>
                  <a:schemeClr val="bg1"/>
                </a:solidFill>
                <a:latin typeface="Arial" panose="020B0604020202020204" pitchFamily="34" charset="0"/>
                <a:cs typeface="Arial" panose="020B0604020202020204" pitchFamily="34" charset="0"/>
              </a:rPr>
              <a:t>:</a:t>
            </a:r>
          </a:p>
          <a:p>
            <a:pPr marL="342900" lvl="0" indent="-342900" eaLnBrk="0" hangingPunct="0">
              <a:buFont typeface="Wingdings" panose="05000000000000000000" pitchFamily="2" charset="2"/>
              <a:buChar char="Ø"/>
              <a:defRPr/>
            </a:pPr>
            <a:endParaRPr lang="en-US" altLang="en-US" sz="2000" b="0" i="1" dirty="0">
              <a:solidFill>
                <a:schemeClr val="bg1"/>
              </a:solidFill>
              <a:latin typeface="Arial" panose="020B0604020202020204" pitchFamily="34" charset="0"/>
              <a:cs typeface="Arial" panose="020B0604020202020204" pitchFamily="34" charset="0"/>
            </a:endParaRPr>
          </a:p>
          <a:p>
            <a:pPr marL="342900" lvl="0" indent="-342900" eaLnBrk="0" hangingPunct="0">
              <a:buFont typeface="Wingdings" panose="05000000000000000000" pitchFamily="2" charset="2"/>
              <a:buChar char="Ø"/>
              <a:defRPr/>
            </a:pPr>
            <a:endParaRPr lang="en-US" altLang="en-US" sz="2000" b="0" i="1" dirty="0" smtClean="0">
              <a:solidFill>
                <a:schemeClr val="bg1"/>
              </a:solidFill>
              <a:latin typeface="Arial" panose="020B0604020202020204" pitchFamily="34" charset="0"/>
              <a:cs typeface="Arial" panose="020B0604020202020204" pitchFamily="34" charset="0"/>
            </a:endParaRPr>
          </a:p>
          <a:p>
            <a:pPr marL="342900" lvl="0" indent="-342900" eaLnBrk="0" hangingPunct="0">
              <a:buFont typeface="Wingdings" panose="05000000000000000000" pitchFamily="2" charset="2"/>
              <a:buChar char="Ø"/>
              <a:defRPr/>
            </a:pPr>
            <a:endParaRPr lang="en-US" altLang="en-US" sz="2000" b="0" i="1" dirty="0">
              <a:solidFill>
                <a:schemeClr val="bg1"/>
              </a:solidFill>
              <a:latin typeface="Arial" panose="020B0604020202020204" pitchFamily="34" charset="0"/>
              <a:cs typeface="Arial" panose="020B0604020202020204" pitchFamily="34" charset="0"/>
            </a:endParaRPr>
          </a:p>
          <a:p>
            <a:pPr marL="342900" lvl="0" indent="-342900" eaLnBrk="0" hangingPunct="0">
              <a:buFont typeface="Wingdings" panose="05000000000000000000" pitchFamily="2" charset="2"/>
              <a:buChar char="Ø"/>
              <a:defRPr/>
            </a:pPr>
            <a:endParaRPr lang="en-US" altLang="en-US" sz="2000" b="0" i="1" dirty="0" smtClean="0">
              <a:solidFill>
                <a:schemeClr val="bg1"/>
              </a:solidFill>
              <a:latin typeface="Arial" panose="020B0604020202020204" pitchFamily="34" charset="0"/>
              <a:cs typeface="Arial" panose="020B0604020202020204" pitchFamily="34" charset="0"/>
            </a:endParaRPr>
          </a:p>
          <a:p>
            <a:pPr marL="342900" lvl="0" indent="-342900" eaLnBrk="0" hangingPunct="0">
              <a:buFont typeface="Wingdings" panose="05000000000000000000" pitchFamily="2" charset="2"/>
              <a:buChar char="Ø"/>
              <a:defRPr/>
            </a:pPr>
            <a:endParaRPr lang="en-US" altLang="en-US" sz="2000" b="0" i="1" dirty="0">
              <a:solidFill>
                <a:schemeClr val="bg1"/>
              </a:solidFill>
              <a:latin typeface="Arial" panose="020B0604020202020204" pitchFamily="34" charset="0"/>
              <a:cs typeface="Arial" panose="020B0604020202020204" pitchFamily="34" charset="0"/>
            </a:endParaRPr>
          </a:p>
          <a:p>
            <a:pPr marL="342900" lvl="0" indent="-342900" eaLnBrk="0" hangingPunct="0">
              <a:buFont typeface="Wingdings" panose="05000000000000000000" pitchFamily="2" charset="2"/>
              <a:buChar char="Ø"/>
              <a:defRPr/>
            </a:pPr>
            <a:endParaRPr lang="en-US" altLang="en-US" sz="2000" b="0" i="1" dirty="0" smtClean="0">
              <a:solidFill>
                <a:schemeClr val="bg1"/>
              </a:solidFill>
              <a:latin typeface="Arial" panose="020B0604020202020204" pitchFamily="34" charset="0"/>
              <a:cs typeface="Arial" panose="020B0604020202020204" pitchFamily="34" charset="0"/>
            </a:endParaRPr>
          </a:p>
          <a:p>
            <a:pPr marL="342900" lvl="0" indent="-342900" eaLnBrk="0" hangingPunct="0">
              <a:buFont typeface="Wingdings" panose="05000000000000000000" pitchFamily="2" charset="2"/>
              <a:buChar char="Ø"/>
              <a:defRPr/>
            </a:pPr>
            <a:endParaRPr lang="en-US" altLang="en-US" sz="2000" b="0" i="1" dirty="0">
              <a:solidFill>
                <a:schemeClr val="bg1"/>
              </a:solidFill>
              <a:latin typeface="Arial" panose="020B0604020202020204" pitchFamily="34" charset="0"/>
              <a:cs typeface="Arial" panose="020B0604020202020204" pitchFamily="34" charset="0"/>
            </a:endParaRPr>
          </a:p>
          <a:p>
            <a:pPr marL="342900" lvl="0" indent="-342900" eaLnBrk="0" hangingPunct="0">
              <a:buFont typeface="Wingdings" panose="05000000000000000000" pitchFamily="2" charset="2"/>
              <a:buChar char="Ø"/>
              <a:defRPr/>
            </a:pPr>
            <a:endParaRPr lang="en-US" altLang="en-US" sz="2000" b="0" i="1" dirty="0" smtClean="0">
              <a:solidFill>
                <a:schemeClr val="bg1"/>
              </a:solidFill>
              <a:latin typeface="Arial" panose="020B0604020202020204" pitchFamily="34" charset="0"/>
              <a:cs typeface="Arial" panose="020B0604020202020204" pitchFamily="34" charset="0"/>
            </a:endParaRPr>
          </a:p>
          <a:p>
            <a:pPr marL="342900" lvl="0" indent="-342900" eaLnBrk="0" hangingPunct="0">
              <a:buFont typeface="Wingdings" panose="05000000000000000000" pitchFamily="2" charset="2"/>
              <a:buChar char="Ø"/>
              <a:defRPr/>
            </a:pPr>
            <a:endParaRPr lang="en-US" altLang="en-US" sz="2000" b="0" i="1" dirty="0">
              <a:solidFill>
                <a:schemeClr val="bg1"/>
              </a:solidFill>
              <a:latin typeface="Arial" panose="020B0604020202020204" pitchFamily="34" charset="0"/>
              <a:cs typeface="Arial" panose="020B0604020202020204" pitchFamily="34" charset="0"/>
            </a:endParaRPr>
          </a:p>
          <a:p>
            <a:pPr marL="342900" lvl="0" indent="-342900" eaLnBrk="0" hangingPunct="0">
              <a:buFont typeface="Wingdings" panose="05000000000000000000" pitchFamily="2" charset="2"/>
              <a:buChar char="Ø"/>
              <a:defRPr/>
            </a:pPr>
            <a:endParaRPr lang="en-US" altLang="en-US" sz="2000" b="0" i="1" dirty="0" smtClean="0">
              <a:solidFill>
                <a:schemeClr val="bg1"/>
              </a:solidFill>
              <a:latin typeface="Arial" panose="020B0604020202020204" pitchFamily="34" charset="0"/>
              <a:cs typeface="Arial" panose="020B0604020202020204" pitchFamily="34" charset="0"/>
            </a:endParaRPr>
          </a:p>
          <a:p>
            <a:pPr marL="342900" lvl="0" indent="-342900" eaLnBrk="0" hangingPunct="0">
              <a:buFont typeface="Wingdings" panose="05000000000000000000" pitchFamily="2" charset="2"/>
              <a:buChar char="Ø"/>
              <a:defRPr/>
            </a:pPr>
            <a:endParaRPr lang="en-US" altLang="en-US" sz="2000" b="0" i="1" dirty="0">
              <a:solidFill>
                <a:schemeClr val="bg1"/>
              </a:solidFill>
              <a:latin typeface="Arial" panose="020B0604020202020204" pitchFamily="34" charset="0"/>
              <a:cs typeface="Arial" panose="020B0604020202020204" pitchFamily="34" charset="0"/>
            </a:endParaRPr>
          </a:p>
          <a:p>
            <a:pPr marL="342900" lvl="0" indent="-342900" eaLnBrk="0" hangingPunct="0">
              <a:buFont typeface="Wingdings" panose="05000000000000000000" pitchFamily="2" charset="2"/>
              <a:buChar char="Ø"/>
              <a:defRPr/>
            </a:pPr>
            <a:endParaRPr lang="en-US" altLang="en-US" sz="2000" b="0" i="1" dirty="0" smtClean="0">
              <a:solidFill>
                <a:schemeClr val="bg1"/>
              </a:solidFill>
              <a:latin typeface="Arial" panose="020B0604020202020204" pitchFamily="34" charset="0"/>
              <a:cs typeface="Arial" panose="020B0604020202020204" pitchFamily="34" charset="0"/>
            </a:endParaRPr>
          </a:p>
          <a:p>
            <a:pPr marL="817200" lvl="1" indent="-457200">
              <a:spcAft>
                <a:spcPts val="0"/>
              </a:spcAft>
              <a:buSzPct val="100000"/>
              <a:buFont typeface="+mj-lt"/>
              <a:buAutoNum type="arabicParenR"/>
              <a:defRPr/>
            </a:pPr>
            <a:r>
              <a:rPr lang="en-US" altLang="en-US" sz="2000" i="1" kern="0" dirty="0">
                <a:solidFill>
                  <a:schemeClr val="bg1"/>
                </a:solidFill>
                <a:latin typeface="Arial"/>
              </a:rPr>
              <a:t>Assess </a:t>
            </a:r>
            <a:r>
              <a:rPr lang="en-US" altLang="en-US" sz="2000" i="1" u="sng" kern="0" dirty="0">
                <a:solidFill>
                  <a:schemeClr val="bg1"/>
                </a:solidFill>
                <a:latin typeface="Arial"/>
              </a:rPr>
              <a:t>foreseeable risks</a:t>
            </a:r>
          </a:p>
          <a:p>
            <a:pPr marL="817200" lvl="1" indent="-457200">
              <a:spcAft>
                <a:spcPts val="0"/>
              </a:spcAft>
              <a:buSzPct val="100000"/>
              <a:buFont typeface="+mj-lt"/>
              <a:buAutoNum type="arabicParenR"/>
              <a:defRPr/>
            </a:pPr>
            <a:r>
              <a:rPr lang="en-US" altLang="en-US" sz="2000" i="1" kern="0" dirty="0">
                <a:solidFill>
                  <a:schemeClr val="bg1"/>
                </a:solidFill>
                <a:latin typeface="Arial"/>
              </a:rPr>
              <a:t>Implement </a:t>
            </a:r>
            <a:r>
              <a:rPr lang="en-US" altLang="en-US" sz="2000" i="1" u="sng" kern="0" dirty="0">
                <a:solidFill>
                  <a:schemeClr val="bg1"/>
                </a:solidFill>
                <a:latin typeface="Arial"/>
              </a:rPr>
              <a:t>reasonable precautions</a:t>
            </a:r>
          </a:p>
          <a:p>
            <a:pPr marL="817200" lvl="1" indent="-457200">
              <a:spcAft>
                <a:spcPts val="0"/>
              </a:spcAft>
              <a:buSzPct val="100000"/>
              <a:buFont typeface="+mj-lt"/>
              <a:buAutoNum type="arabicParenR"/>
              <a:defRPr/>
            </a:pPr>
            <a:r>
              <a:rPr lang="en-US" altLang="en-US" sz="2000" i="1" kern="0" dirty="0">
                <a:solidFill>
                  <a:schemeClr val="bg1">
                    <a:lumMod val="50000"/>
                  </a:schemeClr>
                </a:solidFill>
                <a:latin typeface="Arial"/>
              </a:rPr>
              <a:t>Verify </a:t>
            </a:r>
            <a:r>
              <a:rPr lang="en-US" altLang="en-US" sz="2000" i="1" u="sng" kern="0" dirty="0" smtClean="0">
                <a:solidFill>
                  <a:schemeClr val="bg1">
                    <a:lumMod val="50000"/>
                  </a:schemeClr>
                </a:solidFill>
                <a:latin typeface="Arial"/>
              </a:rPr>
              <a:t>effectiveness</a:t>
            </a:r>
            <a:r>
              <a:rPr lang="en-US" altLang="en-US" sz="2000" b="0" i="1" kern="0" dirty="0" smtClean="0">
                <a:solidFill>
                  <a:schemeClr val="bg1">
                    <a:lumMod val="50000"/>
                  </a:schemeClr>
                </a:solidFill>
                <a:latin typeface="Arial"/>
              </a:rPr>
              <a:t> (next page)</a:t>
            </a:r>
            <a:endParaRPr lang="en-US" altLang="en-US" sz="2000" b="0" i="1" dirty="0">
              <a:solidFill>
                <a:schemeClr val="bg1">
                  <a:lumMod val="50000"/>
                </a:schemeClr>
              </a:solidFill>
              <a:latin typeface="Arial" panose="020B0604020202020204" pitchFamily="34" charset="0"/>
              <a:cs typeface="Arial" panose="020B0604020202020204" pitchFamily="34" charset="0"/>
            </a:endParaRPr>
          </a:p>
        </p:txBody>
      </p:sp>
      <p:sp>
        <p:nvSpPr>
          <p:cNvPr id="8"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19</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graphicFrame>
        <p:nvGraphicFramePr>
          <p:cNvPr id="6" name="Table 5"/>
          <p:cNvGraphicFramePr>
            <a:graphicFrameLocks noGrp="1"/>
          </p:cNvGraphicFramePr>
          <p:nvPr>
            <p:extLst/>
          </p:nvPr>
        </p:nvGraphicFramePr>
        <p:xfrm>
          <a:off x="381000" y="1889760"/>
          <a:ext cx="8077200" cy="2620264"/>
        </p:xfrm>
        <a:graphic>
          <a:graphicData uri="http://schemas.openxmlformats.org/drawingml/2006/table">
            <a:tbl>
              <a:tblPr firstRow="1" bandRow="1"/>
              <a:tblGrid>
                <a:gridCol w="2651760">
                  <a:extLst>
                    <a:ext uri="{9D8B030D-6E8A-4147-A177-3AD203B41FA5}">
                      <a16:colId xmlns:a16="http://schemas.microsoft.com/office/drawing/2014/main" val="3443704447"/>
                    </a:ext>
                  </a:extLst>
                </a:gridCol>
                <a:gridCol w="2133600">
                  <a:extLst>
                    <a:ext uri="{9D8B030D-6E8A-4147-A177-3AD203B41FA5}">
                      <a16:colId xmlns:a16="http://schemas.microsoft.com/office/drawing/2014/main" val="3518489996"/>
                    </a:ext>
                  </a:extLst>
                </a:gridCol>
                <a:gridCol w="3291840">
                  <a:extLst>
                    <a:ext uri="{9D8B030D-6E8A-4147-A177-3AD203B41FA5}">
                      <a16:colId xmlns:a16="http://schemas.microsoft.com/office/drawing/2014/main" val="73636416"/>
                    </a:ext>
                  </a:extLst>
                </a:gridCol>
              </a:tblGrid>
              <a:tr h="370840">
                <a:tc>
                  <a:txBody>
                    <a:bodyPr/>
                    <a:lstStyle>
                      <a:lvl1pPr marL="0" algn="l" defTabSz="914400" rtl="0" eaLnBrk="1" latinLnBrk="0" hangingPunct="1">
                        <a:defRPr sz="1800" b="1" kern="1200">
                          <a:solidFill>
                            <a:schemeClr val="lt1"/>
                          </a:solidFill>
                          <a:latin typeface="Arial"/>
                        </a:defRPr>
                      </a:lvl1pPr>
                      <a:lvl2pPr marL="457200" algn="l" defTabSz="914400" rtl="0" eaLnBrk="1" latinLnBrk="0" hangingPunct="1">
                        <a:defRPr sz="1800" b="1" kern="1200">
                          <a:solidFill>
                            <a:schemeClr val="lt1"/>
                          </a:solidFill>
                          <a:latin typeface="Arial"/>
                        </a:defRPr>
                      </a:lvl2pPr>
                      <a:lvl3pPr marL="914400" algn="l" defTabSz="914400" rtl="0" eaLnBrk="1" latinLnBrk="0" hangingPunct="1">
                        <a:defRPr sz="1800" b="1" kern="1200">
                          <a:solidFill>
                            <a:schemeClr val="lt1"/>
                          </a:solidFill>
                          <a:latin typeface="Arial"/>
                        </a:defRPr>
                      </a:lvl3pPr>
                      <a:lvl4pPr marL="1371600" algn="l" defTabSz="914400" rtl="0" eaLnBrk="1" latinLnBrk="0" hangingPunct="1">
                        <a:defRPr sz="1800" b="1" kern="1200">
                          <a:solidFill>
                            <a:schemeClr val="lt1"/>
                          </a:solidFill>
                          <a:latin typeface="Arial"/>
                        </a:defRPr>
                      </a:lvl4pPr>
                      <a:lvl5pPr marL="1828800" algn="l" defTabSz="914400" rtl="0" eaLnBrk="1" latinLnBrk="0" hangingPunct="1">
                        <a:defRPr sz="1800" b="1" kern="1200">
                          <a:solidFill>
                            <a:schemeClr val="lt1"/>
                          </a:solidFill>
                          <a:latin typeface="Arial"/>
                        </a:defRPr>
                      </a:lvl5pPr>
                      <a:lvl6pPr marL="2286000" algn="l" defTabSz="914400" rtl="0" eaLnBrk="1" latinLnBrk="0" hangingPunct="1">
                        <a:defRPr sz="1800" b="1" kern="1200">
                          <a:solidFill>
                            <a:schemeClr val="lt1"/>
                          </a:solidFill>
                          <a:latin typeface="Arial"/>
                        </a:defRPr>
                      </a:lvl6pPr>
                      <a:lvl7pPr marL="2743200" algn="l" defTabSz="914400" rtl="0" eaLnBrk="1" latinLnBrk="0" hangingPunct="1">
                        <a:defRPr sz="1800" b="1" kern="1200">
                          <a:solidFill>
                            <a:schemeClr val="lt1"/>
                          </a:solidFill>
                          <a:latin typeface="Arial"/>
                        </a:defRPr>
                      </a:lvl7pPr>
                      <a:lvl8pPr marL="3200400" algn="l" defTabSz="914400" rtl="0" eaLnBrk="1" latinLnBrk="0" hangingPunct="1">
                        <a:defRPr sz="1800" b="1" kern="1200">
                          <a:solidFill>
                            <a:schemeClr val="lt1"/>
                          </a:solidFill>
                          <a:latin typeface="Arial"/>
                        </a:defRPr>
                      </a:lvl8pPr>
                      <a:lvl9pPr marL="3657600" algn="l" defTabSz="914400" rtl="0" eaLnBrk="1" latinLnBrk="0" hangingPunct="1">
                        <a:defRPr sz="1800" b="1" kern="1200">
                          <a:solidFill>
                            <a:schemeClr val="lt1"/>
                          </a:solidFill>
                          <a:latin typeface="Arial"/>
                        </a:defRPr>
                      </a:lvl9pPr>
                    </a:lstStyle>
                    <a:p>
                      <a:pPr>
                        <a:lnSpc>
                          <a:spcPct val="90000"/>
                        </a:lnSpc>
                      </a:pPr>
                      <a:r>
                        <a:rPr lang="en-US" dirty="0" smtClean="0"/>
                        <a:t>Detailed</a:t>
                      </a:r>
                      <a:r>
                        <a:rPr lang="en-US" baseline="0" dirty="0" smtClean="0"/>
                        <a:t> Activity</a:t>
                      </a:r>
                      <a:endParaRPr lang="en-US" dirty="0"/>
                    </a:p>
                  </a:txBody>
                  <a:tcP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9999FF"/>
                    </a:solidFill>
                  </a:tcPr>
                </a:tc>
                <a:tc>
                  <a:txBody>
                    <a:bodyPr/>
                    <a:lstStyle>
                      <a:lvl1pPr marL="0" algn="l" defTabSz="914400" rtl="0" eaLnBrk="1" latinLnBrk="0" hangingPunct="1">
                        <a:defRPr sz="1800" b="1" kern="1200">
                          <a:solidFill>
                            <a:schemeClr val="lt1"/>
                          </a:solidFill>
                          <a:latin typeface="Arial"/>
                        </a:defRPr>
                      </a:lvl1pPr>
                      <a:lvl2pPr marL="457200" algn="l" defTabSz="914400" rtl="0" eaLnBrk="1" latinLnBrk="0" hangingPunct="1">
                        <a:defRPr sz="1800" b="1" kern="1200">
                          <a:solidFill>
                            <a:schemeClr val="lt1"/>
                          </a:solidFill>
                          <a:latin typeface="Arial"/>
                        </a:defRPr>
                      </a:lvl2pPr>
                      <a:lvl3pPr marL="914400" algn="l" defTabSz="914400" rtl="0" eaLnBrk="1" latinLnBrk="0" hangingPunct="1">
                        <a:defRPr sz="1800" b="1" kern="1200">
                          <a:solidFill>
                            <a:schemeClr val="lt1"/>
                          </a:solidFill>
                          <a:latin typeface="Arial"/>
                        </a:defRPr>
                      </a:lvl3pPr>
                      <a:lvl4pPr marL="1371600" algn="l" defTabSz="914400" rtl="0" eaLnBrk="1" latinLnBrk="0" hangingPunct="1">
                        <a:defRPr sz="1800" b="1" kern="1200">
                          <a:solidFill>
                            <a:schemeClr val="lt1"/>
                          </a:solidFill>
                          <a:latin typeface="Arial"/>
                        </a:defRPr>
                      </a:lvl4pPr>
                      <a:lvl5pPr marL="1828800" algn="l" defTabSz="914400" rtl="0" eaLnBrk="1" latinLnBrk="0" hangingPunct="1">
                        <a:defRPr sz="1800" b="1" kern="1200">
                          <a:solidFill>
                            <a:schemeClr val="lt1"/>
                          </a:solidFill>
                          <a:latin typeface="Arial"/>
                        </a:defRPr>
                      </a:lvl5pPr>
                      <a:lvl6pPr marL="2286000" algn="l" defTabSz="914400" rtl="0" eaLnBrk="1" latinLnBrk="0" hangingPunct="1">
                        <a:defRPr sz="1800" b="1" kern="1200">
                          <a:solidFill>
                            <a:schemeClr val="lt1"/>
                          </a:solidFill>
                          <a:latin typeface="Arial"/>
                        </a:defRPr>
                      </a:lvl6pPr>
                      <a:lvl7pPr marL="2743200" algn="l" defTabSz="914400" rtl="0" eaLnBrk="1" latinLnBrk="0" hangingPunct="1">
                        <a:defRPr sz="1800" b="1" kern="1200">
                          <a:solidFill>
                            <a:schemeClr val="lt1"/>
                          </a:solidFill>
                          <a:latin typeface="Arial"/>
                        </a:defRPr>
                      </a:lvl7pPr>
                      <a:lvl8pPr marL="3200400" algn="l" defTabSz="914400" rtl="0" eaLnBrk="1" latinLnBrk="0" hangingPunct="1">
                        <a:defRPr sz="1800" b="1" kern="1200">
                          <a:solidFill>
                            <a:schemeClr val="lt1"/>
                          </a:solidFill>
                          <a:latin typeface="Arial"/>
                        </a:defRPr>
                      </a:lvl8pPr>
                      <a:lvl9pPr marL="3657600" algn="l" defTabSz="914400" rtl="0" eaLnBrk="1" latinLnBrk="0" hangingPunct="1">
                        <a:defRPr sz="1800" b="1" kern="1200">
                          <a:solidFill>
                            <a:schemeClr val="lt1"/>
                          </a:solidFill>
                          <a:latin typeface="Arial"/>
                        </a:defRPr>
                      </a:lvl9pPr>
                    </a:lstStyle>
                    <a:p>
                      <a:pPr>
                        <a:lnSpc>
                          <a:spcPct val="90000"/>
                        </a:lnSpc>
                      </a:pPr>
                      <a:r>
                        <a:rPr lang="en-US" dirty="0" smtClean="0"/>
                        <a:t>Hazard</a:t>
                      </a:r>
                      <a:endParaRPr lang="en-US" dirty="0"/>
                    </a:p>
                  </a:txBody>
                  <a:tcP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9999FF"/>
                    </a:solidFill>
                  </a:tcPr>
                </a:tc>
                <a:tc>
                  <a:txBody>
                    <a:bodyPr/>
                    <a:lstStyle>
                      <a:lvl1pPr marL="0" algn="l" defTabSz="914400" rtl="0" eaLnBrk="1" latinLnBrk="0" hangingPunct="1">
                        <a:defRPr sz="1800" b="1" kern="1200">
                          <a:solidFill>
                            <a:schemeClr val="lt1"/>
                          </a:solidFill>
                          <a:latin typeface="Arial"/>
                        </a:defRPr>
                      </a:lvl1pPr>
                      <a:lvl2pPr marL="457200" algn="l" defTabSz="914400" rtl="0" eaLnBrk="1" latinLnBrk="0" hangingPunct="1">
                        <a:defRPr sz="1800" b="1" kern="1200">
                          <a:solidFill>
                            <a:schemeClr val="lt1"/>
                          </a:solidFill>
                          <a:latin typeface="Arial"/>
                        </a:defRPr>
                      </a:lvl2pPr>
                      <a:lvl3pPr marL="914400" algn="l" defTabSz="914400" rtl="0" eaLnBrk="1" latinLnBrk="0" hangingPunct="1">
                        <a:defRPr sz="1800" b="1" kern="1200">
                          <a:solidFill>
                            <a:schemeClr val="lt1"/>
                          </a:solidFill>
                          <a:latin typeface="Arial"/>
                        </a:defRPr>
                      </a:lvl3pPr>
                      <a:lvl4pPr marL="1371600" algn="l" defTabSz="914400" rtl="0" eaLnBrk="1" latinLnBrk="0" hangingPunct="1">
                        <a:defRPr sz="1800" b="1" kern="1200">
                          <a:solidFill>
                            <a:schemeClr val="lt1"/>
                          </a:solidFill>
                          <a:latin typeface="Arial"/>
                        </a:defRPr>
                      </a:lvl4pPr>
                      <a:lvl5pPr marL="1828800" algn="l" defTabSz="914400" rtl="0" eaLnBrk="1" latinLnBrk="0" hangingPunct="1">
                        <a:defRPr sz="1800" b="1" kern="1200">
                          <a:solidFill>
                            <a:schemeClr val="lt1"/>
                          </a:solidFill>
                          <a:latin typeface="Arial"/>
                        </a:defRPr>
                      </a:lvl5pPr>
                      <a:lvl6pPr marL="2286000" algn="l" defTabSz="914400" rtl="0" eaLnBrk="1" latinLnBrk="0" hangingPunct="1">
                        <a:defRPr sz="1800" b="1" kern="1200">
                          <a:solidFill>
                            <a:schemeClr val="lt1"/>
                          </a:solidFill>
                          <a:latin typeface="Arial"/>
                        </a:defRPr>
                      </a:lvl6pPr>
                      <a:lvl7pPr marL="2743200" algn="l" defTabSz="914400" rtl="0" eaLnBrk="1" latinLnBrk="0" hangingPunct="1">
                        <a:defRPr sz="1800" b="1" kern="1200">
                          <a:solidFill>
                            <a:schemeClr val="lt1"/>
                          </a:solidFill>
                          <a:latin typeface="Arial"/>
                        </a:defRPr>
                      </a:lvl7pPr>
                      <a:lvl8pPr marL="3200400" algn="l" defTabSz="914400" rtl="0" eaLnBrk="1" latinLnBrk="0" hangingPunct="1">
                        <a:defRPr sz="1800" b="1" kern="1200">
                          <a:solidFill>
                            <a:schemeClr val="lt1"/>
                          </a:solidFill>
                          <a:latin typeface="Arial"/>
                        </a:defRPr>
                      </a:lvl8pPr>
                      <a:lvl9pPr marL="3657600" algn="l" defTabSz="914400" rtl="0" eaLnBrk="1" latinLnBrk="0" hangingPunct="1">
                        <a:defRPr sz="1800" b="1" kern="1200">
                          <a:solidFill>
                            <a:schemeClr val="lt1"/>
                          </a:solidFill>
                          <a:latin typeface="Arial"/>
                        </a:defRPr>
                      </a:lvl9pPr>
                    </a:lstStyle>
                    <a:p>
                      <a:pPr>
                        <a:lnSpc>
                          <a:spcPct val="90000"/>
                        </a:lnSpc>
                      </a:pPr>
                      <a:r>
                        <a:rPr lang="en-US" dirty="0" smtClean="0"/>
                        <a:t>Control Measure</a:t>
                      </a:r>
                      <a:endParaRPr lang="en-US" dirty="0"/>
                    </a:p>
                  </a:txBody>
                  <a:tcP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9999FF"/>
                    </a:solidFill>
                  </a:tcPr>
                </a:tc>
                <a:extLst>
                  <a:ext uri="{0D108BD9-81ED-4DB2-BD59-A6C34878D82A}">
                    <a16:rowId xmlns:a16="http://schemas.microsoft.com/office/drawing/2014/main" val="1006554743"/>
                  </a:ext>
                </a:extLst>
              </a:tr>
              <a:tr h="370840">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a:lnSpc>
                          <a:spcPct val="90000"/>
                        </a:lnSpc>
                      </a:pPr>
                      <a:r>
                        <a:rPr lang="en-US" dirty="0" smtClean="0"/>
                        <a:t>Secure area</a:t>
                      </a:r>
                      <a:r>
                        <a:rPr lang="en-US" baseline="0" dirty="0" smtClean="0"/>
                        <a:t> of ignition sources</a:t>
                      </a:r>
                      <a:endParaRPr lang="en-US" dirty="0"/>
                    </a:p>
                  </a:txBody>
                  <a:tcP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9999FF">
                        <a:tint val="40000"/>
                      </a:srgbClr>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a:lnSpc>
                          <a:spcPct val="90000"/>
                        </a:lnSpc>
                      </a:pPr>
                      <a:r>
                        <a:rPr lang="en-US" dirty="0" smtClean="0"/>
                        <a:t>Ignites</a:t>
                      </a:r>
                      <a:r>
                        <a:rPr lang="en-US" baseline="0" dirty="0" smtClean="0"/>
                        <a:t> propane if there is a leak. </a:t>
                      </a:r>
                      <a:endParaRPr lang="en-US" dirty="0"/>
                    </a:p>
                  </a:txBody>
                  <a:tcP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9999FF">
                        <a:tint val="40000"/>
                      </a:srgbClr>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a:lnSpc>
                          <a:spcPct val="90000"/>
                        </a:lnSpc>
                      </a:pPr>
                      <a:r>
                        <a:rPr lang="en-US" dirty="0" smtClean="0"/>
                        <a:t>Shut off truck.</a:t>
                      </a:r>
                    </a:p>
                    <a:p>
                      <a:pPr>
                        <a:lnSpc>
                          <a:spcPct val="90000"/>
                        </a:lnSpc>
                      </a:pPr>
                      <a:r>
                        <a:rPr lang="en-US" dirty="0" smtClean="0"/>
                        <a:t>Ensure</a:t>
                      </a:r>
                      <a:r>
                        <a:rPr lang="en-US" baseline="0" dirty="0" smtClean="0"/>
                        <a:t> no smoking.</a:t>
                      </a:r>
                      <a:endParaRPr lang="en-US" dirty="0"/>
                    </a:p>
                  </a:txBody>
                  <a:tcP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9999FF">
                        <a:tint val="40000"/>
                      </a:srgbClr>
                    </a:solidFill>
                  </a:tcPr>
                </a:tc>
                <a:extLst>
                  <a:ext uri="{0D108BD9-81ED-4DB2-BD59-A6C34878D82A}">
                    <a16:rowId xmlns:a16="http://schemas.microsoft.com/office/drawing/2014/main" val="917593792"/>
                  </a:ext>
                </a:extLst>
              </a:tr>
              <a:tr h="370840">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a:lnSpc>
                          <a:spcPct val="90000"/>
                        </a:lnSpc>
                      </a:pPr>
                      <a:r>
                        <a:rPr lang="en-US" dirty="0" smtClean="0"/>
                        <a:t>Connect hose from storage tank to truck tank.</a:t>
                      </a:r>
                      <a:endParaRPr lang="en-US" dirty="0"/>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9999FF">
                        <a:tint val="20000"/>
                      </a:srgbClr>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a:lnSpc>
                          <a:spcPct val="90000"/>
                        </a:lnSpc>
                      </a:pPr>
                      <a:r>
                        <a:rPr lang="en-US" dirty="0" smtClean="0"/>
                        <a:t>Improper connection.</a:t>
                      </a:r>
                    </a:p>
                    <a:p>
                      <a:pPr>
                        <a:lnSpc>
                          <a:spcPct val="90000"/>
                        </a:lnSpc>
                      </a:pPr>
                      <a:r>
                        <a:rPr lang="en-US" dirty="0" smtClean="0"/>
                        <a:t>Truck</a:t>
                      </a:r>
                      <a:r>
                        <a:rPr lang="en-US" baseline="0" dirty="0" smtClean="0"/>
                        <a:t> rolls away.</a:t>
                      </a:r>
                      <a:endParaRPr lang="en-US" dirty="0"/>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9999FF">
                        <a:tint val="20000"/>
                      </a:srgbClr>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a:lnSpc>
                          <a:spcPct val="90000"/>
                        </a:lnSpc>
                      </a:pPr>
                      <a:r>
                        <a:rPr lang="en-US" dirty="0" smtClean="0"/>
                        <a:t>Trained</a:t>
                      </a:r>
                      <a:r>
                        <a:rPr lang="en-US" baseline="0" dirty="0" smtClean="0"/>
                        <a:t> worker uses approved JSA &amp; completes the check list</a:t>
                      </a:r>
                      <a:endParaRPr lang="en-US" dirty="0"/>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9999FF">
                        <a:tint val="20000"/>
                      </a:srgbClr>
                    </a:solidFill>
                  </a:tcPr>
                </a:tc>
                <a:extLst>
                  <a:ext uri="{0D108BD9-81ED-4DB2-BD59-A6C34878D82A}">
                    <a16:rowId xmlns:a16="http://schemas.microsoft.com/office/drawing/2014/main" val="619388345"/>
                  </a:ext>
                </a:extLst>
              </a:tr>
              <a:tr h="370840">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a:lnSpc>
                          <a:spcPct val="90000"/>
                        </a:lnSpc>
                      </a:pPr>
                      <a:r>
                        <a:rPr lang="en-US" dirty="0" smtClean="0"/>
                        <a:t>Pressurize</a:t>
                      </a:r>
                      <a:r>
                        <a:rPr lang="en-US" baseline="0" dirty="0" smtClean="0"/>
                        <a:t> hose</a:t>
                      </a:r>
                      <a:endParaRPr lang="en-US" dirty="0"/>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9999FF">
                        <a:tint val="40000"/>
                      </a:srgbClr>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a:lnSpc>
                          <a:spcPct val="90000"/>
                        </a:lnSpc>
                      </a:pPr>
                      <a:r>
                        <a:rPr lang="en-US" dirty="0" smtClean="0"/>
                        <a:t>Hose ruptures.</a:t>
                      </a:r>
                      <a:endParaRPr lang="en-US" dirty="0"/>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9999FF">
                        <a:tint val="40000"/>
                      </a:srgbClr>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a:lnSpc>
                          <a:spcPct val="90000"/>
                        </a:lnSpc>
                      </a:pPr>
                      <a:r>
                        <a:rPr lang="en-US" dirty="0" smtClean="0"/>
                        <a:t>Hoses rated for service.</a:t>
                      </a:r>
                    </a:p>
                    <a:p>
                      <a:pPr>
                        <a:lnSpc>
                          <a:spcPct val="90000"/>
                        </a:lnSpc>
                      </a:pPr>
                      <a:r>
                        <a:rPr lang="en-US" dirty="0" smtClean="0"/>
                        <a:t>Hoses periodically</a:t>
                      </a:r>
                      <a:r>
                        <a:rPr lang="en-US" baseline="0" dirty="0" smtClean="0"/>
                        <a:t> inspected. Damaged hoses discarded.</a:t>
                      </a:r>
                      <a:endParaRPr lang="en-US" dirty="0"/>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9999FF">
                        <a:tint val="40000"/>
                      </a:srgbClr>
                    </a:solidFill>
                  </a:tcPr>
                </a:tc>
                <a:extLst>
                  <a:ext uri="{0D108BD9-81ED-4DB2-BD59-A6C34878D82A}">
                    <a16:rowId xmlns:a16="http://schemas.microsoft.com/office/drawing/2014/main" val="1843961582"/>
                  </a:ext>
                </a:extLst>
              </a:tr>
            </a:tbl>
          </a:graphicData>
        </a:graphic>
      </p:graphicFrame>
      <p:sp>
        <p:nvSpPr>
          <p:cNvPr id="7" name="Rounded Rectangular Callout 6"/>
          <p:cNvSpPr/>
          <p:nvPr/>
        </p:nvSpPr>
        <p:spPr bwMode="auto">
          <a:xfrm>
            <a:off x="5318760" y="1295402"/>
            <a:ext cx="2773680" cy="408622"/>
          </a:xfrm>
          <a:prstGeom prst="wedgeRoundRectCallout">
            <a:avLst>
              <a:gd name="adj1" fmla="val -26636"/>
              <a:gd name="adj2" fmla="val 111446"/>
              <a:gd name="adj3" fmla="val 16667"/>
            </a:avLst>
          </a:prstGeom>
          <a:solidFill>
            <a:srgbClr val="FFFFFF"/>
          </a:solidFill>
          <a:ln w="38100" cap="flat" cmpd="sng" algn="ctr">
            <a:solidFill>
              <a:srgbClr val="00B050"/>
            </a:solid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spAutoFit/>
          </a:bodyPr>
          <a:lstStyle/>
          <a:p>
            <a:pPr algn="ctr" eaLnBrk="0" hangingPunct="0"/>
            <a:r>
              <a:rPr lang="en-US" b="0" dirty="0" smtClean="0">
                <a:solidFill>
                  <a:srgbClr val="00B050"/>
                </a:solidFill>
                <a:latin typeface="Arial" pitchFamily="34" charset="0"/>
              </a:rPr>
              <a:t>“reasonable precautions”</a:t>
            </a:r>
          </a:p>
        </p:txBody>
      </p:sp>
      <p:sp>
        <p:nvSpPr>
          <p:cNvPr id="10" name="Rounded Rectangular Callout 9"/>
          <p:cNvSpPr/>
          <p:nvPr/>
        </p:nvSpPr>
        <p:spPr bwMode="auto">
          <a:xfrm>
            <a:off x="2880360" y="1295400"/>
            <a:ext cx="2133600" cy="408624"/>
          </a:xfrm>
          <a:prstGeom prst="wedgeRoundRectCallout">
            <a:avLst>
              <a:gd name="adj1" fmla="val -20470"/>
              <a:gd name="adj2" fmla="val 103970"/>
              <a:gd name="adj3" fmla="val 16667"/>
            </a:avLst>
          </a:prstGeom>
          <a:solidFill>
            <a:srgbClr val="FFFFFF"/>
          </a:solidFill>
          <a:ln w="38100" cap="flat" cmpd="sng" algn="ctr">
            <a:solidFill>
              <a:srgbClr val="FF0000"/>
            </a:solid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spAutoFit/>
          </a:bodyPr>
          <a:lstStyle/>
          <a:p>
            <a:pPr algn="ctr" eaLnBrk="0" hangingPunct="0"/>
            <a:r>
              <a:rPr lang="en-US" b="0" dirty="0" smtClean="0">
                <a:solidFill>
                  <a:srgbClr val="FF0000"/>
                </a:solidFill>
                <a:latin typeface="Arial" pitchFamily="34" charset="0"/>
              </a:rPr>
              <a:t>“foreseeable risks”</a:t>
            </a:r>
          </a:p>
        </p:txBody>
      </p:sp>
      <p:sp>
        <p:nvSpPr>
          <p:cNvPr id="11" name="Google Shape;125;p2"/>
          <p:cNvSpPr/>
          <p:nvPr/>
        </p:nvSpPr>
        <p:spPr>
          <a:xfrm>
            <a:off x="2514600" y="6300000"/>
            <a:ext cx="558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US" sz="1200" b="1" i="1" u="none" strike="noStrike" kern="0" cap="none" spc="0" normalizeH="0" baseline="0" noProof="0" dirty="0" smtClean="0">
                <a:ln>
                  <a:noFill/>
                </a:ln>
                <a:solidFill>
                  <a:srgbClr val="000000"/>
                </a:solidFill>
                <a:effectLst/>
                <a:uLnTx/>
                <a:uFillTx/>
                <a:latin typeface="Arial" charset="0"/>
                <a:ea typeface="Times New Roman"/>
                <a:cs typeface="Arial" panose="020B0604020202020204" pitchFamily="34" charset="0"/>
                <a:sym typeface="Times New Roman"/>
              </a:rPr>
              <a:t>Chapter 6.4: “Reasonably Practicable” and The Importance of Documenting RM Activities</a:t>
            </a:r>
            <a:endParaRPr kumimoji="0" lang="en-US"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endParaRPr>
          </a:p>
        </p:txBody>
      </p:sp>
    </p:spTree>
    <p:extLst>
      <p:ext uri="{BB962C8B-B14F-4D97-AF65-F5344CB8AC3E}">
        <p14:creationId xmlns:p14="http://schemas.microsoft.com/office/powerpoint/2010/main" val="2243793518"/>
      </p:ext>
    </p:extLst>
  </p:cSld>
  <p:clrMapOvr>
    <a:masterClrMapping/>
  </p:clrMapOvr>
  <p:transition>
    <p:fade/>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5" name="Rectangle 2"/>
          <p:cNvSpPr>
            <a:spLocks noChangeArrowheads="1"/>
          </p:cNvSpPr>
          <p:nvPr/>
        </p:nvSpPr>
        <p:spPr bwMode="auto">
          <a:xfrm>
            <a:off x="180000" y="180000"/>
            <a:ext cx="8640000" cy="504000"/>
          </a:xfrm>
          <a:prstGeom prst="rect">
            <a:avLst/>
          </a:prstGeom>
          <a:solidFill>
            <a:srgbClr val="000000"/>
          </a:solidFill>
          <a:ln>
            <a:solidFill>
              <a:srgbClr val="000000"/>
            </a:solidFill>
          </a:ln>
          <a:extLst/>
        </p:spPr>
        <p:txBody>
          <a:bodyPr wrap="square" anchor="ctr" anchorCtr="0">
            <a:noAutofit/>
          </a:bodyPr>
          <a:lstStyle/>
          <a:p>
            <a:pPr lvl="0">
              <a:spcBef>
                <a:spcPts val="0"/>
              </a:spcBef>
              <a:spcAft>
                <a:spcPts val="0"/>
              </a:spcAft>
            </a:pPr>
            <a:r>
              <a:rPr lang="en-US" altLang="en-US" sz="2400" b="0" dirty="0">
                <a:solidFill>
                  <a:srgbClr val="F8F8F8"/>
                </a:solidFill>
                <a:latin typeface="Arial" panose="020B0604020202020204" pitchFamily="34" charset="0"/>
                <a:ea typeface="ＭＳ Ｐゴシック" panose="020B0600070205080204" pitchFamily="34" charset="-128"/>
                <a:cs typeface="Arial" panose="020B0604020202020204" pitchFamily="34" charset="0"/>
              </a:rPr>
              <a:t>Example: Prove that “Reasonably Practicable” was Done</a:t>
            </a:r>
          </a:p>
        </p:txBody>
      </p:sp>
      <p:sp>
        <p:nvSpPr>
          <p:cNvPr id="2" name="Rectangle 1"/>
          <p:cNvSpPr/>
          <p:nvPr/>
        </p:nvSpPr>
        <p:spPr>
          <a:xfrm>
            <a:off x="180000" y="828000"/>
            <a:ext cx="8640000" cy="5328000"/>
          </a:xfrm>
          <a:prstGeom prst="rect">
            <a:avLst/>
          </a:prstGeom>
          <a:solidFill>
            <a:srgbClr val="000000"/>
          </a:solidFill>
          <a:ln>
            <a:solidFill>
              <a:srgbClr val="000000"/>
            </a:solidFill>
          </a:ln>
        </p:spPr>
        <p:txBody>
          <a:bodyPr wrap="square">
            <a:noAutofit/>
          </a:bodyPr>
          <a:lstStyle/>
          <a:p>
            <a:pPr marR="0" lvl="0" algn="l" defTabSz="914400" rtl="0" eaLnBrk="0" fontAlgn="base" latinLnBrk="0" hangingPunct="0">
              <a:lnSpc>
                <a:spcPct val="100000"/>
              </a:lnSpc>
              <a:spcBef>
                <a:spcPct val="0"/>
              </a:spcBef>
              <a:spcAft>
                <a:spcPct val="0"/>
              </a:spcAft>
              <a:buClrTx/>
              <a:buSzTx/>
              <a:tabLst/>
              <a:defRPr/>
            </a:pPr>
            <a:r>
              <a:rPr kumimoji="0" lang="en-US" altLang="en-US" sz="2000" b="0" i="1"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rPr>
              <a:t>Job Title: </a:t>
            </a:r>
            <a:r>
              <a:rPr kumimoji="0" lang="en-US" altLang="en-US" sz="2000" b="1" i="1" u="sng"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rPr>
              <a:t>Truck-loading Operation</a:t>
            </a:r>
            <a:r>
              <a:rPr kumimoji="0" lang="en-US" altLang="en-US" sz="2000" b="0" i="1"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rPr>
              <a:t> at </a:t>
            </a:r>
            <a:r>
              <a:rPr kumimoji="0" lang="en-US" altLang="en-US" sz="2000" b="0" i="1" u="sng"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rPr>
              <a:t>First Rate Propane</a:t>
            </a:r>
            <a:r>
              <a:rPr kumimoji="0" lang="en-US" altLang="en-US" sz="2000" b="0" i="1" u="none" strike="noStrike" kern="1200" cap="none" spc="0" normalizeH="0" baseline="0" noProof="0" dirty="0" smtClean="0">
                <a:ln>
                  <a:noFill/>
                </a:ln>
                <a:solidFill>
                  <a:srgbClr val="FFFFFF"/>
                </a:solidFill>
                <a:effectLst/>
                <a:uLnTx/>
                <a:uFillTx/>
                <a:latin typeface="Arial" panose="020B0604020202020204" pitchFamily="34" charset="0"/>
                <a:ea typeface="+mn-ea"/>
                <a:cs typeface="Arial" panose="020B0604020202020204" pitchFamily="34" charset="0"/>
              </a:rPr>
              <a:t>:</a:t>
            </a: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defRPr/>
            </a:pPr>
            <a:endParaRPr lang="en-US" altLang="en-US" sz="2000" b="0" i="1" dirty="0">
              <a:solidFill>
                <a:srgbClr val="FFFFFF"/>
              </a:solidFill>
              <a:latin typeface="Arial" panose="020B0604020202020204" pitchFamily="34" charset="0"/>
              <a:cs typeface="Arial" panose="020B0604020202020204" pitchFamily="34" charset="0"/>
            </a:endParaRP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defRPr/>
            </a:pPr>
            <a:endParaRPr kumimoji="0" lang="en-US" altLang="en-US" sz="2000" b="0" i="1" u="none" strike="noStrike" kern="1200" cap="none" spc="0" normalizeH="0" baseline="0" noProof="0" dirty="0" smtClean="0">
              <a:ln>
                <a:noFill/>
              </a:ln>
              <a:solidFill>
                <a:srgbClr val="FFFFFF"/>
              </a:solidFill>
              <a:effectLst/>
              <a:uLnTx/>
              <a:uFillTx/>
              <a:latin typeface="Arial" panose="020B0604020202020204" pitchFamily="34" charset="0"/>
              <a:ea typeface="+mn-ea"/>
              <a:cs typeface="Arial" panose="020B0604020202020204" pitchFamily="34" charset="0"/>
            </a:endParaRP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defRPr/>
            </a:pPr>
            <a:endParaRPr lang="en-US" altLang="en-US" sz="2000" b="0" i="1" dirty="0">
              <a:solidFill>
                <a:srgbClr val="FFFFFF"/>
              </a:solidFill>
              <a:latin typeface="Arial" panose="020B0604020202020204" pitchFamily="34" charset="0"/>
              <a:cs typeface="Arial" panose="020B0604020202020204" pitchFamily="34" charset="0"/>
            </a:endParaRP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defRPr/>
            </a:pPr>
            <a:endParaRPr kumimoji="0" lang="en-US" altLang="en-US" sz="2000" b="0" i="1" u="none" strike="noStrike" kern="1200" cap="none" spc="0" normalizeH="0" baseline="0" noProof="0" dirty="0" smtClean="0">
              <a:ln>
                <a:noFill/>
              </a:ln>
              <a:solidFill>
                <a:srgbClr val="FFFFFF"/>
              </a:solidFill>
              <a:effectLst/>
              <a:uLnTx/>
              <a:uFillTx/>
              <a:latin typeface="Arial" panose="020B0604020202020204" pitchFamily="34" charset="0"/>
              <a:ea typeface="+mn-ea"/>
              <a:cs typeface="Arial" panose="020B0604020202020204" pitchFamily="34" charset="0"/>
            </a:endParaRP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defRPr/>
            </a:pPr>
            <a:endParaRPr lang="en-US" altLang="en-US" sz="2000" b="0" i="1" dirty="0">
              <a:solidFill>
                <a:srgbClr val="FFFFFF"/>
              </a:solidFill>
              <a:latin typeface="Arial" panose="020B0604020202020204" pitchFamily="34" charset="0"/>
              <a:cs typeface="Arial" panose="020B0604020202020204" pitchFamily="34" charset="0"/>
            </a:endParaRP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defRPr/>
            </a:pPr>
            <a:endParaRPr kumimoji="0" lang="en-US" altLang="en-US" sz="2000" b="0" i="1" u="none" strike="noStrike" kern="1200" cap="none" spc="0" normalizeH="0" baseline="0" noProof="0" dirty="0" smtClean="0">
              <a:ln>
                <a:noFill/>
              </a:ln>
              <a:solidFill>
                <a:srgbClr val="FFFFFF"/>
              </a:solidFill>
              <a:effectLst/>
              <a:uLnTx/>
              <a:uFillTx/>
              <a:latin typeface="Arial" panose="020B0604020202020204" pitchFamily="34" charset="0"/>
              <a:ea typeface="+mn-ea"/>
              <a:cs typeface="Arial" panose="020B0604020202020204" pitchFamily="34" charset="0"/>
            </a:endParaRP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defRPr/>
            </a:pPr>
            <a:endParaRPr lang="en-US" altLang="en-US" sz="2000" b="0" i="1" dirty="0">
              <a:solidFill>
                <a:srgbClr val="FFFFFF"/>
              </a:solidFill>
              <a:latin typeface="Arial" panose="020B0604020202020204" pitchFamily="34" charset="0"/>
              <a:cs typeface="Arial" panose="020B0604020202020204" pitchFamily="34" charset="0"/>
            </a:endParaRP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defRPr/>
            </a:pPr>
            <a:endParaRPr kumimoji="0" lang="en-US" altLang="en-US" sz="2000" b="0" i="1" u="none" strike="noStrike" kern="1200" cap="none" spc="0" normalizeH="0" baseline="0" noProof="0" dirty="0" smtClean="0">
              <a:ln>
                <a:noFill/>
              </a:ln>
              <a:solidFill>
                <a:srgbClr val="FFFFFF"/>
              </a:solidFill>
              <a:effectLst/>
              <a:uLnTx/>
              <a:uFillTx/>
              <a:latin typeface="Arial" panose="020B0604020202020204" pitchFamily="34" charset="0"/>
              <a:ea typeface="+mn-ea"/>
              <a:cs typeface="Arial" panose="020B0604020202020204" pitchFamily="34" charset="0"/>
            </a:endParaRP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defRPr/>
            </a:pPr>
            <a:endParaRPr lang="en-US" altLang="en-US" sz="2000" b="0" i="1" dirty="0">
              <a:solidFill>
                <a:srgbClr val="FFFFFF"/>
              </a:solidFill>
              <a:latin typeface="Arial" panose="020B0604020202020204" pitchFamily="34" charset="0"/>
              <a:cs typeface="Arial" panose="020B0604020202020204" pitchFamily="34" charset="0"/>
            </a:endParaRP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defRPr/>
            </a:pPr>
            <a:endParaRPr kumimoji="0" lang="en-US" altLang="en-US" sz="2000" b="0" i="1" u="none" strike="noStrike" kern="1200" cap="none" spc="0" normalizeH="0" baseline="0" noProof="0" dirty="0" smtClean="0">
              <a:ln>
                <a:noFill/>
              </a:ln>
              <a:solidFill>
                <a:srgbClr val="FFFFFF"/>
              </a:solidFill>
              <a:effectLst/>
              <a:uLnTx/>
              <a:uFillTx/>
              <a:latin typeface="Arial" panose="020B0604020202020204" pitchFamily="34" charset="0"/>
              <a:ea typeface="+mn-ea"/>
              <a:cs typeface="Arial" panose="020B0604020202020204" pitchFamily="34" charset="0"/>
            </a:endParaRP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defRPr/>
            </a:pPr>
            <a:endParaRPr lang="en-US" altLang="en-US" sz="2000" b="0" i="1" dirty="0">
              <a:solidFill>
                <a:srgbClr val="FFFFFF"/>
              </a:solidFill>
              <a:latin typeface="Arial" panose="020B0604020202020204" pitchFamily="34" charset="0"/>
              <a:cs typeface="Arial" panose="020B0604020202020204" pitchFamily="34" charset="0"/>
            </a:endParaRP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defRPr/>
            </a:pPr>
            <a:endParaRPr kumimoji="0" lang="en-US" altLang="en-US" sz="2000" b="0" i="1" u="none" strike="noStrike" kern="1200" cap="none" spc="0" normalizeH="0" baseline="0" noProof="0" dirty="0" smtClean="0">
              <a:ln>
                <a:noFill/>
              </a:ln>
              <a:solidFill>
                <a:srgbClr val="FFFFFF"/>
              </a:solidFill>
              <a:effectLst/>
              <a:uLnTx/>
              <a:uFillTx/>
              <a:latin typeface="Arial" panose="020B0604020202020204" pitchFamily="34" charset="0"/>
              <a:ea typeface="+mn-ea"/>
              <a:cs typeface="Arial" panose="020B0604020202020204" pitchFamily="34" charset="0"/>
            </a:endParaRPr>
          </a:p>
          <a:p>
            <a:pPr marL="342900" lvl="0" indent="-342900" eaLnBrk="0" hangingPunct="0">
              <a:buFont typeface="Wingdings" panose="05000000000000000000" pitchFamily="2" charset="2"/>
              <a:buChar char="Ø"/>
              <a:defRPr/>
            </a:pPr>
            <a:r>
              <a:rPr lang="en-US" altLang="en-US" sz="2000" b="0" i="1" u="sng" dirty="0">
                <a:solidFill>
                  <a:srgbClr val="FFFFFF"/>
                </a:solidFill>
                <a:latin typeface="Arial" panose="020B0604020202020204" pitchFamily="34" charset="0"/>
                <a:cs typeface="Arial" panose="020B0604020202020204" pitchFamily="34" charset="0"/>
              </a:rPr>
              <a:t>Examples of verifications</a:t>
            </a:r>
            <a:r>
              <a:rPr lang="en-US" altLang="en-US" sz="2000" b="0" i="1" dirty="0">
                <a:solidFill>
                  <a:srgbClr val="FFFFFF"/>
                </a:solidFill>
                <a:latin typeface="Arial" panose="020B0604020202020204" pitchFamily="34" charset="0"/>
                <a:cs typeface="Arial" panose="020B0604020202020204" pitchFamily="34" charset="0"/>
              </a:rPr>
              <a:t>: JSA or Check-list signed and dated by the worker, training certification / qualification of the worker, audits / inspections of work-in-progress and checks on the JSA and check-lists. </a:t>
            </a:r>
            <a:endParaRPr kumimoji="0" lang="en-US" altLang="en-US" sz="2000" b="0" i="1"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endParaRPr>
          </a:p>
        </p:txBody>
      </p:sp>
      <p:sp>
        <p:nvSpPr>
          <p:cNvPr id="8"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20</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graphicFrame>
        <p:nvGraphicFramePr>
          <p:cNvPr id="6" name="Table 5"/>
          <p:cNvGraphicFramePr>
            <a:graphicFrameLocks noGrp="1"/>
          </p:cNvGraphicFramePr>
          <p:nvPr>
            <p:extLst/>
          </p:nvPr>
        </p:nvGraphicFramePr>
        <p:xfrm>
          <a:off x="381000" y="1889760"/>
          <a:ext cx="8077200" cy="2620264"/>
        </p:xfrm>
        <a:graphic>
          <a:graphicData uri="http://schemas.openxmlformats.org/drawingml/2006/table">
            <a:tbl>
              <a:tblPr firstRow="1" bandRow="1"/>
              <a:tblGrid>
                <a:gridCol w="2651760">
                  <a:extLst>
                    <a:ext uri="{9D8B030D-6E8A-4147-A177-3AD203B41FA5}">
                      <a16:colId xmlns:a16="http://schemas.microsoft.com/office/drawing/2014/main" val="3443704447"/>
                    </a:ext>
                  </a:extLst>
                </a:gridCol>
                <a:gridCol w="2133600">
                  <a:extLst>
                    <a:ext uri="{9D8B030D-6E8A-4147-A177-3AD203B41FA5}">
                      <a16:colId xmlns:a16="http://schemas.microsoft.com/office/drawing/2014/main" val="3518489996"/>
                    </a:ext>
                  </a:extLst>
                </a:gridCol>
                <a:gridCol w="3291840">
                  <a:extLst>
                    <a:ext uri="{9D8B030D-6E8A-4147-A177-3AD203B41FA5}">
                      <a16:colId xmlns:a16="http://schemas.microsoft.com/office/drawing/2014/main" val="73636416"/>
                    </a:ext>
                  </a:extLst>
                </a:gridCol>
              </a:tblGrid>
              <a:tr h="370840">
                <a:tc>
                  <a:txBody>
                    <a:bodyPr/>
                    <a:lstStyle>
                      <a:lvl1pPr marL="0" algn="l" defTabSz="914400" rtl="0" eaLnBrk="1" latinLnBrk="0" hangingPunct="1">
                        <a:defRPr sz="1800" b="1" kern="1200">
                          <a:solidFill>
                            <a:schemeClr val="lt1"/>
                          </a:solidFill>
                          <a:latin typeface="Arial"/>
                        </a:defRPr>
                      </a:lvl1pPr>
                      <a:lvl2pPr marL="457200" algn="l" defTabSz="914400" rtl="0" eaLnBrk="1" latinLnBrk="0" hangingPunct="1">
                        <a:defRPr sz="1800" b="1" kern="1200">
                          <a:solidFill>
                            <a:schemeClr val="lt1"/>
                          </a:solidFill>
                          <a:latin typeface="Arial"/>
                        </a:defRPr>
                      </a:lvl2pPr>
                      <a:lvl3pPr marL="914400" algn="l" defTabSz="914400" rtl="0" eaLnBrk="1" latinLnBrk="0" hangingPunct="1">
                        <a:defRPr sz="1800" b="1" kern="1200">
                          <a:solidFill>
                            <a:schemeClr val="lt1"/>
                          </a:solidFill>
                          <a:latin typeface="Arial"/>
                        </a:defRPr>
                      </a:lvl3pPr>
                      <a:lvl4pPr marL="1371600" algn="l" defTabSz="914400" rtl="0" eaLnBrk="1" latinLnBrk="0" hangingPunct="1">
                        <a:defRPr sz="1800" b="1" kern="1200">
                          <a:solidFill>
                            <a:schemeClr val="lt1"/>
                          </a:solidFill>
                          <a:latin typeface="Arial"/>
                        </a:defRPr>
                      </a:lvl4pPr>
                      <a:lvl5pPr marL="1828800" algn="l" defTabSz="914400" rtl="0" eaLnBrk="1" latinLnBrk="0" hangingPunct="1">
                        <a:defRPr sz="1800" b="1" kern="1200">
                          <a:solidFill>
                            <a:schemeClr val="lt1"/>
                          </a:solidFill>
                          <a:latin typeface="Arial"/>
                        </a:defRPr>
                      </a:lvl5pPr>
                      <a:lvl6pPr marL="2286000" algn="l" defTabSz="914400" rtl="0" eaLnBrk="1" latinLnBrk="0" hangingPunct="1">
                        <a:defRPr sz="1800" b="1" kern="1200">
                          <a:solidFill>
                            <a:schemeClr val="lt1"/>
                          </a:solidFill>
                          <a:latin typeface="Arial"/>
                        </a:defRPr>
                      </a:lvl6pPr>
                      <a:lvl7pPr marL="2743200" algn="l" defTabSz="914400" rtl="0" eaLnBrk="1" latinLnBrk="0" hangingPunct="1">
                        <a:defRPr sz="1800" b="1" kern="1200">
                          <a:solidFill>
                            <a:schemeClr val="lt1"/>
                          </a:solidFill>
                          <a:latin typeface="Arial"/>
                        </a:defRPr>
                      </a:lvl7pPr>
                      <a:lvl8pPr marL="3200400" algn="l" defTabSz="914400" rtl="0" eaLnBrk="1" latinLnBrk="0" hangingPunct="1">
                        <a:defRPr sz="1800" b="1" kern="1200">
                          <a:solidFill>
                            <a:schemeClr val="lt1"/>
                          </a:solidFill>
                          <a:latin typeface="Arial"/>
                        </a:defRPr>
                      </a:lvl8pPr>
                      <a:lvl9pPr marL="3657600" algn="l" defTabSz="914400" rtl="0" eaLnBrk="1" latinLnBrk="0" hangingPunct="1">
                        <a:defRPr sz="1800" b="1" kern="1200">
                          <a:solidFill>
                            <a:schemeClr val="lt1"/>
                          </a:solidFill>
                          <a:latin typeface="Arial"/>
                        </a:defRPr>
                      </a:lvl9pPr>
                    </a:lstStyle>
                    <a:p>
                      <a:pPr>
                        <a:lnSpc>
                          <a:spcPct val="90000"/>
                        </a:lnSpc>
                      </a:pPr>
                      <a:r>
                        <a:rPr lang="en-US" dirty="0" smtClean="0"/>
                        <a:t>Detailed</a:t>
                      </a:r>
                      <a:r>
                        <a:rPr lang="en-US" baseline="0" dirty="0" smtClean="0"/>
                        <a:t> Activity</a:t>
                      </a:r>
                      <a:endParaRPr lang="en-US" dirty="0"/>
                    </a:p>
                  </a:txBody>
                  <a:tcP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9999FF"/>
                    </a:solidFill>
                  </a:tcPr>
                </a:tc>
                <a:tc>
                  <a:txBody>
                    <a:bodyPr/>
                    <a:lstStyle>
                      <a:lvl1pPr marL="0" algn="l" defTabSz="914400" rtl="0" eaLnBrk="1" latinLnBrk="0" hangingPunct="1">
                        <a:defRPr sz="1800" b="1" kern="1200">
                          <a:solidFill>
                            <a:schemeClr val="lt1"/>
                          </a:solidFill>
                          <a:latin typeface="Arial"/>
                        </a:defRPr>
                      </a:lvl1pPr>
                      <a:lvl2pPr marL="457200" algn="l" defTabSz="914400" rtl="0" eaLnBrk="1" latinLnBrk="0" hangingPunct="1">
                        <a:defRPr sz="1800" b="1" kern="1200">
                          <a:solidFill>
                            <a:schemeClr val="lt1"/>
                          </a:solidFill>
                          <a:latin typeface="Arial"/>
                        </a:defRPr>
                      </a:lvl2pPr>
                      <a:lvl3pPr marL="914400" algn="l" defTabSz="914400" rtl="0" eaLnBrk="1" latinLnBrk="0" hangingPunct="1">
                        <a:defRPr sz="1800" b="1" kern="1200">
                          <a:solidFill>
                            <a:schemeClr val="lt1"/>
                          </a:solidFill>
                          <a:latin typeface="Arial"/>
                        </a:defRPr>
                      </a:lvl3pPr>
                      <a:lvl4pPr marL="1371600" algn="l" defTabSz="914400" rtl="0" eaLnBrk="1" latinLnBrk="0" hangingPunct="1">
                        <a:defRPr sz="1800" b="1" kern="1200">
                          <a:solidFill>
                            <a:schemeClr val="lt1"/>
                          </a:solidFill>
                          <a:latin typeface="Arial"/>
                        </a:defRPr>
                      </a:lvl4pPr>
                      <a:lvl5pPr marL="1828800" algn="l" defTabSz="914400" rtl="0" eaLnBrk="1" latinLnBrk="0" hangingPunct="1">
                        <a:defRPr sz="1800" b="1" kern="1200">
                          <a:solidFill>
                            <a:schemeClr val="lt1"/>
                          </a:solidFill>
                          <a:latin typeface="Arial"/>
                        </a:defRPr>
                      </a:lvl5pPr>
                      <a:lvl6pPr marL="2286000" algn="l" defTabSz="914400" rtl="0" eaLnBrk="1" latinLnBrk="0" hangingPunct="1">
                        <a:defRPr sz="1800" b="1" kern="1200">
                          <a:solidFill>
                            <a:schemeClr val="lt1"/>
                          </a:solidFill>
                          <a:latin typeface="Arial"/>
                        </a:defRPr>
                      </a:lvl6pPr>
                      <a:lvl7pPr marL="2743200" algn="l" defTabSz="914400" rtl="0" eaLnBrk="1" latinLnBrk="0" hangingPunct="1">
                        <a:defRPr sz="1800" b="1" kern="1200">
                          <a:solidFill>
                            <a:schemeClr val="lt1"/>
                          </a:solidFill>
                          <a:latin typeface="Arial"/>
                        </a:defRPr>
                      </a:lvl7pPr>
                      <a:lvl8pPr marL="3200400" algn="l" defTabSz="914400" rtl="0" eaLnBrk="1" latinLnBrk="0" hangingPunct="1">
                        <a:defRPr sz="1800" b="1" kern="1200">
                          <a:solidFill>
                            <a:schemeClr val="lt1"/>
                          </a:solidFill>
                          <a:latin typeface="Arial"/>
                        </a:defRPr>
                      </a:lvl8pPr>
                      <a:lvl9pPr marL="3657600" algn="l" defTabSz="914400" rtl="0" eaLnBrk="1" latinLnBrk="0" hangingPunct="1">
                        <a:defRPr sz="1800" b="1" kern="1200">
                          <a:solidFill>
                            <a:schemeClr val="lt1"/>
                          </a:solidFill>
                          <a:latin typeface="Arial"/>
                        </a:defRPr>
                      </a:lvl9pPr>
                    </a:lstStyle>
                    <a:p>
                      <a:pPr>
                        <a:lnSpc>
                          <a:spcPct val="90000"/>
                        </a:lnSpc>
                      </a:pPr>
                      <a:r>
                        <a:rPr lang="en-US" dirty="0" smtClean="0"/>
                        <a:t>Hazard</a:t>
                      </a:r>
                      <a:endParaRPr lang="en-US" dirty="0"/>
                    </a:p>
                  </a:txBody>
                  <a:tcP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9999FF"/>
                    </a:solidFill>
                  </a:tcPr>
                </a:tc>
                <a:tc>
                  <a:txBody>
                    <a:bodyPr/>
                    <a:lstStyle>
                      <a:lvl1pPr marL="0" algn="l" defTabSz="914400" rtl="0" eaLnBrk="1" latinLnBrk="0" hangingPunct="1">
                        <a:defRPr sz="1800" b="1" kern="1200">
                          <a:solidFill>
                            <a:schemeClr val="lt1"/>
                          </a:solidFill>
                          <a:latin typeface="Arial"/>
                        </a:defRPr>
                      </a:lvl1pPr>
                      <a:lvl2pPr marL="457200" algn="l" defTabSz="914400" rtl="0" eaLnBrk="1" latinLnBrk="0" hangingPunct="1">
                        <a:defRPr sz="1800" b="1" kern="1200">
                          <a:solidFill>
                            <a:schemeClr val="lt1"/>
                          </a:solidFill>
                          <a:latin typeface="Arial"/>
                        </a:defRPr>
                      </a:lvl2pPr>
                      <a:lvl3pPr marL="914400" algn="l" defTabSz="914400" rtl="0" eaLnBrk="1" latinLnBrk="0" hangingPunct="1">
                        <a:defRPr sz="1800" b="1" kern="1200">
                          <a:solidFill>
                            <a:schemeClr val="lt1"/>
                          </a:solidFill>
                          <a:latin typeface="Arial"/>
                        </a:defRPr>
                      </a:lvl3pPr>
                      <a:lvl4pPr marL="1371600" algn="l" defTabSz="914400" rtl="0" eaLnBrk="1" latinLnBrk="0" hangingPunct="1">
                        <a:defRPr sz="1800" b="1" kern="1200">
                          <a:solidFill>
                            <a:schemeClr val="lt1"/>
                          </a:solidFill>
                          <a:latin typeface="Arial"/>
                        </a:defRPr>
                      </a:lvl4pPr>
                      <a:lvl5pPr marL="1828800" algn="l" defTabSz="914400" rtl="0" eaLnBrk="1" latinLnBrk="0" hangingPunct="1">
                        <a:defRPr sz="1800" b="1" kern="1200">
                          <a:solidFill>
                            <a:schemeClr val="lt1"/>
                          </a:solidFill>
                          <a:latin typeface="Arial"/>
                        </a:defRPr>
                      </a:lvl5pPr>
                      <a:lvl6pPr marL="2286000" algn="l" defTabSz="914400" rtl="0" eaLnBrk="1" latinLnBrk="0" hangingPunct="1">
                        <a:defRPr sz="1800" b="1" kern="1200">
                          <a:solidFill>
                            <a:schemeClr val="lt1"/>
                          </a:solidFill>
                          <a:latin typeface="Arial"/>
                        </a:defRPr>
                      </a:lvl6pPr>
                      <a:lvl7pPr marL="2743200" algn="l" defTabSz="914400" rtl="0" eaLnBrk="1" latinLnBrk="0" hangingPunct="1">
                        <a:defRPr sz="1800" b="1" kern="1200">
                          <a:solidFill>
                            <a:schemeClr val="lt1"/>
                          </a:solidFill>
                          <a:latin typeface="Arial"/>
                        </a:defRPr>
                      </a:lvl7pPr>
                      <a:lvl8pPr marL="3200400" algn="l" defTabSz="914400" rtl="0" eaLnBrk="1" latinLnBrk="0" hangingPunct="1">
                        <a:defRPr sz="1800" b="1" kern="1200">
                          <a:solidFill>
                            <a:schemeClr val="lt1"/>
                          </a:solidFill>
                          <a:latin typeface="Arial"/>
                        </a:defRPr>
                      </a:lvl8pPr>
                      <a:lvl9pPr marL="3657600" algn="l" defTabSz="914400" rtl="0" eaLnBrk="1" latinLnBrk="0" hangingPunct="1">
                        <a:defRPr sz="1800" b="1" kern="1200">
                          <a:solidFill>
                            <a:schemeClr val="lt1"/>
                          </a:solidFill>
                          <a:latin typeface="Arial"/>
                        </a:defRPr>
                      </a:lvl9pPr>
                    </a:lstStyle>
                    <a:p>
                      <a:pPr>
                        <a:lnSpc>
                          <a:spcPct val="90000"/>
                        </a:lnSpc>
                      </a:pPr>
                      <a:r>
                        <a:rPr lang="en-US" dirty="0" smtClean="0"/>
                        <a:t>Control Measure</a:t>
                      </a:r>
                      <a:endParaRPr lang="en-US" dirty="0"/>
                    </a:p>
                  </a:txBody>
                  <a:tcP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9999FF"/>
                    </a:solidFill>
                  </a:tcPr>
                </a:tc>
                <a:extLst>
                  <a:ext uri="{0D108BD9-81ED-4DB2-BD59-A6C34878D82A}">
                    <a16:rowId xmlns:a16="http://schemas.microsoft.com/office/drawing/2014/main" val="1006554743"/>
                  </a:ext>
                </a:extLst>
              </a:tr>
              <a:tr h="370840">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a:lnSpc>
                          <a:spcPct val="90000"/>
                        </a:lnSpc>
                      </a:pPr>
                      <a:r>
                        <a:rPr lang="en-US" dirty="0" smtClean="0"/>
                        <a:t>Secure area</a:t>
                      </a:r>
                      <a:r>
                        <a:rPr lang="en-US" baseline="0" dirty="0" smtClean="0"/>
                        <a:t> of ignition sources</a:t>
                      </a:r>
                      <a:endParaRPr lang="en-US" dirty="0"/>
                    </a:p>
                  </a:txBody>
                  <a:tcP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9999FF">
                        <a:tint val="40000"/>
                      </a:srgbClr>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a:lnSpc>
                          <a:spcPct val="90000"/>
                        </a:lnSpc>
                      </a:pPr>
                      <a:r>
                        <a:rPr lang="en-US" dirty="0" smtClean="0"/>
                        <a:t>Ignites</a:t>
                      </a:r>
                      <a:r>
                        <a:rPr lang="en-US" baseline="0" dirty="0" smtClean="0"/>
                        <a:t> propane if there is a leak. </a:t>
                      </a:r>
                      <a:endParaRPr lang="en-US" dirty="0"/>
                    </a:p>
                  </a:txBody>
                  <a:tcP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9999FF">
                        <a:tint val="40000"/>
                      </a:srgbClr>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a:lnSpc>
                          <a:spcPct val="90000"/>
                        </a:lnSpc>
                      </a:pPr>
                      <a:r>
                        <a:rPr lang="en-US" dirty="0" smtClean="0"/>
                        <a:t>Shut off truck.</a:t>
                      </a:r>
                    </a:p>
                    <a:p>
                      <a:pPr>
                        <a:lnSpc>
                          <a:spcPct val="90000"/>
                        </a:lnSpc>
                      </a:pPr>
                      <a:r>
                        <a:rPr lang="en-US" dirty="0" smtClean="0"/>
                        <a:t>Ensure</a:t>
                      </a:r>
                      <a:r>
                        <a:rPr lang="en-US" baseline="0" dirty="0" smtClean="0"/>
                        <a:t> no smoking.</a:t>
                      </a:r>
                      <a:endParaRPr lang="en-US" dirty="0"/>
                    </a:p>
                  </a:txBody>
                  <a:tcP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9999FF">
                        <a:tint val="40000"/>
                      </a:srgbClr>
                    </a:solidFill>
                  </a:tcPr>
                </a:tc>
                <a:extLst>
                  <a:ext uri="{0D108BD9-81ED-4DB2-BD59-A6C34878D82A}">
                    <a16:rowId xmlns:a16="http://schemas.microsoft.com/office/drawing/2014/main" val="917593792"/>
                  </a:ext>
                </a:extLst>
              </a:tr>
              <a:tr h="370840">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a:lnSpc>
                          <a:spcPct val="90000"/>
                        </a:lnSpc>
                      </a:pPr>
                      <a:r>
                        <a:rPr lang="en-US" dirty="0" smtClean="0"/>
                        <a:t>Connect hose from storage tank to truck tank.</a:t>
                      </a:r>
                      <a:endParaRPr lang="en-US" dirty="0"/>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9999FF">
                        <a:tint val="20000"/>
                      </a:srgbClr>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a:lnSpc>
                          <a:spcPct val="90000"/>
                        </a:lnSpc>
                      </a:pPr>
                      <a:r>
                        <a:rPr lang="en-US" dirty="0" smtClean="0"/>
                        <a:t>Improper connection.</a:t>
                      </a:r>
                    </a:p>
                    <a:p>
                      <a:pPr>
                        <a:lnSpc>
                          <a:spcPct val="90000"/>
                        </a:lnSpc>
                      </a:pPr>
                      <a:r>
                        <a:rPr lang="en-US" dirty="0" smtClean="0"/>
                        <a:t>Truck</a:t>
                      </a:r>
                      <a:r>
                        <a:rPr lang="en-US" baseline="0" dirty="0" smtClean="0"/>
                        <a:t> rolls away.</a:t>
                      </a:r>
                      <a:endParaRPr lang="en-US" dirty="0"/>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9999FF">
                        <a:tint val="20000"/>
                      </a:srgbClr>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a:lnSpc>
                          <a:spcPct val="90000"/>
                        </a:lnSpc>
                      </a:pPr>
                      <a:r>
                        <a:rPr lang="en-US" b="1" dirty="0" smtClean="0"/>
                        <a:t>Trained</a:t>
                      </a:r>
                      <a:r>
                        <a:rPr lang="en-US" b="1" baseline="0" dirty="0" smtClean="0"/>
                        <a:t> worker uses approved JSA &amp; completes the check list</a:t>
                      </a:r>
                      <a:endParaRPr lang="en-US" b="1" dirty="0"/>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9999FF">
                        <a:tint val="20000"/>
                      </a:srgbClr>
                    </a:solidFill>
                  </a:tcPr>
                </a:tc>
                <a:extLst>
                  <a:ext uri="{0D108BD9-81ED-4DB2-BD59-A6C34878D82A}">
                    <a16:rowId xmlns:a16="http://schemas.microsoft.com/office/drawing/2014/main" val="619388345"/>
                  </a:ext>
                </a:extLst>
              </a:tr>
              <a:tr h="370840">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a:lnSpc>
                          <a:spcPct val="90000"/>
                        </a:lnSpc>
                      </a:pPr>
                      <a:r>
                        <a:rPr lang="en-US" dirty="0" smtClean="0"/>
                        <a:t>Pressurize</a:t>
                      </a:r>
                      <a:r>
                        <a:rPr lang="en-US" baseline="0" dirty="0" smtClean="0"/>
                        <a:t> hose</a:t>
                      </a:r>
                      <a:endParaRPr lang="en-US" dirty="0"/>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9999FF">
                        <a:tint val="40000"/>
                      </a:srgbClr>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a:lnSpc>
                          <a:spcPct val="90000"/>
                        </a:lnSpc>
                      </a:pPr>
                      <a:r>
                        <a:rPr lang="en-US" dirty="0" smtClean="0"/>
                        <a:t>Hose ruptures.</a:t>
                      </a:r>
                      <a:endParaRPr lang="en-US" dirty="0"/>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9999FF">
                        <a:tint val="40000"/>
                      </a:srgbClr>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a:lnSpc>
                          <a:spcPct val="90000"/>
                        </a:lnSpc>
                      </a:pPr>
                      <a:r>
                        <a:rPr lang="en-US" dirty="0" smtClean="0"/>
                        <a:t>Hoses rated for service.</a:t>
                      </a:r>
                    </a:p>
                    <a:p>
                      <a:pPr>
                        <a:lnSpc>
                          <a:spcPct val="90000"/>
                        </a:lnSpc>
                      </a:pPr>
                      <a:r>
                        <a:rPr lang="en-US" dirty="0" smtClean="0"/>
                        <a:t>Hoses periodically</a:t>
                      </a:r>
                      <a:r>
                        <a:rPr lang="en-US" baseline="0" dirty="0" smtClean="0"/>
                        <a:t> inspected. Damaged hoses discarded.</a:t>
                      </a:r>
                      <a:endParaRPr lang="en-US" dirty="0"/>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9999FF">
                        <a:tint val="40000"/>
                      </a:srgbClr>
                    </a:solidFill>
                  </a:tcPr>
                </a:tc>
                <a:extLst>
                  <a:ext uri="{0D108BD9-81ED-4DB2-BD59-A6C34878D82A}">
                    <a16:rowId xmlns:a16="http://schemas.microsoft.com/office/drawing/2014/main" val="1843961582"/>
                  </a:ext>
                </a:extLst>
              </a:tr>
            </a:tbl>
          </a:graphicData>
        </a:graphic>
      </p:graphicFrame>
      <p:sp>
        <p:nvSpPr>
          <p:cNvPr id="7" name="Rounded Rectangular Callout 6"/>
          <p:cNvSpPr/>
          <p:nvPr/>
        </p:nvSpPr>
        <p:spPr bwMode="auto">
          <a:xfrm>
            <a:off x="5318760" y="1295402"/>
            <a:ext cx="2773680" cy="408622"/>
          </a:xfrm>
          <a:prstGeom prst="wedgeRoundRectCallout">
            <a:avLst>
              <a:gd name="adj1" fmla="val -26636"/>
              <a:gd name="adj2" fmla="val 111446"/>
              <a:gd name="adj3" fmla="val 16667"/>
            </a:avLst>
          </a:prstGeom>
          <a:solidFill>
            <a:srgbClr val="FFFFFF"/>
          </a:solidFill>
          <a:ln w="38100" cap="flat" cmpd="sng" algn="ctr">
            <a:solidFill>
              <a:srgbClr val="00B050"/>
            </a:solid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smtClean="0">
                <a:ln>
                  <a:noFill/>
                </a:ln>
                <a:solidFill>
                  <a:srgbClr val="00B050"/>
                </a:solidFill>
                <a:effectLst/>
                <a:uLnTx/>
                <a:uFillTx/>
                <a:latin typeface="Arial" pitchFamily="34" charset="0"/>
                <a:ea typeface="+mn-ea"/>
                <a:cs typeface="+mn-cs"/>
              </a:rPr>
              <a:t>“reasonable precautions”</a:t>
            </a:r>
          </a:p>
        </p:txBody>
      </p:sp>
      <p:sp>
        <p:nvSpPr>
          <p:cNvPr id="10" name="Rounded Rectangular Callout 9"/>
          <p:cNvSpPr/>
          <p:nvPr/>
        </p:nvSpPr>
        <p:spPr bwMode="auto">
          <a:xfrm>
            <a:off x="2880360" y="1295400"/>
            <a:ext cx="2133600" cy="408624"/>
          </a:xfrm>
          <a:prstGeom prst="wedgeRoundRectCallout">
            <a:avLst>
              <a:gd name="adj1" fmla="val -20470"/>
              <a:gd name="adj2" fmla="val 103970"/>
              <a:gd name="adj3" fmla="val 16667"/>
            </a:avLst>
          </a:prstGeom>
          <a:solidFill>
            <a:srgbClr val="FFFFFF"/>
          </a:solidFill>
          <a:ln w="38100" cap="flat" cmpd="sng" algn="ctr">
            <a:solidFill>
              <a:srgbClr val="FF0000"/>
            </a:solid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smtClean="0">
                <a:ln>
                  <a:noFill/>
                </a:ln>
                <a:solidFill>
                  <a:srgbClr val="FF0000"/>
                </a:solidFill>
                <a:effectLst/>
                <a:uLnTx/>
                <a:uFillTx/>
                <a:latin typeface="Arial" pitchFamily="34" charset="0"/>
                <a:ea typeface="+mn-ea"/>
                <a:cs typeface="+mn-cs"/>
              </a:rPr>
              <a:t>“foreseeable risks”</a:t>
            </a:r>
          </a:p>
        </p:txBody>
      </p:sp>
      <p:sp>
        <p:nvSpPr>
          <p:cNvPr id="11" name="Rounded Rectangular Callout 10"/>
          <p:cNvSpPr/>
          <p:nvPr/>
        </p:nvSpPr>
        <p:spPr bwMode="auto">
          <a:xfrm>
            <a:off x="623455" y="1295400"/>
            <a:ext cx="1828800" cy="457200"/>
          </a:xfrm>
          <a:prstGeom prst="wedgeRoundRectCallout">
            <a:avLst>
              <a:gd name="adj1" fmla="val -8845"/>
              <a:gd name="adj2" fmla="val 732127"/>
              <a:gd name="adj3" fmla="val 16667"/>
            </a:avLst>
          </a:prstGeom>
          <a:solidFill>
            <a:srgbClr val="FFFFFF"/>
          </a:solidFill>
          <a:ln w="38100" cap="flat" cmpd="sng" algn="ctr">
            <a:solidFill>
              <a:srgbClr val="CACAFF">
                <a:lumMod val="50000"/>
              </a:srgbClr>
            </a:solid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spAutoFit/>
          </a:bodyPr>
          <a:lstStyle/>
          <a:p>
            <a:pPr marL="0" marR="0" lvl="0" indent="0" algn="ctr" defTabSz="914400" eaLnBrk="0" fontAlgn="auto" latinLnBrk="0" hangingPunct="0">
              <a:lnSpc>
                <a:spcPct val="100000"/>
              </a:lnSpc>
              <a:spcBef>
                <a:spcPts val="0"/>
              </a:spcBef>
              <a:spcAft>
                <a:spcPts val="0"/>
              </a:spcAft>
              <a:buClrTx/>
              <a:buSzTx/>
              <a:buFontTx/>
              <a:buNone/>
              <a:tabLst/>
              <a:defRPr/>
            </a:pPr>
            <a:r>
              <a:rPr kumimoji="0" lang="en-US" sz="1800" b="0" i="0" u="none" strike="noStrike" kern="0" cap="none" spc="0" normalizeH="0" baseline="0" noProof="0" dirty="0" smtClean="0">
                <a:ln>
                  <a:noFill/>
                </a:ln>
                <a:solidFill>
                  <a:srgbClr val="0000FF"/>
                </a:solidFill>
                <a:effectLst/>
                <a:uLnTx/>
                <a:uFillTx/>
                <a:latin typeface="Arial" pitchFamily="34" charset="0"/>
              </a:rPr>
              <a:t>“verifications”</a:t>
            </a:r>
          </a:p>
        </p:txBody>
      </p:sp>
      <p:sp>
        <p:nvSpPr>
          <p:cNvPr id="12" name="Google Shape;125;p2"/>
          <p:cNvSpPr/>
          <p:nvPr/>
        </p:nvSpPr>
        <p:spPr>
          <a:xfrm>
            <a:off x="2514600" y="6300000"/>
            <a:ext cx="558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US" sz="1200" b="1" i="1" u="none" strike="noStrike" kern="0" cap="none" spc="0" normalizeH="0" baseline="0" noProof="0" dirty="0" smtClean="0">
                <a:ln>
                  <a:noFill/>
                </a:ln>
                <a:solidFill>
                  <a:srgbClr val="000000"/>
                </a:solidFill>
                <a:effectLst/>
                <a:uLnTx/>
                <a:uFillTx/>
                <a:latin typeface="Arial" charset="0"/>
                <a:ea typeface="Times New Roman"/>
                <a:cs typeface="Arial" panose="020B0604020202020204" pitchFamily="34" charset="0"/>
                <a:sym typeface="Times New Roman"/>
              </a:rPr>
              <a:t>Chapter 6.4: “Reasonably Practicable” and The Importance of Documenting RM Activities</a:t>
            </a:r>
            <a:endParaRPr kumimoji="0" lang="en-US"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endParaRPr>
          </a:p>
        </p:txBody>
      </p:sp>
    </p:spTree>
    <p:extLst>
      <p:ext uri="{BB962C8B-B14F-4D97-AF65-F5344CB8AC3E}">
        <p14:creationId xmlns:p14="http://schemas.microsoft.com/office/powerpoint/2010/main" val="787244151"/>
      </p:ext>
    </p:extLst>
  </p:cSld>
  <p:clrMapOvr>
    <a:masterClrMapping/>
  </p:clrMapOvr>
  <p:transition>
    <p:fade/>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360000" indent="-360000" eaLnBrk="0" hangingPunct="0">
              <a:lnSpc>
                <a:spcPct val="90000"/>
              </a:lnSpc>
              <a:spcBef>
                <a:spcPts val="0"/>
              </a:spcBef>
              <a:buClr>
                <a:srgbClr val="000000"/>
              </a:buClr>
              <a:buSzPct val="100000"/>
              <a:buFont typeface="Wingdings" panose="05000000000000000000" pitchFamily="2" charset="2"/>
              <a:buChar char="Ø"/>
            </a:pP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The application of risk management is “doing what is reasonably practicable”.</a:t>
            </a:r>
          </a:p>
          <a:p>
            <a:pPr marL="360000" indent="-360000" eaLnBrk="0" hangingPunct="0">
              <a:lnSpc>
                <a:spcPct val="90000"/>
              </a:lnSpc>
              <a:spcBef>
                <a:spcPts val="0"/>
              </a:spcBef>
              <a:buClr>
                <a:srgbClr val="000000"/>
              </a:buClr>
              <a:buSzPct val="100000"/>
              <a:buFont typeface="Wingdings" panose="05000000000000000000" pitchFamily="2" charset="2"/>
              <a:buChar char="Ø"/>
            </a:pPr>
            <a:endPar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90000"/>
              </a:lnSpc>
              <a:spcBef>
                <a:spcPts val="0"/>
              </a:spcBef>
              <a:buClr>
                <a:srgbClr val="000000"/>
              </a:buClr>
              <a:buSzPct val="100000"/>
              <a:buFont typeface="Wingdings" panose="05000000000000000000" pitchFamily="2" charset="2"/>
              <a:buChar char="Ø"/>
            </a:pP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The </a:t>
            </a:r>
            <a:r>
              <a:rPr lang="en-US" altLang="en-US" b="0" u="sng"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application</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of risk management and the </a:t>
            </a:r>
            <a:r>
              <a:rPr lang="en-US" altLang="en-US" b="0" u="sng"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effectiveness</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of control measures can be </a:t>
            </a:r>
            <a:r>
              <a:rPr lang="en-US" altLang="en-US" b="0" u="sng"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demonstrated after the fact</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whether an activity was completed successfully or not i.e. after a loss incident, </a:t>
            </a:r>
            <a:r>
              <a:rPr lang="en-US" altLang="en-US" b="0" u="sng"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ONLY through good records and documentation</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a:t>
            </a:r>
          </a:p>
          <a:p>
            <a:pPr marL="360000" indent="-360000" eaLnBrk="0" hangingPunct="0">
              <a:lnSpc>
                <a:spcPct val="90000"/>
              </a:lnSpc>
              <a:spcBef>
                <a:spcPts val="0"/>
              </a:spcBef>
              <a:buClr>
                <a:srgbClr val="000000"/>
              </a:buClr>
              <a:buSzPct val="100000"/>
              <a:buFont typeface="Wingdings" panose="05000000000000000000" pitchFamily="2" charset="2"/>
              <a:buChar char="Ø"/>
            </a:pPr>
            <a:endPar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90000"/>
              </a:lnSpc>
              <a:spcBef>
                <a:spcPts val="0"/>
              </a:spcBef>
              <a:buClr>
                <a:srgbClr val="000000"/>
              </a:buClr>
              <a:buSzPct val="100000"/>
              <a:buFont typeface="Wingdings" panose="05000000000000000000" pitchFamily="2" charset="2"/>
              <a:buChar char="Ø"/>
            </a:pP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Without good records and documentation, your application of risk management and the </a:t>
            </a: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presumed effectiveness </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of control </a:t>
            </a: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measures post-incident </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can be </a:t>
            </a: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not demonstrated</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a:t>
            </a:r>
            <a:endPar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90000"/>
              </a:lnSpc>
              <a:spcBef>
                <a:spcPts val="0"/>
              </a:spcBef>
              <a:buClr>
                <a:srgbClr val="000000"/>
              </a:buClr>
              <a:buSzPct val="100000"/>
              <a:buFont typeface="Wingdings" panose="05000000000000000000" pitchFamily="2" charset="2"/>
              <a:buChar char="Ø"/>
            </a:pPr>
            <a:endPar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90000"/>
              </a:lnSpc>
              <a:spcBef>
                <a:spcPts val="0"/>
              </a:spcBef>
              <a:buClr>
                <a:srgbClr val="000000"/>
              </a:buClr>
              <a:buSzPct val="100000"/>
              <a:buFont typeface="Wingdings" panose="05000000000000000000" pitchFamily="2" charset="2"/>
              <a:buChar char="Ø"/>
            </a:pP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Doing what is “reasonably practicable” is </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the application of risk management:</a:t>
            </a:r>
          </a:p>
          <a:p>
            <a:pPr marL="720000" indent="-360000" eaLnBrk="0" hangingPunct="0">
              <a:lnSpc>
                <a:spcPct val="90000"/>
              </a:lnSpc>
              <a:spcBef>
                <a:spcPts val="0"/>
              </a:spcBef>
              <a:buClr>
                <a:srgbClr val="000000"/>
              </a:buClr>
              <a:buSzPct val="100000"/>
              <a:buFont typeface="+mj-lt"/>
              <a:buAutoNum type="arabicParenR"/>
            </a:pP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Assess </a:t>
            </a:r>
            <a:r>
              <a:rPr lang="en-US" altLang="en-US" b="0" u="sng"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foreseeable </a:t>
            </a:r>
            <a:r>
              <a:rPr lang="en-US" altLang="en-US" b="0" u="sng"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risks</a:t>
            </a: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 “What are the hazards or risks?”</a:t>
            </a:r>
            <a:endPar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720000" indent="-360000" eaLnBrk="0" hangingPunct="0">
              <a:lnSpc>
                <a:spcPct val="90000"/>
              </a:lnSpc>
              <a:spcBef>
                <a:spcPts val="0"/>
              </a:spcBef>
              <a:buClr>
                <a:srgbClr val="000000"/>
              </a:buClr>
              <a:buSzPct val="100000"/>
              <a:buFont typeface="+mj-lt"/>
              <a:buAutoNum type="arabicParenR"/>
            </a:pP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Implement </a:t>
            </a:r>
            <a:r>
              <a:rPr lang="en-US" altLang="en-US" b="0" u="sng"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reasonable </a:t>
            </a:r>
            <a:r>
              <a:rPr lang="en-US" altLang="en-US" b="0" u="sng"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precautions</a:t>
            </a: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 “Control measures”</a:t>
            </a:r>
            <a:endPar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720000" indent="-360000" eaLnBrk="0" hangingPunct="0">
              <a:lnSpc>
                <a:spcPct val="90000"/>
              </a:lnSpc>
              <a:spcBef>
                <a:spcPts val="0"/>
              </a:spcBef>
              <a:buClr>
                <a:srgbClr val="000000"/>
              </a:buClr>
              <a:buSzPct val="100000"/>
              <a:buFont typeface="+mj-lt"/>
              <a:buAutoNum type="arabicParenR"/>
            </a:pP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Verify </a:t>
            </a:r>
            <a:r>
              <a:rPr lang="en-US" altLang="en-US" b="0" u="sng"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effectiveness</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a:t>
            </a: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“records </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and </a:t>
            </a: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documentation that the hazards/risks were identified, assessed, and that control measures were implemented that were presumed effective”</a:t>
            </a:r>
            <a:endPar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90000"/>
              </a:lnSpc>
              <a:spcBef>
                <a:spcPts val="0"/>
              </a:spcBef>
              <a:buClr>
                <a:srgbClr val="000000"/>
              </a:buClr>
              <a:buSzPct val="100000"/>
              <a:buFont typeface="Wingdings" panose="05000000000000000000" pitchFamily="2" charset="2"/>
              <a:buChar char="Ø"/>
            </a:pPr>
            <a:endPar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Rectangle 2"/>
          <p:cNvSpPr>
            <a:spLocks noChangeArrowheads="1"/>
          </p:cNvSpPr>
          <p:nvPr/>
        </p:nvSpPr>
        <p:spPr bwMode="auto">
          <a:xfrm>
            <a:off x="180000" y="216000"/>
            <a:ext cx="8640000" cy="504000"/>
          </a:xfrm>
          <a:prstGeom prst="rect">
            <a:avLst/>
          </a:prstGeom>
          <a:solidFill>
            <a:srgbClr val="FFFFFF">
              <a:alpha val="69803"/>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eaLnBrk="1" hangingPunct="1">
              <a:lnSpc>
                <a:spcPct val="100000"/>
              </a:lnSpc>
              <a:spcBef>
                <a:spcPct val="0"/>
              </a:spcBef>
              <a:buClrTx/>
              <a:buNone/>
            </a:pPr>
            <a:r>
              <a:rPr lang="en-US" altLang="en-US" sz="2400" b="0" dirty="0" smtClean="0">
                <a:solidFill>
                  <a:schemeClr val="accent2"/>
                </a:solidFill>
                <a:latin typeface="Arial" panose="020B0604020202020204" pitchFamily="34" charset="0"/>
                <a:ea typeface="+mj-ea"/>
                <a:cs typeface="Arial" panose="020B0604020202020204" pitchFamily="34" charset="0"/>
              </a:rPr>
              <a:t>Summary and Key Lesson:</a:t>
            </a:r>
            <a:endParaRPr lang="en-US" altLang="en-US" sz="2400" b="0" dirty="0">
              <a:solidFill>
                <a:schemeClr val="accent2"/>
              </a:solidFill>
              <a:latin typeface="Arial" panose="020B0604020202020204" pitchFamily="34" charset="0"/>
              <a:ea typeface="+mj-ea"/>
              <a:cs typeface="Arial" panose="020B0604020202020204" pitchFamily="34" charset="0"/>
            </a:endParaRP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21</a:t>
            </a:fld>
            <a:endParaRPr lang="en-US" altLang="en-US" sz="1200" b="1" i="1">
              <a:solidFill>
                <a:srgbClr val="000000"/>
              </a:solidFill>
              <a:latin typeface="Arial" panose="020B0604020202020204" pitchFamily="34" charset="0"/>
              <a:cs typeface="Arial" panose="020B0604020202020204" pitchFamily="34" charset="0"/>
            </a:endParaRPr>
          </a:p>
        </p:txBody>
      </p:sp>
      <p:sp>
        <p:nvSpPr>
          <p:cNvPr id="7" name="Google Shape;125;p2"/>
          <p:cNvSpPr/>
          <p:nvPr/>
        </p:nvSpPr>
        <p:spPr>
          <a:xfrm>
            <a:off x="2514600" y="6300000"/>
            <a:ext cx="558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US" sz="1200" b="1" i="1" u="none" strike="noStrike" kern="0" cap="none" spc="0" normalizeH="0" baseline="0" noProof="0" dirty="0" smtClean="0">
                <a:ln>
                  <a:noFill/>
                </a:ln>
                <a:solidFill>
                  <a:srgbClr val="000000"/>
                </a:solidFill>
                <a:effectLst/>
                <a:uLnTx/>
                <a:uFillTx/>
                <a:latin typeface="Arial" charset="0"/>
                <a:ea typeface="Times New Roman"/>
                <a:cs typeface="Arial" panose="020B0604020202020204" pitchFamily="34" charset="0"/>
                <a:sym typeface="Times New Roman"/>
              </a:rPr>
              <a:t>Chapter 6.4: “Reasonably Practicable” and The Importance of Documenting RM Activities</a:t>
            </a:r>
            <a:endParaRPr kumimoji="0" lang="en-US"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endParaRPr>
          </a:p>
        </p:txBody>
      </p:sp>
    </p:spTree>
    <p:extLst>
      <p:ext uri="{BB962C8B-B14F-4D97-AF65-F5344CB8AC3E}">
        <p14:creationId xmlns:p14="http://schemas.microsoft.com/office/powerpoint/2010/main" val="1043596520"/>
      </p:ext>
    </p:extLst>
  </p:cSld>
  <p:clrMapOvr>
    <a:masterClrMapping/>
  </p:clrMapOvr>
  <p:transition>
    <p:fade/>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ChangeArrowheads="1"/>
          </p:cNvSpPr>
          <p:nvPr/>
        </p:nvSpPr>
        <p:spPr bwMode="auto">
          <a:xfrm>
            <a:off x="180000" y="180000"/>
            <a:ext cx="8640000" cy="504000"/>
          </a:xfrm>
          <a:prstGeom prst="rect">
            <a:avLst/>
          </a:prstGeom>
          <a:solidFill>
            <a:srgbClr val="0000FF"/>
          </a:solidFill>
          <a:ln>
            <a:solidFill>
              <a:srgbClr val="0000FF"/>
            </a:solidFill>
          </a:ln>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eaLnBrk="1" hangingPunct="1">
              <a:lnSpc>
                <a:spcPct val="100000"/>
              </a:lnSpc>
              <a:spcBef>
                <a:spcPct val="0"/>
              </a:spcBef>
              <a:buClrTx/>
              <a:buNone/>
            </a:pPr>
            <a:r>
              <a:rPr lang="en-US" altLang="en-US" sz="2400" b="0" dirty="0" smtClean="0">
                <a:solidFill>
                  <a:schemeClr val="bg1"/>
                </a:solidFill>
                <a:latin typeface="Arial" panose="020B0604020202020204" pitchFamily="34" charset="0"/>
                <a:ea typeface="+mj-ea"/>
                <a:cs typeface="Arial" panose="020B0604020202020204" pitchFamily="34" charset="0"/>
              </a:rPr>
              <a:t>Any questions?</a:t>
            </a:r>
            <a:endParaRPr lang="en-US" altLang="en-US" sz="2400" b="0" dirty="0">
              <a:solidFill>
                <a:schemeClr val="bg1"/>
              </a:solidFill>
              <a:latin typeface="Arial" panose="020B0604020202020204" pitchFamily="34" charset="0"/>
              <a:ea typeface="+mj-ea"/>
              <a:cs typeface="Arial" panose="020B0604020202020204" pitchFamily="34" charset="0"/>
            </a:endParaRPr>
          </a:p>
        </p:txBody>
      </p:sp>
    </p:spTree>
    <p:extLst>
      <p:ext uri="{BB962C8B-B14F-4D97-AF65-F5344CB8AC3E}">
        <p14:creationId xmlns:p14="http://schemas.microsoft.com/office/powerpoint/2010/main" val="4077953517"/>
      </p:ext>
    </p:extLst>
  </p:cSld>
  <p:clrMapOvr>
    <a:masterClrMapping/>
  </p:clrMapOvr>
  <p:transition>
    <p:fade/>
  </p:transition>
  <p:timing>
    <p:tnLst>
      <p:par>
        <p:cTn id="1" dur="indefinite" restart="never" nodeType="tmRoot"/>
      </p:par>
    </p:tnLst>
  </p:timing>
</p:sld>
</file>

<file path=ppt/theme/theme1.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1_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69465</TotalTime>
  <Words>2629</Words>
  <Application>Microsoft Office PowerPoint</Application>
  <PresentationFormat>On-screen Show (4:3)</PresentationFormat>
  <Paragraphs>461</Paragraphs>
  <Slides>22</Slides>
  <Notes>22</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22</vt:i4>
      </vt:variant>
    </vt:vector>
  </HeadingPairs>
  <TitlesOfParts>
    <vt:vector size="29" baseType="lpstr">
      <vt:lpstr>ＭＳ Ｐゴシック</vt:lpstr>
      <vt:lpstr>Arial</vt:lpstr>
      <vt:lpstr>Calibri</vt:lpstr>
      <vt:lpstr>Times New Roman</vt:lpstr>
      <vt:lpstr>Wingdings</vt:lpstr>
      <vt:lpstr>Default Design</vt:lpstr>
      <vt:lpstr>1_Default Design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The University of Texas at Austin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MSB</dc:creator>
  <cp:lastModifiedBy>John Cocchio</cp:lastModifiedBy>
  <cp:revision>1977</cp:revision>
  <cp:lastPrinted>2018-12-17T22:21:47Z</cp:lastPrinted>
  <dcterms:created xsi:type="dcterms:W3CDTF">2007-03-28T16:18:47Z</dcterms:created>
  <dcterms:modified xsi:type="dcterms:W3CDTF">2022-06-06T19:03:37Z</dcterms:modified>
</cp:coreProperties>
</file>