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895" r:id="rId2"/>
    <p:sldId id="880" r:id="rId3"/>
    <p:sldId id="901" r:id="rId4"/>
    <p:sldId id="902" r:id="rId5"/>
    <p:sldId id="903" r:id="rId6"/>
    <p:sldId id="904" r:id="rId7"/>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880"/>
            <p14:sldId id="901"/>
            <p14:sldId id="902"/>
            <p14:sldId id="903"/>
            <p14:sldId id="904"/>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0000CC"/>
    <a:srgbClr val="F8F8F8"/>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87486" autoAdjust="0"/>
  </p:normalViewPr>
  <p:slideViewPr>
    <p:cSldViewPr>
      <p:cViewPr varScale="1">
        <p:scale>
          <a:sx n="71" d="100"/>
          <a:sy n="71" d="100"/>
        </p:scale>
        <p:origin x="1328" y="52"/>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11/23/2021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11/23/2021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9172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8848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6064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6</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6</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4193769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11/23/2021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Preparation for Assignment #4</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r>
              <a:rPr lang="en-US" dirty="0">
                <a:solidFill>
                  <a:schemeClr val="tx1"/>
                </a:solidFill>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18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assignment is designed to:</a:t>
            </a:r>
          </a:p>
          <a:p>
            <a:pPr marL="54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expertise in risk management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a:t>
            </a:r>
          </a:p>
          <a:p>
            <a:pPr marL="54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Assess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performance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through the balance of the term. </a:t>
            </a:r>
          </a:p>
          <a:p>
            <a:pPr marL="54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Help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succeed on the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Final Exam</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Simulate the condition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 of the Final Exam, prepare and practice.</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perform this assignment, you should attempt to do it under "exam like" conditions e.g. schedule some time prior to doing the assignment in order to study as though it were an exam, and then set aside a day or two in a quiet study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space.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8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8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Make use of “any available resources”:</a:t>
            </a:r>
          </a:p>
          <a:p>
            <a:pPr marL="54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NOT an effective substitute for studying</a:t>
            </a:r>
          </a:p>
          <a:p>
            <a:pPr marL="54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Before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attempting the assignment, strongly recommend that you study relevant content covering: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b="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1.2: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Engineer's Survival Guide revisited,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Case Study 7: BP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Macondo</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Deepwater Horizon,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6.10: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Professionalism and Ethics,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Case Study 9: The Role of the Engineer &amp;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Nypro</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Works Explosion,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Flixborough</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UK. </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ENGG404 - Assignment </a:t>
            </a:r>
            <a:r>
              <a:rPr lang="en-US" altLang="en-US" sz="2400" b="0" dirty="0" smtClean="0">
                <a:solidFill>
                  <a:schemeClr val="accent2"/>
                </a:solidFill>
                <a:latin typeface="Arial" panose="020B0604020202020204" pitchFamily="34" charset="0"/>
                <a:ea typeface="+mj-ea"/>
                <a:cs typeface="Arial" panose="020B0604020202020204" pitchFamily="34" charset="0"/>
              </a:rPr>
              <a:t>#4, </a:t>
            </a:r>
            <a:r>
              <a:rPr lang="en-US" altLang="en-US" sz="2400" b="0" dirty="0">
                <a:solidFill>
                  <a:schemeClr val="accent2"/>
                </a:solidFill>
                <a:latin typeface="Arial" panose="020B0604020202020204" pitchFamily="34" charset="0"/>
                <a:ea typeface="+mj-ea"/>
                <a:cs typeface="Arial" panose="020B0604020202020204" pitchFamily="34" charset="0"/>
              </a:rPr>
              <a:t>weight = </a:t>
            </a:r>
            <a:r>
              <a:rPr lang="en-US" altLang="en-US" sz="2400" b="0" dirty="0" smtClean="0">
                <a:solidFill>
                  <a:schemeClr val="accent2"/>
                </a:solidFill>
                <a:latin typeface="Arial" panose="020B0604020202020204" pitchFamily="34" charset="0"/>
                <a:ea typeface="+mj-ea"/>
                <a:cs typeface="Arial" panose="020B0604020202020204" pitchFamily="34" charset="0"/>
              </a:rPr>
              <a:t>5%</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Preparation for Assignment </a:t>
            </a:r>
            <a:r>
              <a:rPr lang="en-US" sz="1200" i="1" kern="0" dirty="0" smtClean="0">
                <a:solidFill>
                  <a:srgbClr val="000000"/>
                </a:solidFill>
                <a:ea typeface="Times New Roman"/>
                <a:cs typeface="Arial" panose="020B0604020202020204" pitchFamily="34" charset="0"/>
                <a:sym typeface="Times New Roman"/>
              </a:rPr>
              <a:t>#4</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Due date per Course Plan:</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is no extension except by exception.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exceptions please contact your professor.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Getting dates and times confused is not a valid exception.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Assignment presented in two (2)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segments.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can do the segments in any order.</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Due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dates and times on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all are: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Tx/>
              <a:buSzPct val="100000"/>
              <a:buFont typeface="Wingdings" panose="05000000000000000000" pitchFamily="2" charset="2"/>
              <a:buChar char="Ø"/>
            </a:pPr>
            <a:r>
              <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All segments open at 08:00AM </a:t>
            </a:r>
            <a:r>
              <a:rPr lang="en-US" altLang="en-US" sz="20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26-November-2021 </a:t>
            </a:r>
            <a:endPar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Tx/>
              <a:buSzPct val="100000"/>
              <a:buFont typeface="Wingdings" panose="05000000000000000000" pitchFamily="2" charset="2"/>
              <a:buChar char="Ø"/>
            </a:pPr>
            <a:r>
              <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All segments close at 08:00AM </a:t>
            </a:r>
            <a:r>
              <a:rPr lang="en-US" altLang="en-US" sz="20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6-December-2021</a:t>
            </a:r>
            <a:endPar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Only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ONE (1) attempt</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is allowed. </a:t>
            </a:r>
          </a:p>
          <a:p>
            <a:pPr marL="720000" lvl="1" indent="-360000" eaLnBrk="0" hangingPunct="0">
              <a:lnSpc>
                <a:spcPct val="90000"/>
              </a:lnSpc>
              <a:spcBef>
                <a:spcPts val="0"/>
              </a:spcBef>
              <a:buClrTx/>
              <a:buSzPct val="100000"/>
              <a:buFont typeface="Wingdings" panose="05000000000000000000" pitchFamily="2" charset="2"/>
              <a:buChar char="Ø"/>
            </a:pPr>
            <a:r>
              <a:rPr lang="en-US" altLang="en-US" sz="20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Be sure you check for any preparation or pre-reading material! You can and should access and review this material before starting your attempt. </a:t>
            </a:r>
          </a:p>
          <a:p>
            <a:pPr marL="720000" lvl="1" indent="-360000" eaLnBrk="0" hangingPunct="0">
              <a:lnSpc>
                <a:spcPct val="90000"/>
              </a:lnSpc>
              <a:spcBef>
                <a:spcPts val="0"/>
              </a:spcBef>
              <a:buClrTx/>
              <a:buSzPct val="100000"/>
              <a:buFont typeface="Wingdings" panose="05000000000000000000" pitchFamily="2" charset="2"/>
              <a:buChar char="Ø"/>
            </a:pPr>
            <a:r>
              <a:rPr lang="en-US" altLang="en-US" sz="20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Once </a:t>
            </a:r>
            <a:r>
              <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you start the attempt, you must complete it. </a:t>
            </a:r>
          </a:p>
          <a:p>
            <a:pPr marL="720000" lvl="1" indent="-360000" eaLnBrk="0" hangingPunct="0">
              <a:lnSpc>
                <a:spcPct val="90000"/>
              </a:lnSpc>
              <a:spcBef>
                <a:spcPts val="0"/>
              </a:spcBef>
              <a:buClrTx/>
              <a:buSzPct val="100000"/>
              <a:buFont typeface="Wingdings" panose="05000000000000000000" pitchFamily="2" charset="2"/>
              <a:buChar char="Ø"/>
            </a:pPr>
            <a:r>
              <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Be prepared to do so!. </a:t>
            </a:r>
          </a:p>
          <a:p>
            <a:pPr marL="720000" lvl="1" indent="-360000" eaLnBrk="0" hangingPunct="0">
              <a:lnSpc>
                <a:spcPct val="90000"/>
              </a:lnSpc>
              <a:spcBef>
                <a:spcPts val="0"/>
              </a:spcBef>
              <a:buClr>
                <a:srgbClr val="000000"/>
              </a:buClr>
              <a:buSzPct val="100000"/>
              <a:buFont typeface="Wingdings" panose="05000000000000000000" pitchFamily="2" charset="2"/>
              <a:buChar char="Ø"/>
            </a:pPr>
            <a:endParaRPr lang="en-US" altLang="en-US" sz="2000"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ENGG404 - Assignment #4, weight = </a:t>
            </a:r>
            <a:r>
              <a:rPr lang="en-US" altLang="en-US" sz="2400" b="0" dirty="0" smtClean="0">
                <a:solidFill>
                  <a:schemeClr val="accent2"/>
                </a:solidFill>
                <a:latin typeface="Arial" panose="020B0604020202020204" pitchFamily="34" charset="0"/>
                <a:ea typeface="+mj-ea"/>
                <a:cs typeface="Arial" panose="020B0604020202020204" pitchFamily="34" charset="0"/>
              </a:rPr>
              <a:t>5%</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Preparation for Assignment </a:t>
            </a:r>
            <a:r>
              <a:rPr lang="en-US" sz="1200" i="1" kern="0" dirty="0" smtClean="0">
                <a:solidFill>
                  <a:srgbClr val="000000"/>
                </a:solidFill>
                <a:ea typeface="Times New Roman"/>
                <a:cs typeface="Arial" panose="020B0604020202020204" pitchFamily="34" charset="0"/>
                <a:sym typeface="Times New Roman"/>
              </a:rPr>
              <a:t>#4</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93741616"/>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navigation through the questions is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sequential</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Start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the first question, respond to it,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then go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the next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question</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 going back”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previous questions that are not on the same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“page”,</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 do NOT skip a question / page!</a:t>
            </a:r>
          </a:p>
          <a:p>
            <a:pPr marL="720000" lvl="1" indent="-360000" eaLnBrk="0" hangingPunct="0">
              <a:lnSpc>
                <a:spcPct val="9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navigate to the next question, select the button in the lower right corner.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Each segment has a different number of questions / marks, different overall grade weighting, and different durations to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write.</a:t>
            </a:r>
          </a:p>
          <a:p>
            <a:pPr marL="360000" lvl="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Complete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submit the assignment online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through </a:t>
            </a:r>
            <a:r>
              <a:rPr lang="en-US" altLang="en-US"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ENGG404 - Assignment #4, weight = </a:t>
            </a:r>
            <a:r>
              <a:rPr lang="en-US" altLang="en-US" sz="2400" b="0" dirty="0" smtClean="0">
                <a:solidFill>
                  <a:schemeClr val="accent2"/>
                </a:solidFill>
                <a:latin typeface="Arial" panose="020B0604020202020204" pitchFamily="34" charset="0"/>
                <a:ea typeface="+mj-ea"/>
                <a:cs typeface="Arial" panose="020B0604020202020204" pitchFamily="34" charset="0"/>
              </a:rPr>
              <a:t>5%</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Preparation for Assignment </a:t>
            </a:r>
            <a:r>
              <a:rPr lang="en-US" sz="1200" i="1" kern="0" dirty="0" smtClean="0">
                <a:solidFill>
                  <a:srgbClr val="000000"/>
                </a:solidFill>
                <a:ea typeface="Times New Roman"/>
                <a:cs typeface="Arial" panose="020B0604020202020204" pitchFamily="34" charset="0"/>
                <a:sym typeface="Times New Roman"/>
              </a:rPr>
              <a:t>#4</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94130431"/>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ENGG404 - Assignment #4, weight = </a:t>
            </a:r>
            <a:r>
              <a:rPr lang="en-US" altLang="en-US" sz="2400" b="0" dirty="0" smtClean="0">
                <a:solidFill>
                  <a:schemeClr val="accent2"/>
                </a:solidFill>
                <a:latin typeface="Arial" panose="020B0604020202020204" pitchFamily="34" charset="0"/>
                <a:ea typeface="+mj-ea"/>
                <a:cs typeface="Arial" panose="020B0604020202020204" pitchFamily="34" charset="0"/>
              </a:rPr>
              <a:t>5%</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Preparation for Assignment </a:t>
            </a:r>
            <a:r>
              <a:rPr lang="en-US" sz="1200" i="1" kern="0" dirty="0" smtClean="0">
                <a:solidFill>
                  <a:srgbClr val="000000"/>
                </a:solidFill>
                <a:ea typeface="Times New Roman"/>
                <a:cs typeface="Arial" panose="020B0604020202020204" pitchFamily="34" charset="0"/>
                <a:sym typeface="Times New Roman"/>
              </a:rPr>
              <a:t>#4</a:t>
            </a:r>
            <a:endParaRPr lang="en-US" sz="1200" i="1" kern="0" dirty="0">
              <a:solidFill>
                <a:srgbClr val="000000"/>
              </a:solidFill>
              <a:ea typeface="Times New Roman"/>
              <a:cs typeface="Arial" panose="020B0604020202020204" pitchFamily="34" charset="0"/>
              <a:sym typeface="Times New Roman"/>
            </a:endParaRPr>
          </a:p>
        </p:txBody>
      </p:sp>
      <p:graphicFrame>
        <p:nvGraphicFramePr>
          <p:cNvPr id="5" name="Table 4"/>
          <p:cNvGraphicFramePr>
            <a:graphicFrameLocks noGrp="1"/>
          </p:cNvGraphicFramePr>
          <p:nvPr>
            <p:extLst>
              <p:ext uri="{D42A27DB-BD31-4B8C-83A1-F6EECF244321}">
                <p14:modId xmlns:p14="http://schemas.microsoft.com/office/powerpoint/2010/main" val="2104535848"/>
              </p:ext>
            </p:extLst>
          </p:nvPr>
        </p:nvGraphicFramePr>
        <p:xfrm>
          <a:off x="761999" y="2175034"/>
          <a:ext cx="6934201" cy="1971040"/>
        </p:xfrm>
        <a:graphic>
          <a:graphicData uri="http://schemas.openxmlformats.org/drawingml/2006/table">
            <a:tbl>
              <a:tblPr/>
              <a:tblGrid>
                <a:gridCol w="2556858">
                  <a:extLst>
                    <a:ext uri="{9D8B030D-6E8A-4147-A177-3AD203B41FA5}">
                      <a16:colId xmlns:a16="http://schemas.microsoft.com/office/drawing/2014/main" val="4293687816"/>
                    </a:ext>
                  </a:extLst>
                </a:gridCol>
                <a:gridCol w="1800029">
                  <a:extLst>
                    <a:ext uri="{9D8B030D-6E8A-4147-A177-3AD203B41FA5}">
                      <a16:colId xmlns:a16="http://schemas.microsoft.com/office/drawing/2014/main" val="4038133789"/>
                    </a:ext>
                  </a:extLst>
                </a:gridCol>
                <a:gridCol w="1145473">
                  <a:extLst>
                    <a:ext uri="{9D8B030D-6E8A-4147-A177-3AD203B41FA5}">
                      <a16:colId xmlns:a16="http://schemas.microsoft.com/office/drawing/2014/main" val="3521913537"/>
                    </a:ext>
                  </a:extLst>
                </a:gridCol>
                <a:gridCol w="1431841">
                  <a:extLst>
                    <a:ext uri="{9D8B030D-6E8A-4147-A177-3AD203B41FA5}">
                      <a16:colId xmlns:a16="http://schemas.microsoft.com/office/drawing/2014/main" val="1053780865"/>
                    </a:ext>
                  </a:extLst>
                </a:gridCol>
              </a:tblGrid>
              <a:tr h="0">
                <a:tc>
                  <a:txBody>
                    <a:bodyPr/>
                    <a:lstStyle/>
                    <a:p>
                      <a:pPr algn="ctr" rtl="0" fontAlgn="t">
                        <a:spcBef>
                          <a:spcPts val="0"/>
                        </a:spcBef>
                        <a:spcAft>
                          <a:spcPts val="0"/>
                        </a:spcAft>
                      </a:pPr>
                      <a:r>
                        <a:rPr lang="en-US" sz="2400" b="1" i="0" u="none" strike="noStrike" dirty="0">
                          <a:solidFill>
                            <a:srgbClr val="000000"/>
                          </a:solidFill>
                          <a:effectLst/>
                          <a:latin typeface="Arial" panose="020B0604020202020204" pitchFamily="34" charset="0"/>
                          <a:cs typeface="Arial" panose="020B0604020202020204" pitchFamily="34" charset="0"/>
                        </a:rPr>
                        <a:t>Assignment </a:t>
                      </a:r>
                      <a:r>
                        <a:rPr lang="en-US" sz="2400" b="1" i="0" u="none" strike="noStrike" dirty="0" smtClean="0">
                          <a:solidFill>
                            <a:srgbClr val="000000"/>
                          </a:solidFill>
                          <a:effectLst/>
                          <a:latin typeface="Arial" panose="020B0604020202020204" pitchFamily="34" charset="0"/>
                          <a:cs typeface="Arial" panose="020B0604020202020204" pitchFamily="34" charset="0"/>
                        </a:rPr>
                        <a:t>#4</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b="1" i="0" u="none" strike="noStrike" dirty="0">
                          <a:solidFill>
                            <a:srgbClr val="000000"/>
                          </a:solidFill>
                          <a:effectLst/>
                          <a:latin typeface="Arial" panose="020B0604020202020204" pitchFamily="34" charset="0"/>
                          <a:cs typeface="Arial" panose="020B0604020202020204" pitchFamily="34" charset="0"/>
                        </a:rPr>
                        <a:t>Questions</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b="1" i="0" u="none" strike="noStrike">
                          <a:solidFill>
                            <a:srgbClr val="000000"/>
                          </a:solidFill>
                          <a:effectLst/>
                          <a:latin typeface="Arial" panose="020B0604020202020204" pitchFamily="34" charset="0"/>
                          <a:cs typeface="Arial" panose="020B0604020202020204" pitchFamily="34" charset="0"/>
                        </a:rPr>
                        <a:t>Marks</a:t>
                      </a:r>
                      <a:endParaRPr lang="en-US" sz="240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b="1" i="0" u="none" strike="noStrike" dirty="0">
                          <a:solidFill>
                            <a:srgbClr val="000000"/>
                          </a:solidFill>
                          <a:effectLst/>
                          <a:latin typeface="Arial" panose="020B0604020202020204" pitchFamily="34" charset="0"/>
                          <a:cs typeface="Arial" panose="020B0604020202020204" pitchFamily="34" charset="0"/>
                        </a:rPr>
                        <a:t>Minutes</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extLst>
                  <a:ext uri="{0D108BD9-81ED-4DB2-BD59-A6C34878D82A}">
                    <a16:rowId xmlns:a16="http://schemas.microsoft.com/office/drawing/2014/main" val="2326037792"/>
                  </a:ext>
                </a:extLst>
              </a:tr>
              <a:tr h="0">
                <a:tc>
                  <a:txBody>
                    <a:bodyPr/>
                    <a:lstStyle/>
                    <a:p>
                      <a:pPr algn="ctr" rtl="0" fontAlgn="t">
                        <a:spcBef>
                          <a:spcPts val="0"/>
                        </a:spcBef>
                        <a:spcAft>
                          <a:spcPts val="0"/>
                        </a:spcAft>
                      </a:pPr>
                      <a:r>
                        <a:rPr lang="en-US" sz="2400" b="0" i="0" u="none" strike="noStrike" dirty="0">
                          <a:solidFill>
                            <a:srgbClr val="000000"/>
                          </a:solidFill>
                          <a:effectLst/>
                          <a:latin typeface="Arial" panose="020B0604020202020204" pitchFamily="34" charset="0"/>
                          <a:cs typeface="Arial" panose="020B0604020202020204" pitchFamily="34" charset="0"/>
                        </a:rPr>
                        <a:t>Segment #1</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b="0" i="0" u="none" strike="noStrike" dirty="0" smtClean="0">
                          <a:solidFill>
                            <a:srgbClr val="000000"/>
                          </a:solidFill>
                          <a:effectLst/>
                          <a:latin typeface="Arial" panose="020B0604020202020204" pitchFamily="34" charset="0"/>
                          <a:cs typeface="Arial" panose="020B0604020202020204" pitchFamily="34" charset="0"/>
                        </a:rPr>
                        <a:t>18</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dirty="0" smtClean="0">
                          <a:effectLst/>
                          <a:latin typeface="Arial" panose="020B0604020202020204" pitchFamily="34" charset="0"/>
                          <a:cs typeface="Arial" panose="020B0604020202020204" pitchFamily="34" charset="0"/>
                        </a:rPr>
                        <a:t>46</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b="0" i="0" u="none" strike="noStrike" dirty="0">
                          <a:solidFill>
                            <a:srgbClr val="000000"/>
                          </a:solidFill>
                          <a:effectLst/>
                          <a:latin typeface="Arial" panose="020B0604020202020204" pitchFamily="34" charset="0"/>
                          <a:cs typeface="Arial" panose="020B0604020202020204" pitchFamily="34" charset="0"/>
                        </a:rPr>
                        <a:t>45</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extLst>
                  <a:ext uri="{0D108BD9-81ED-4DB2-BD59-A6C34878D82A}">
                    <a16:rowId xmlns:a16="http://schemas.microsoft.com/office/drawing/2014/main" val="1179849731"/>
                  </a:ext>
                </a:extLst>
              </a:tr>
              <a:tr h="0">
                <a:tc>
                  <a:txBody>
                    <a:bodyPr/>
                    <a:lstStyle/>
                    <a:p>
                      <a:pPr algn="ctr" rtl="0" fontAlgn="t">
                        <a:spcBef>
                          <a:spcPts val="0"/>
                        </a:spcBef>
                        <a:spcAft>
                          <a:spcPts val="0"/>
                        </a:spcAft>
                      </a:pPr>
                      <a:r>
                        <a:rPr lang="en-US" sz="2400" b="0" i="0" u="none" strike="noStrike" dirty="0">
                          <a:solidFill>
                            <a:srgbClr val="000000"/>
                          </a:solidFill>
                          <a:effectLst/>
                          <a:latin typeface="Arial" panose="020B0604020202020204" pitchFamily="34" charset="0"/>
                          <a:cs typeface="Arial" panose="020B0604020202020204" pitchFamily="34" charset="0"/>
                        </a:rPr>
                        <a:t>Segment #2</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b="0" i="0" u="none" strike="noStrike" dirty="0" smtClean="0">
                          <a:solidFill>
                            <a:srgbClr val="000000"/>
                          </a:solidFill>
                          <a:effectLst/>
                          <a:latin typeface="Arial" panose="020B0604020202020204" pitchFamily="34" charset="0"/>
                          <a:cs typeface="Arial" panose="020B0604020202020204" pitchFamily="34" charset="0"/>
                        </a:rPr>
                        <a:t>16</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dirty="0" smtClean="0">
                          <a:effectLst/>
                          <a:latin typeface="Arial" panose="020B0604020202020204" pitchFamily="34" charset="0"/>
                          <a:cs typeface="Arial" panose="020B0604020202020204" pitchFamily="34" charset="0"/>
                        </a:rPr>
                        <a:t>57</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b="0" i="0" u="none" strike="noStrike" dirty="0" smtClean="0">
                          <a:solidFill>
                            <a:srgbClr val="000000"/>
                          </a:solidFill>
                          <a:effectLst/>
                          <a:latin typeface="Arial" panose="020B0604020202020204" pitchFamily="34" charset="0"/>
                          <a:cs typeface="Arial" panose="020B0604020202020204" pitchFamily="34" charset="0"/>
                        </a:rPr>
                        <a:t>55</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extLst>
                  <a:ext uri="{0D108BD9-81ED-4DB2-BD59-A6C34878D82A}">
                    <a16:rowId xmlns:a16="http://schemas.microsoft.com/office/drawing/2014/main" val="1655457652"/>
                  </a:ext>
                </a:extLst>
              </a:tr>
              <a:tr h="0">
                <a:tc>
                  <a:txBody>
                    <a:bodyPr/>
                    <a:lstStyle/>
                    <a:p>
                      <a:pPr algn="ctr" rtl="0" fontAlgn="t">
                        <a:spcBef>
                          <a:spcPts val="0"/>
                        </a:spcBef>
                        <a:spcAft>
                          <a:spcPts val="0"/>
                        </a:spcAft>
                      </a:pPr>
                      <a:r>
                        <a:rPr lang="en-US" sz="2400" b="0" i="0" u="none" strike="noStrike" dirty="0">
                          <a:solidFill>
                            <a:srgbClr val="000000"/>
                          </a:solidFill>
                          <a:effectLst/>
                          <a:latin typeface="Arial" panose="020B0604020202020204" pitchFamily="34" charset="0"/>
                          <a:cs typeface="Arial" panose="020B0604020202020204" pitchFamily="34" charset="0"/>
                        </a:rPr>
                        <a:t>Totals:</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b="0" i="0" u="none" strike="noStrike" dirty="0" smtClean="0">
                          <a:solidFill>
                            <a:srgbClr val="000000"/>
                          </a:solidFill>
                          <a:effectLst/>
                          <a:latin typeface="Arial" panose="020B0604020202020204" pitchFamily="34" charset="0"/>
                          <a:cs typeface="Arial" panose="020B0604020202020204" pitchFamily="34" charset="0"/>
                        </a:rPr>
                        <a:t>34</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dirty="0" smtClean="0">
                          <a:effectLst/>
                          <a:latin typeface="Arial" panose="020B0604020202020204" pitchFamily="34" charset="0"/>
                          <a:cs typeface="Arial" panose="020B0604020202020204" pitchFamily="34" charset="0"/>
                        </a:rPr>
                        <a:t>103</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tc>
                  <a:txBody>
                    <a:bodyPr/>
                    <a:lstStyle/>
                    <a:p>
                      <a:pPr algn="ctr" rtl="0" fontAlgn="t">
                        <a:spcBef>
                          <a:spcPts val="0"/>
                        </a:spcBef>
                        <a:spcAft>
                          <a:spcPts val="0"/>
                        </a:spcAft>
                      </a:pPr>
                      <a:r>
                        <a:rPr lang="en-US" sz="2400" b="0" i="0" u="none" strike="noStrike" dirty="0" smtClean="0">
                          <a:solidFill>
                            <a:srgbClr val="000000"/>
                          </a:solidFill>
                          <a:effectLst/>
                          <a:latin typeface="Arial" panose="020B0604020202020204" pitchFamily="34" charset="0"/>
                          <a:cs typeface="Arial" panose="020B0604020202020204" pitchFamily="34" charset="0"/>
                        </a:rPr>
                        <a:t>100</a:t>
                      </a:r>
                      <a:endParaRPr lang="en-US" sz="2400" dirty="0">
                        <a:effectLst/>
                        <a:latin typeface="Arial" panose="020B0604020202020204" pitchFamily="34" charset="0"/>
                        <a:cs typeface="Arial" panose="020B0604020202020204" pitchFamily="34" charset="0"/>
                      </a:endParaRPr>
                    </a:p>
                  </a:txBody>
                  <a:tcPr marL="63500" marR="63500" marT="63500" marB="63500">
                    <a:lnL>
                      <a:noFill/>
                    </a:lnL>
                    <a:lnR>
                      <a:noFill/>
                    </a:lnR>
                    <a:lnT>
                      <a:noFill/>
                    </a:lnT>
                    <a:lnB>
                      <a:noFill/>
                    </a:lnB>
                  </a:tcPr>
                </a:tc>
                <a:extLst>
                  <a:ext uri="{0D108BD9-81ED-4DB2-BD59-A6C34878D82A}">
                    <a16:rowId xmlns:a16="http://schemas.microsoft.com/office/drawing/2014/main" val="1817412446"/>
                  </a:ext>
                </a:extLst>
              </a:tr>
            </a:tbl>
          </a:graphicData>
        </a:graphic>
      </p:graphicFrame>
    </p:spTree>
    <p:extLst>
      <p:ext uri="{BB962C8B-B14F-4D97-AF65-F5344CB8AC3E}">
        <p14:creationId xmlns:p14="http://schemas.microsoft.com/office/powerpoint/2010/main" val="805549022"/>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342464938"/>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69253</TotalTime>
  <Words>468</Words>
  <Application>Microsoft Office PowerPoint</Application>
  <PresentationFormat>On-screen Show (4:3)</PresentationFormat>
  <Paragraphs>87</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1949</cp:revision>
  <cp:lastPrinted>2018-12-17T22:21:47Z</cp:lastPrinted>
  <dcterms:created xsi:type="dcterms:W3CDTF">2007-03-28T16:18:47Z</dcterms:created>
  <dcterms:modified xsi:type="dcterms:W3CDTF">2021-11-23T19:19:11Z</dcterms:modified>
</cp:coreProperties>
</file>